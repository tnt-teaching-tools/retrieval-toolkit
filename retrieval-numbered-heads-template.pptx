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216c5c4c0742cb" /><Relationship Type="http://schemas.openxmlformats.org/officeDocument/2006/relationships/extended-properties" Target="/docProps/app.xml" Id="R47ec2954fda04ab8" /><Relationship Type="http://schemas.openxmlformats.org/officeDocument/2006/relationships/officeDocument" Target="/ppt/presentation.xml" Id="Rce766a95cedb49e5" /></Relationships>
</file>

<file path=ppt/presentation.xml><?xml version="1.0" encoding="utf-8"?>
<p:presentation xmlns:p="http://schemas.openxmlformats.org/presentationml/2006/main">
  <p:sldMasterIdLst>
    <p:sldMasterId xmlns:r="http://schemas.openxmlformats.org/officeDocument/2006/relationships" id="2147483648" r:id="R7bb9c28efebf48db"/>
  </p:sldMasterIdLst>
  <p:notesMasterIdLst>
    <p:notesMasterId xmlns:r="http://schemas.openxmlformats.org/officeDocument/2006/relationships" r:id="R77a1bfd57091423b"/>
  </p:notesMasterIdLst>
  <p:sldIdLst>
    <p:sldId xmlns:r="http://schemas.openxmlformats.org/officeDocument/2006/relationships" id="256" r:id="R940a5a5d22f348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62d9a77ab9470a" /><Relationship Type="http://schemas.openxmlformats.org/officeDocument/2006/relationships/slideMaster" Target="/ppt/slideMasters/slideMaster1.xml" Id="R7bb9c28efebf48db" /><Relationship Type="http://schemas.openxmlformats.org/officeDocument/2006/relationships/notesMaster" Target="/ppt/notesMasters/notesMaster1.xml" Id="R77a1bfd57091423b" /><Relationship Type="http://schemas.openxmlformats.org/officeDocument/2006/relationships/presProps" Target="/ppt/presProps.xml" Id="R85438c72df4845f7" /><Relationship Type="http://schemas.openxmlformats.org/officeDocument/2006/relationships/tableStyles" Target="/ppt/tableStyles.xml" Id="R63220845fd0549a0" /><Relationship Type="http://schemas.openxmlformats.org/officeDocument/2006/relationships/slide" Target="/ppt/slides/slide1.xml" Id="R940a5a5d22f348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ef9ee02edf4c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13264a3122454c" /><Relationship Type="http://schemas.openxmlformats.org/officeDocument/2006/relationships/notesMaster" Target="/ppt/notesMasters/notesMaster1.xml" Id="Rafde5b0449534c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feb6993c624d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72a7fae75a48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33a6633b9647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50baa6841045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ee78fb683540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0036c1c7044b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140ECEE-8772-48D1-B13C-E8AB8CAADA20}"/>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22371EB-E427-4580-BA9A-650C4D6ACB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B400D3A-9E07-48D2-A74F-C4D473A782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D1C887C6-9FFC-4663-A903-40A304527686}"/>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2561905-0A8E-4CDB-96CC-FF5EE0F5A5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A302380-CC64-4122-B2AC-E2FDBF0CB34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7CB832F-A3B0-4E1A-8ADC-B227B57267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668772B-8FB3-4351-ABFD-A660703468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1699E336-A1C9-4E83-8C3B-19E8D9EF3DE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ACE7945-03D7-4E9E-A893-F7AEFC1E18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3A64061-5ED4-40C4-9CE2-A4AA64D0B8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E071262-C175-481B-A5E0-2D2EB9E53AD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A1D357C-92E8-4DF7-B091-5AA1CD1BD3A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1374C8B-7664-4382-A815-C1E1181D57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A71CB7D-5EB4-43A6-97D5-0B24BDBE82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1f728454c84433" /><Relationship Type="http://schemas.openxmlformats.org/officeDocument/2006/relationships/slideLayout" Target="/ppt/slideLayouts/slideLayout1.xml" Id="R551080e360ab4942" /><Relationship Type="http://schemas.openxmlformats.org/officeDocument/2006/relationships/slideLayout" Target="/ppt/slideLayouts/slideLayout2.xml" Id="R888414c10fb84829" /><Relationship Type="http://schemas.openxmlformats.org/officeDocument/2006/relationships/slideLayout" Target="/ppt/slideLayouts/slideLayout3.xml" Id="R92f6f84aaec445a8" /><Relationship Type="http://schemas.openxmlformats.org/officeDocument/2006/relationships/slideLayout" Target="/ppt/slideLayouts/slideLayout4.xml" Id="R22635025811942b8" /><Relationship Type="http://schemas.openxmlformats.org/officeDocument/2006/relationships/slideLayout" Target="/ppt/slideLayouts/slideLayout5.xml" Id="Rd2327abe9da845dc" /><Relationship Type="http://schemas.openxmlformats.org/officeDocument/2006/relationships/slideLayout" Target="/ppt/slideLayouts/slideLayout6.xml" Id="R2f3d6fc4edd747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1080e360ab4942"/>
    <p:sldLayoutId xmlns:r="http://schemas.openxmlformats.org/officeDocument/2006/relationships" id="2147483650" r:id="R888414c10fb84829"/>
    <p:sldLayoutId xmlns:r="http://schemas.openxmlformats.org/officeDocument/2006/relationships" id="2147483651" r:id="R92f6f84aaec445a8"/>
    <p:sldLayoutId xmlns:r="http://schemas.openxmlformats.org/officeDocument/2006/relationships" id="2147483652" r:id="R22635025811942b8"/>
    <p:sldLayoutId xmlns:r="http://schemas.openxmlformats.org/officeDocument/2006/relationships" id="2147483653" r:id="Rd2327abe9da845dc"/>
    <p:sldLayoutId xmlns:r="http://schemas.openxmlformats.org/officeDocument/2006/relationships" id="2147483654" r:id="R2f3d6fc4edd747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14acbbbdb34c1e" /><Relationship Type="http://schemas.openxmlformats.org/officeDocument/2006/relationships/notesSlide" Target="/ppt/notesSlides/notesSlide1.xml" Id="R5989ecd25d214cc1"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13566CE-EA10-46C6-B62F-4AF95BCF4DE0}"/>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Numbered Heads Together</a:t>
            </a:r>
          </a:p>
        </p:txBody>
      </p:sp>
      <p:sp>
        <p:nvSpPr>
          <p:cNvPr id="2" name="">
            <a:extLst xmlns:a="http://schemas.openxmlformats.org/drawingml/2006/main">
              <a:ext uri="{FF2B5EF4-FFF2-40B4-BE49-F238E27FC236}">
                <a16:creationId xmlns:a16="http://schemas.microsoft.com/office/drawing/2014/main" id="{C39FE5C6-5859-4E8F-870A-CFD5B7D64182}"/>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C9836203-766F-4080-AE3D-AEA66C941BFD}"/>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4BB3B0-1DD8-4EA3-B53F-F03784114907}"/>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C9DA2171-7524-45E8-82CD-6B0CB4FCD8AF}"/>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79B40A04-6515-4FAC-B6B4-181397BE27EB}"/>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47C571B7-D790-4D5B-BA84-5EA9056D60C6}"/>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Learner 1  First recall</a:t>
            </a:r>
          </a:p>
        </p:txBody>
      </p:sp>
      <p:sp>
        <p:nvSpPr>
          <p:cNvPr id="8" name="">
            <a:extLst xmlns:a="http://schemas.openxmlformats.org/drawingml/2006/main">
              <a:ext uri="{FF2B5EF4-FFF2-40B4-BE49-F238E27FC236}">
                <a16:creationId xmlns:a16="http://schemas.microsoft.com/office/drawing/2014/main" id="{53CBB290-FACF-4008-9D27-528DB0DFAAE2}"/>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AD963BC0-DCD5-43E8-829A-521B7692C39B}"/>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49F7C026-3406-4570-AAD2-47993780EB91}"/>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Learner 2  First recall</a:t>
            </a:r>
          </a:p>
        </p:txBody>
      </p:sp>
      <p:sp>
        <p:nvSpPr>
          <p:cNvPr id="11" name="">
            <a:extLst xmlns:a="http://schemas.openxmlformats.org/drawingml/2006/main">
              <a:ext uri="{FF2B5EF4-FFF2-40B4-BE49-F238E27FC236}">
                <a16:creationId xmlns:a16="http://schemas.microsoft.com/office/drawing/2014/main" id="{E17868F3-D007-4882-9494-C3F4FA7A8489}"/>
              </a:ext>
            </a:extLst>
          </p:cNvPr>
          <p:cNvSpPr>
            <a:spLocks xmlns:a="http://schemas.openxmlformats.org/drawingml/2006/main" noGrp="1"/>
          </p:cNvSpPr>
          <p:nvPr/>
        </p:nvSpPr>
        <p:spPr>
          <a:xfrm xmlns:a="http://schemas.openxmlformats.org/drawingml/2006/main">
            <a:off x="6353175"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AABEE77C-F41C-496F-9A1F-F86437DACED0}"/>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65F44334-B115-47F4-9892-D33B02B3DE8D}"/>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Learner 3  First recall</a:t>
            </a:r>
          </a:p>
        </p:txBody>
      </p:sp>
      <p:sp>
        <p:nvSpPr>
          <p:cNvPr id="14" name="">
            <a:extLst xmlns:a="http://schemas.openxmlformats.org/drawingml/2006/main">
              <a:ext uri="{FF2B5EF4-FFF2-40B4-BE49-F238E27FC236}">
                <a16:creationId xmlns:a16="http://schemas.microsoft.com/office/drawing/2014/main" id="{75DDC9E1-60A1-489A-AD4E-1BBF8B9298CF}"/>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EED85B33-F7FB-4A2B-BDEF-102C44FF9761}"/>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64D23302-A00E-4E24-AF46-D6A56F9E04EF}"/>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Learner 4  First recall</a:t>
            </a:r>
          </a:p>
        </p:txBody>
      </p:sp>
      <p:sp>
        <p:nvSpPr>
          <p:cNvPr id="17" name="">
            <a:extLst xmlns:a="http://schemas.openxmlformats.org/drawingml/2006/main">
              <a:ext uri="{FF2B5EF4-FFF2-40B4-BE49-F238E27FC236}">
                <a16:creationId xmlns:a16="http://schemas.microsoft.com/office/drawing/2014/main" id="{75949870-D081-4E44-A476-2242B87FA115}"/>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8800DACE-FAD7-4546-9485-576C485B9B17}"/>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F600430-5523-4D9E-88EA-83D75C511B5D}"/>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85B7C333-64D8-4B75-BEF9-BDECF46ACFEA}"/>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7729684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2026-10-07T20:44:22.7240000Z</dcterms:created>
  <dcterms:modified xsi:type="dcterms:W3CDTF">2026-10-07T20:44:22.7240000Z</dcterms:modified>
</coreProperties>
</file>