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ffa4dd5bd248bd" /><Relationship Type="http://schemas.openxmlformats.org/officeDocument/2006/relationships/extended-properties" Target="/docProps/app.xml" Id="R9be30c6fe1d2445a" /><Relationship Type="http://schemas.openxmlformats.org/officeDocument/2006/relationships/officeDocument" Target="/ppt/presentation.xml" Id="Rd482b7e6224a4e98" /></Relationships>
</file>

<file path=ppt/presentation.xml><?xml version="1.0" encoding="utf-8"?>
<p:presentation xmlns:p="http://schemas.openxmlformats.org/presentationml/2006/main">
  <p:sldMasterIdLst>
    <p:sldMasterId xmlns:r="http://schemas.openxmlformats.org/officeDocument/2006/relationships" id="2147483648" r:id="R6c63c91c4f874fb5"/>
  </p:sldMasterIdLst>
  <p:notesMasterIdLst>
    <p:notesMasterId xmlns:r="http://schemas.openxmlformats.org/officeDocument/2006/relationships" r:id="Re6e43cf1ef1f471e"/>
  </p:notesMasterIdLst>
  <p:sldIdLst>
    <p:sldId xmlns:r="http://schemas.openxmlformats.org/officeDocument/2006/relationships" id="256" r:id="R86ab595f8e884f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7caf044e8242d0" /><Relationship Type="http://schemas.openxmlformats.org/officeDocument/2006/relationships/slideMaster" Target="/ppt/slideMasters/slideMaster1.xml" Id="R6c63c91c4f874fb5" /><Relationship Type="http://schemas.openxmlformats.org/officeDocument/2006/relationships/notesMaster" Target="/ppt/notesMasters/notesMaster1.xml" Id="Re6e43cf1ef1f471e" /><Relationship Type="http://schemas.openxmlformats.org/officeDocument/2006/relationships/presProps" Target="/ppt/presProps.xml" Id="Rd48eef0ed1504293" /><Relationship Type="http://schemas.openxmlformats.org/officeDocument/2006/relationships/tableStyles" Target="/ppt/tableStyles.xml" Id="R45367548feec4629" /><Relationship Type="http://schemas.openxmlformats.org/officeDocument/2006/relationships/slide" Target="/ppt/slides/slide1.xml" Id="R86ab595f8e88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3ac657d85c45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54a18b81194a30" /><Relationship Type="http://schemas.openxmlformats.org/officeDocument/2006/relationships/notesMaster" Target="/ppt/notesMasters/notesMaster1.xml" Id="R178c3791e2464e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Aidan Severs — classroom guidance</a:t>
            </a:r>
          </a:p>
          <a:p xmlns:a="http://schemas.openxmlformats.org/drawingml/2006/main">
            <a:r>
              <a:t/>
            </a:r>
          </a:p>
          <a:p xmlns:a="http://schemas.openxmlformats.org/drawingml/2006/main">
            <a:r>
              <a:t>https://www.aidansevers.com/post/no-quiz-retrieval-practice-techniques</a:t>
            </a:r>
          </a:p>
          <a:p xmlns:a="http://schemas.openxmlformats.org/drawingml/2006/main">
            <a:r>
              <a:t/>
            </a:r>
          </a:p>
          <a:p xmlns:a="http://schemas.openxmlformats.org/drawingml/2006/main">
            <a:r>
              <a:t>Severs discusses this shared classroom routine as a retrieval option. This adaptation requires recall before peers or visible answers provide support. The original creator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https://tnt-teaching-tools.github.io/retrieval-toolkit/retrieval-recall-sort.html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668a6695c643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3d5b79ff1045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d9b44e62db43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2251ae4da142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eeccd6e2b349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595c5f09124d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94e7b2c6940be" /><Relationship Type="http://schemas.openxmlformats.org/officeDocument/2006/relationships/slideLayout" Target="/ppt/slideLayouts/slideLayout1.xml" Id="Rf7ec0f53aef348d6" /><Relationship Type="http://schemas.openxmlformats.org/officeDocument/2006/relationships/slideLayout" Target="/ppt/slideLayouts/slideLayout2.xml" Id="R0c2fd275e9a9418f" /><Relationship Type="http://schemas.openxmlformats.org/officeDocument/2006/relationships/slideLayout" Target="/ppt/slideLayouts/slideLayout3.xml" Id="R0b9236b8e1fa4e05" /><Relationship Type="http://schemas.openxmlformats.org/officeDocument/2006/relationships/slideLayout" Target="/ppt/slideLayouts/slideLayout4.xml" Id="Re90086fe2da14167" /><Relationship Type="http://schemas.openxmlformats.org/officeDocument/2006/relationships/slideLayout" Target="/ppt/slideLayouts/slideLayout5.xml" Id="R089b5f8ed428459f" /><Relationship Type="http://schemas.openxmlformats.org/officeDocument/2006/relationships/slideLayout" Target="/ppt/slideLayouts/slideLayout6.xml" Id="R4ae29df35c664d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ec0f53aef348d6"/>
    <p:sldLayoutId xmlns:r="http://schemas.openxmlformats.org/officeDocument/2006/relationships" id="2147483650" r:id="R0c2fd275e9a9418f"/>
    <p:sldLayoutId xmlns:r="http://schemas.openxmlformats.org/officeDocument/2006/relationships" id="2147483651" r:id="R0b9236b8e1fa4e05"/>
    <p:sldLayoutId xmlns:r="http://schemas.openxmlformats.org/officeDocument/2006/relationships" id="2147483652" r:id="Re90086fe2da14167"/>
    <p:sldLayoutId xmlns:r="http://schemas.openxmlformats.org/officeDocument/2006/relationships" id="2147483653" r:id="R089b5f8ed428459f"/>
    <p:sldLayoutId xmlns:r="http://schemas.openxmlformats.org/officeDocument/2006/relationships" id="2147483654" r:id="R4ae29df35c664d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6bf12c7a9b4c62" /><Relationship Type="http://schemas.openxmlformats.org/officeDocument/2006/relationships/hyperlink" Target="https://www.aidansevers.com/post/no-quiz-retrieval-practice-techniques" TargetMode="External" Id="R03ede29c896945fe" /><Relationship Type="http://schemas.openxmlformats.org/officeDocument/2006/relationships/notesSlide" Target="/ppt/notesSlides/notesSlide1.xml" Id="Rc5c2bd0d545848d1"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571EB6-2B0C-42A4-8AB5-D182599288EE}"/>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Recall, sort and explain</a:t>
            </a:r>
          </a:p>
        </p:txBody>
      </p:sp>
      <p:sp>
        <p:nvSpPr>
          <p:cNvPr id="2" name="">
            <a:extLst xmlns:a="http://schemas.openxmlformats.org/drawingml/2006/main">
              <a:ext uri="{FF2B5EF4-FFF2-40B4-BE49-F238E27FC236}">
                <a16:creationId xmlns:a16="http://schemas.microsoft.com/office/drawing/2014/main" id="{2B7CD20A-8946-47CF-8168-B430FA8E3706}"/>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2F4EA7F-BFDF-4E75-A89E-61D11003B1A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A71108-E5EC-4F7D-BD67-FAAC8A223305}"/>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45BDDB1B-4670-4B38-A2DB-E57A6307653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D6726CB-2174-4B57-9202-9644E06EFECF}"/>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718E350-6ACF-41F8-9EBA-7AB55297AD99}"/>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one]</a:t>
            </a:r>
          </a:p>
        </p:txBody>
      </p:sp>
      <p:sp>
        <p:nvSpPr>
          <p:cNvPr id="8" name="">
            <a:extLst xmlns:a="http://schemas.openxmlformats.org/drawingml/2006/main">
              <a:ext uri="{FF2B5EF4-FFF2-40B4-BE49-F238E27FC236}">
                <a16:creationId xmlns:a16="http://schemas.microsoft.com/office/drawing/2014/main" id="{01C11709-8658-4AE7-AB74-D1CA2C8907B8}"/>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BC106546-5244-4537-8621-2604B0BF8C42}"/>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A8FBEB5F-3724-4B05-A590-246D13F6F134}"/>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two]</a:t>
            </a:r>
          </a:p>
        </p:txBody>
      </p:sp>
      <p:sp>
        <p:nvSpPr>
          <p:cNvPr id="11" name="">
            <a:extLst xmlns:a="http://schemas.openxmlformats.org/drawingml/2006/main">
              <a:ext uri="{FF2B5EF4-FFF2-40B4-BE49-F238E27FC236}">
                <a16:creationId xmlns:a16="http://schemas.microsoft.com/office/drawing/2014/main" id="{83620545-4CB3-4C69-A0ED-F8CFEA1F1336}"/>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DE259855-7D45-45B2-BB5F-1C1D9F4AA450}"/>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9CF93610-3BBA-49CF-9042-87F62929CE9C}"/>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three]</a:t>
            </a:r>
          </a:p>
        </p:txBody>
      </p:sp>
      <p:sp>
        <p:nvSpPr>
          <p:cNvPr id="14" name="">
            <a:extLst xmlns:a="http://schemas.openxmlformats.org/drawingml/2006/main">
              <a:ext uri="{FF2B5EF4-FFF2-40B4-BE49-F238E27FC236}">
                <a16:creationId xmlns:a16="http://schemas.microsoft.com/office/drawing/2014/main" id="{F32B9246-95E0-4591-9606-FB6FAF8C4F4F}"/>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2D268861-E1C4-49E0-B67D-6BC68C9C849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A05A414-09A8-45B3-9856-886E0D6E141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C6AD9C3C-3386-41D7-94FE-9852CA9D831F}"/>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9" name="source-credit">
            <a:extLst xmlns:a="http://schemas.openxmlformats.org/drawingml/2006/main">
              <a:ext uri="{FF2B5EF4-FFF2-40B4-BE49-F238E27FC236}">
                <a16:creationId xmlns:a16="http://schemas.microsoft.com/office/drawing/2014/main" id="{30958F53-4E65-4CC9-803F-9B576625BA1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3ede29c896945fe"/>
              </a:rPr>
              <a:t>Aidan Severs — classroom guidance — original guidance</a:t>
            </a:r>
          </a:p>
        </p:txBody>
      </p:sp>
    </p:spTree>
    <p:extLst>
      <p:ext uri="{BB962C8B-B14F-4D97-AF65-F5344CB8AC3E}">
        <p14:creationId xmlns:p14="http://schemas.microsoft.com/office/powerpoint/2010/main" val="1564987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2026-10-08T06:09:25.5510000Z</dcterms:created>
  <dcterms:modified xsi:type="dcterms:W3CDTF">2026-10-08T06:09:25.5510000Z</dcterms:modified>
</coreProperties>
</file>