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63e080d898a433a" /><Relationship Type="http://schemas.openxmlformats.org/officeDocument/2006/relationships/extended-properties" Target="/docProps/app.xml" Id="Rae1138c788834c16" /><Relationship Type="http://schemas.openxmlformats.org/officeDocument/2006/relationships/officeDocument" Target="/ppt/presentation.xml" Id="Rdf56d7461e814185" /></Relationships>
</file>

<file path=ppt/presentation.xml><?xml version="1.0" encoding="utf-8"?>
<p:presentation xmlns:p="http://schemas.openxmlformats.org/presentationml/2006/main">
  <p:sldMasterIdLst>
    <p:sldMasterId xmlns:r="http://schemas.openxmlformats.org/officeDocument/2006/relationships" id="2147483648" r:id="R94843fc793394ce0"/>
  </p:sldMasterIdLst>
  <p:notesMasterIdLst>
    <p:notesMasterId xmlns:r="http://schemas.openxmlformats.org/officeDocument/2006/relationships" r:id="R47ec25f3112b42a3"/>
  </p:notesMasterIdLst>
  <p:sldIdLst>
    <p:sldId xmlns:r="http://schemas.openxmlformats.org/officeDocument/2006/relationships" id="256" r:id="R689e67fa73d543d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aaa2cf1bb504f6f" /><Relationship Type="http://schemas.openxmlformats.org/officeDocument/2006/relationships/slideMaster" Target="/ppt/slideMasters/slideMaster1.xml" Id="R94843fc793394ce0" /><Relationship Type="http://schemas.openxmlformats.org/officeDocument/2006/relationships/notesMaster" Target="/ppt/notesMasters/notesMaster1.xml" Id="R47ec25f3112b42a3" /><Relationship Type="http://schemas.openxmlformats.org/officeDocument/2006/relationships/presProps" Target="/ppt/presProps.xml" Id="Rdf1d19aeba4b485e" /><Relationship Type="http://schemas.openxmlformats.org/officeDocument/2006/relationships/tableStyles" Target="/ppt/tableStyles.xml" Id="Rb866f9f8736a427f" /><Relationship Type="http://schemas.openxmlformats.org/officeDocument/2006/relationships/slide" Target="/ppt/slides/slide1.xml" Id="R689e67fa73d543d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41c1a2741c44c4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93fb88ea46b47da" /><Relationship Type="http://schemas.openxmlformats.org/officeDocument/2006/relationships/notesMaster" Target="/ppt/notesMasters/notesMaster1.xml" Id="R271ec8136b4c426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ff0148043a7466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f6802cb159c4fd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d3f49776b1a4ab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0b21a9a9c964b4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69fd744dced43c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5e751562ba94e2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2F0A516-2D06-49A1-B230-87F987D74096}"/>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0455057B-72B2-4969-B987-7AFB65D50A9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DEAF0860-1682-4463-A4AA-48E4F7B2053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3CBD73BD-A22C-4E54-A81A-8E3766ED31A2}"/>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6E2F0A3B-43A0-4934-BE39-802D33D0FA1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0CC70282-0654-4D46-A35A-B6C4571EB2EF}"/>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26EE2600-2291-4727-9257-C9423DA2AFC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9422B04F-CB62-4E26-8E39-B3695618900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917F44C5-831E-454C-9CC6-1AA01DD81A25}"/>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CCDBC892-9B1D-49A8-9C75-6710BAC0643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A5323966-1340-45C7-9273-743DC376134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D8A0A6C2-0916-482B-96EB-749463777B1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A9DB1036-AC82-4148-80E9-B6B94A288C06}"/>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DCD5C3BB-D0D3-4B34-8C1D-8BF113688FE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225AFC4F-0355-4FAB-BB30-61F3F24E4D7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c2c4e6929a0432c" /><Relationship Type="http://schemas.openxmlformats.org/officeDocument/2006/relationships/slideLayout" Target="/ppt/slideLayouts/slideLayout1.xml" Id="R812a11f228464d8f" /><Relationship Type="http://schemas.openxmlformats.org/officeDocument/2006/relationships/slideLayout" Target="/ppt/slideLayouts/slideLayout2.xml" Id="R863b30e71dac4835" /><Relationship Type="http://schemas.openxmlformats.org/officeDocument/2006/relationships/slideLayout" Target="/ppt/slideLayouts/slideLayout3.xml" Id="Rfaadd4f6c05147f9" /><Relationship Type="http://schemas.openxmlformats.org/officeDocument/2006/relationships/slideLayout" Target="/ppt/slideLayouts/slideLayout4.xml" Id="R69921826edab4afd" /><Relationship Type="http://schemas.openxmlformats.org/officeDocument/2006/relationships/slideLayout" Target="/ppt/slideLayouts/slideLayout5.xml" Id="R45a902a2f8a146f9" /><Relationship Type="http://schemas.openxmlformats.org/officeDocument/2006/relationships/slideLayout" Target="/ppt/slideLayouts/slideLayout6.xml" Id="R555835806e4c488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12a11f228464d8f"/>
    <p:sldLayoutId xmlns:r="http://schemas.openxmlformats.org/officeDocument/2006/relationships" id="2147483650" r:id="R863b30e71dac4835"/>
    <p:sldLayoutId xmlns:r="http://schemas.openxmlformats.org/officeDocument/2006/relationships" id="2147483651" r:id="Rfaadd4f6c05147f9"/>
    <p:sldLayoutId xmlns:r="http://schemas.openxmlformats.org/officeDocument/2006/relationships" id="2147483652" r:id="R69921826edab4afd"/>
    <p:sldLayoutId xmlns:r="http://schemas.openxmlformats.org/officeDocument/2006/relationships" id="2147483653" r:id="R45a902a2f8a146f9"/>
    <p:sldLayoutId xmlns:r="http://schemas.openxmlformats.org/officeDocument/2006/relationships" id="2147483654" r:id="R555835806e4c488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a174b96d7c24741" /><Relationship Type="http://schemas.openxmlformats.org/officeDocument/2006/relationships/notesSlide" Target="/ppt/notesSlides/notesSlide1.xml" Id="R03c89e01c0fd4c60"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FB0E241-E710-46A5-861C-273F3D6A7BAC}"/>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Recall, sort and explain</a:t>
            </a:r>
          </a:p>
        </p:txBody>
      </p:sp>
      <p:sp>
        <p:nvSpPr>
          <p:cNvPr id="2" name="">
            <a:extLst xmlns:a="http://schemas.openxmlformats.org/drawingml/2006/main">
              <a:ext uri="{FF2B5EF4-FFF2-40B4-BE49-F238E27FC236}">
                <a16:creationId xmlns:a16="http://schemas.microsoft.com/office/drawing/2014/main" id="{A5BAB751-3F4C-4E5F-A40A-F72B2825D7DC}"/>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43B9FB66-FDBA-459A-8474-58C806E2D69B}"/>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AA42DB8-ACF9-4CF5-A0CD-FEADC24729F1}"/>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2C2F13A9-58AD-4F6A-A21B-3191001FF8F0}"/>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ACFC315B-6819-4631-A13C-2485315ED6FF}"/>
              </a:ext>
            </a:extLst>
          </p:cNvPr>
          <p:cNvSpPr>
            <a:spLocks xmlns:a="http://schemas.openxmlformats.org/drawingml/2006/main" noGrp="1"/>
          </p:cNvSpPr>
          <p:nvPr/>
        </p:nvSpPr>
        <p:spPr>
          <a:xfrm xmlns:a="http://schemas.openxmlformats.org/drawingml/2006/main">
            <a:off x="609600" y="2247900"/>
            <a:ext cx="3543300" cy="33718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E63E9283-E172-44BA-9068-CC34EEA210FC}"/>
              </a:ext>
            </a:extLst>
          </p:cNvPr>
          <p:cNvSpPr>
            <a:spLocks xmlns:a="http://schemas.openxmlformats.org/drawingml/2006/main" noGrp="1"/>
          </p:cNvSpPr>
          <p:nvPr/>
        </p:nvSpPr>
        <p:spPr>
          <a:xfrm xmlns:a="http://schemas.openxmlformats.org/drawingml/2006/main">
            <a:off x="78105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[Category one]</a:t>
            </a:r>
          </a:p>
        </p:txBody>
      </p:sp>
      <p:sp>
        <p:nvSpPr>
          <p:cNvPr id="8" name="">
            <a:extLst xmlns:a="http://schemas.openxmlformats.org/drawingml/2006/main">
              <a:ext uri="{FF2B5EF4-FFF2-40B4-BE49-F238E27FC236}">
                <a16:creationId xmlns:a16="http://schemas.microsoft.com/office/drawing/2014/main" id="{8A8FE6E2-250A-4A7A-8B9A-588AFAF4EF2D}"/>
              </a:ext>
            </a:extLst>
          </p:cNvPr>
          <p:cNvSpPr>
            <a:spLocks xmlns:a="http://schemas.openxmlformats.org/drawingml/2006/main" noGrp="1"/>
          </p:cNvSpPr>
          <p:nvPr/>
        </p:nvSpPr>
        <p:spPr>
          <a:xfrm xmlns:a="http://schemas.openxmlformats.org/drawingml/2006/main">
            <a:off x="781050" y="2857500"/>
            <a:ext cx="32004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9" name="">
            <a:extLst xmlns:a="http://schemas.openxmlformats.org/drawingml/2006/main">
              <a:ext uri="{FF2B5EF4-FFF2-40B4-BE49-F238E27FC236}">
                <a16:creationId xmlns:a16="http://schemas.microsoft.com/office/drawing/2014/main" id="{C6946A40-8C55-4FB7-B349-9E35D214BB47}"/>
              </a:ext>
            </a:extLst>
          </p:cNvPr>
          <p:cNvSpPr>
            <a:spLocks xmlns:a="http://schemas.openxmlformats.org/drawingml/2006/main" noGrp="1"/>
          </p:cNvSpPr>
          <p:nvPr/>
        </p:nvSpPr>
        <p:spPr>
          <a:xfrm xmlns:a="http://schemas.openxmlformats.org/drawingml/2006/main">
            <a:off x="4324350" y="2247900"/>
            <a:ext cx="3543300" cy="33718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0" name="">
            <a:extLst xmlns:a="http://schemas.openxmlformats.org/drawingml/2006/main">
              <a:ext uri="{FF2B5EF4-FFF2-40B4-BE49-F238E27FC236}">
                <a16:creationId xmlns:a16="http://schemas.microsoft.com/office/drawing/2014/main" id="{7DEC22BE-E85E-4E4C-974F-2B1989499197}"/>
              </a:ext>
            </a:extLst>
          </p:cNvPr>
          <p:cNvSpPr>
            <a:spLocks xmlns:a="http://schemas.openxmlformats.org/drawingml/2006/main" noGrp="1"/>
          </p:cNvSpPr>
          <p:nvPr/>
        </p:nvSpPr>
        <p:spPr>
          <a:xfrm xmlns:a="http://schemas.openxmlformats.org/drawingml/2006/main">
            <a:off x="449580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[Category two]</a:t>
            </a:r>
          </a:p>
        </p:txBody>
      </p:sp>
      <p:sp>
        <p:nvSpPr>
          <p:cNvPr id="11" name="">
            <a:extLst xmlns:a="http://schemas.openxmlformats.org/drawingml/2006/main">
              <a:ext uri="{FF2B5EF4-FFF2-40B4-BE49-F238E27FC236}">
                <a16:creationId xmlns:a16="http://schemas.microsoft.com/office/drawing/2014/main" id="{A8DFAB5A-0CF3-4F57-9BF8-EB38301D5CB0}"/>
              </a:ext>
            </a:extLst>
          </p:cNvPr>
          <p:cNvSpPr>
            <a:spLocks xmlns:a="http://schemas.openxmlformats.org/drawingml/2006/main" noGrp="1"/>
          </p:cNvSpPr>
          <p:nvPr/>
        </p:nvSpPr>
        <p:spPr>
          <a:xfrm xmlns:a="http://schemas.openxmlformats.org/drawingml/2006/main">
            <a:off x="4495800" y="2857500"/>
            <a:ext cx="32004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2" name="">
            <a:extLst xmlns:a="http://schemas.openxmlformats.org/drawingml/2006/main">
              <a:ext uri="{FF2B5EF4-FFF2-40B4-BE49-F238E27FC236}">
                <a16:creationId xmlns:a16="http://schemas.microsoft.com/office/drawing/2014/main" id="{4377E14D-66B6-412D-AC87-D3F8804D46BA}"/>
              </a:ext>
            </a:extLst>
          </p:cNvPr>
          <p:cNvSpPr>
            <a:spLocks xmlns:a="http://schemas.openxmlformats.org/drawingml/2006/main" noGrp="1"/>
          </p:cNvSpPr>
          <p:nvPr/>
        </p:nvSpPr>
        <p:spPr>
          <a:xfrm xmlns:a="http://schemas.openxmlformats.org/drawingml/2006/main">
            <a:off x="8039100" y="2247900"/>
            <a:ext cx="3543300" cy="33718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3" name="">
            <a:extLst xmlns:a="http://schemas.openxmlformats.org/drawingml/2006/main">
              <a:ext uri="{FF2B5EF4-FFF2-40B4-BE49-F238E27FC236}">
                <a16:creationId xmlns:a16="http://schemas.microsoft.com/office/drawing/2014/main" id="{C3F1480F-592C-4C89-B8C3-5F48C5C5F08B}"/>
              </a:ext>
            </a:extLst>
          </p:cNvPr>
          <p:cNvSpPr>
            <a:spLocks xmlns:a="http://schemas.openxmlformats.org/drawingml/2006/main" noGrp="1"/>
          </p:cNvSpPr>
          <p:nvPr/>
        </p:nvSpPr>
        <p:spPr>
          <a:xfrm xmlns:a="http://schemas.openxmlformats.org/drawingml/2006/main">
            <a:off x="821055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[Category three]</a:t>
            </a:r>
          </a:p>
        </p:txBody>
      </p:sp>
      <p:sp>
        <p:nvSpPr>
          <p:cNvPr id="14" name="">
            <a:extLst xmlns:a="http://schemas.openxmlformats.org/drawingml/2006/main">
              <a:ext uri="{FF2B5EF4-FFF2-40B4-BE49-F238E27FC236}">
                <a16:creationId xmlns:a16="http://schemas.microsoft.com/office/drawing/2014/main" id="{C14DF55F-AAE3-4EB0-83BA-FE771C64213A}"/>
              </a:ext>
            </a:extLst>
          </p:cNvPr>
          <p:cNvSpPr>
            <a:spLocks xmlns:a="http://schemas.openxmlformats.org/drawingml/2006/main" noGrp="1"/>
          </p:cNvSpPr>
          <p:nvPr/>
        </p:nvSpPr>
        <p:spPr>
          <a:xfrm xmlns:a="http://schemas.openxmlformats.org/drawingml/2006/main">
            <a:off x="8210550" y="2857500"/>
            <a:ext cx="32004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5" name="">
            <a:extLst xmlns:a="http://schemas.openxmlformats.org/drawingml/2006/main">
              <a:ext uri="{FF2B5EF4-FFF2-40B4-BE49-F238E27FC236}">
                <a16:creationId xmlns:a16="http://schemas.microsoft.com/office/drawing/2014/main" id="{6BE99CE3-14C1-410C-9FED-A3DC7514D8B5}"/>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79E6012C-A1AA-446A-A1CC-5107F40A0123}"/>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7" name="">
            <a:extLst xmlns:a="http://schemas.openxmlformats.org/drawingml/2006/main">
              <a:ext uri="{FF2B5EF4-FFF2-40B4-BE49-F238E27FC236}">
                <a16:creationId xmlns:a16="http://schemas.microsoft.com/office/drawing/2014/main" id="{DF972311-69B3-4572-87D7-0C6B0C6E50E3}"/>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27271777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2026-10-07T20:44:06.9890000Z</dcterms:created>
  <dcterms:modified xsi:type="dcterms:W3CDTF">2026-10-07T20:44:06.9890000Z</dcterms:modified>
</coreProperties>
</file>