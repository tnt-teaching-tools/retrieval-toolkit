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5d10f13d3b40ff" /><Relationship Type="http://schemas.openxmlformats.org/officeDocument/2006/relationships/extended-properties" Target="/docProps/app.xml" Id="R7af41c2b44c24e23" /><Relationship Type="http://schemas.openxmlformats.org/officeDocument/2006/relationships/officeDocument" Target="/ppt/presentation.xml" Id="Rc94dd69667514b70" /></Relationships>
</file>

<file path=ppt/presentation.xml><?xml version="1.0" encoding="utf-8"?>
<p:presentation xmlns:p="http://schemas.openxmlformats.org/presentationml/2006/main">
  <p:sldMasterIdLst>
    <p:sldMasterId xmlns:r="http://schemas.openxmlformats.org/officeDocument/2006/relationships" id="2147483648" r:id="R9f2301af90ad4c70"/>
  </p:sldMasterIdLst>
  <p:notesMasterIdLst>
    <p:notesMasterId xmlns:r="http://schemas.openxmlformats.org/officeDocument/2006/relationships" r:id="Rddaf8f8220a34e64"/>
  </p:notesMasterIdLst>
  <p:sldIdLst>
    <p:sldId xmlns:r="http://schemas.openxmlformats.org/officeDocument/2006/relationships" id="256" r:id="Rde4b9735bb6c4c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f60e7c3bf847bb" /><Relationship Type="http://schemas.openxmlformats.org/officeDocument/2006/relationships/slideMaster" Target="/ppt/slideMasters/slideMaster1.xml" Id="R9f2301af90ad4c70" /><Relationship Type="http://schemas.openxmlformats.org/officeDocument/2006/relationships/notesMaster" Target="/ppt/notesMasters/notesMaster1.xml" Id="Rddaf8f8220a34e64" /><Relationship Type="http://schemas.openxmlformats.org/officeDocument/2006/relationships/presProps" Target="/ppt/presProps.xml" Id="Rc92ca5ab829848ea" /><Relationship Type="http://schemas.openxmlformats.org/officeDocument/2006/relationships/tableStyles" Target="/ppt/tableStyles.xml" Id="R16dce47b8a9f48b7" /><Relationship Type="http://schemas.openxmlformats.org/officeDocument/2006/relationships/slide" Target="/ppt/slides/slide1.xml" Id="Rde4b9735bb6c4c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6638f418e94c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25b1a48f444d12" /><Relationship Type="http://schemas.openxmlformats.org/officeDocument/2006/relationships/notesMaster" Target="/ppt/notesMasters/notesMaster1.xml" Id="Raf0d588fb27648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c9cd5d82cd46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a0cbd8898f4e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c1385f3a2840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4e550daa6549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4a23f0a4194a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792bfd4f4d49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A65E943-A702-47CB-9CDC-53CD972CFF7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621DBB7-324C-417F-AF3E-A608ADAB39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5A9125D-64C3-43CD-AC70-9BB050E78D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E57266F-9AAC-4225-9110-145467B3068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81FB26C-5763-417A-9B9A-79501F0ABB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D30B1F9-1FD1-4364-802D-631418EF423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9E5B48D-F7D6-4C7E-9FC6-AA6E61A430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48B04A4-3E46-4F96-B380-176780BCE6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DA44320-8A80-4D77-9570-084B596C32B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4AE4F0F-5CC7-45D8-A0A2-FBE967DBC6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E6FDD92-2B97-4453-A3B9-821F481B9E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3827658-F08C-476F-BB21-4B8DEA6923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2FFA672-F1EB-40C0-A403-DA375C3BD34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D57E2A1-5D9D-4433-B9F2-275626475D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4C452D6-7ECD-4D36-B1C1-6762192E04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cc1715f98d468a" /><Relationship Type="http://schemas.openxmlformats.org/officeDocument/2006/relationships/slideLayout" Target="/ppt/slideLayouts/slideLayout1.xml" Id="R1b2a55c69b934e8d" /><Relationship Type="http://schemas.openxmlformats.org/officeDocument/2006/relationships/slideLayout" Target="/ppt/slideLayouts/slideLayout2.xml" Id="Rfdd8b90083384eff" /><Relationship Type="http://schemas.openxmlformats.org/officeDocument/2006/relationships/slideLayout" Target="/ppt/slideLayouts/slideLayout3.xml" Id="R5181734d109f4fc6" /><Relationship Type="http://schemas.openxmlformats.org/officeDocument/2006/relationships/slideLayout" Target="/ppt/slideLayouts/slideLayout4.xml" Id="Rccf113ea707143e8" /><Relationship Type="http://schemas.openxmlformats.org/officeDocument/2006/relationships/slideLayout" Target="/ppt/slideLayouts/slideLayout5.xml" Id="R1aa374c7ec984c1c" /><Relationship Type="http://schemas.openxmlformats.org/officeDocument/2006/relationships/slideLayout" Target="/ppt/slideLayouts/slideLayout6.xml" Id="R387e85a3119148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2a55c69b934e8d"/>
    <p:sldLayoutId xmlns:r="http://schemas.openxmlformats.org/officeDocument/2006/relationships" id="2147483650" r:id="Rfdd8b90083384eff"/>
    <p:sldLayoutId xmlns:r="http://schemas.openxmlformats.org/officeDocument/2006/relationships" id="2147483651" r:id="R5181734d109f4fc6"/>
    <p:sldLayoutId xmlns:r="http://schemas.openxmlformats.org/officeDocument/2006/relationships" id="2147483652" r:id="Rccf113ea707143e8"/>
    <p:sldLayoutId xmlns:r="http://schemas.openxmlformats.org/officeDocument/2006/relationships" id="2147483653" r:id="R1aa374c7ec984c1c"/>
    <p:sldLayoutId xmlns:r="http://schemas.openxmlformats.org/officeDocument/2006/relationships" id="2147483654" r:id="R387e85a3119148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d6139f37b54244" /><Relationship Type="http://schemas.openxmlformats.org/officeDocument/2006/relationships/notesSlide" Target="/ppt/notesSlides/notesSlide1.xml" Id="R332de3a3da574565"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B97381-0121-4C5C-97FC-3C26DCCFAEE4}"/>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Quiz–Quiz–Trade</a:t>
            </a:r>
          </a:p>
        </p:txBody>
      </p:sp>
      <p:sp>
        <p:nvSpPr>
          <p:cNvPr id="2" name="">
            <a:extLst xmlns:a="http://schemas.openxmlformats.org/drawingml/2006/main">
              <a:ext uri="{FF2B5EF4-FFF2-40B4-BE49-F238E27FC236}">
                <a16:creationId xmlns:a16="http://schemas.microsoft.com/office/drawing/2014/main" id="{126BF898-B928-47E5-856C-97C33292499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E275207-52EF-4157-950D-210E34E13C4A}"/>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8FA855-8D55-4150-82A8-DA14987B3619}"/>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B4D8D838-5F57-4F17-BDDC-2DB50DBBCDC1}"/>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A36772F6-417B-41DB-90E6-CBEA2D589B3C}"/>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7B921A4A-2A6C-4FA8-8CBF-28671E9E0584}"/>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493376-C260-41D8-A7BB-6C07979E925C}"/>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77D8729F-906B-4E96-B4F3-15133AC64258}"/>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side</a:t>
            </a:r>
          </a:p>
        </p:txBody>
      </p:sp>
      <p:sp>
        <p:nvSpPr>
          <p:cNvPr id="10" name="">
            <a:extLst xmlns:a="http://schemas.openxmlformats.org/drawingml/2006/main">
              <a:ext uri="{FF2B5EF4-FFF2-40B4-BE49-F238E27FC236}">
                <a16:creationId xmlns:a16="http://schemas.microsoft.com/office/drawing/2014/main" id="{95489A7B-2571-4A2C-8EFA-11953EFD9304}"/>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65C11BD2-1B6B-4CAA-8648-0445A832EA50}"/>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03AE85A2-6F76-429D-8DD7-613BC9638531}"/>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5BAB46-CC59-41A9-A552-4538785D764B}"/>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16BDC844-1F54-44D7-BEC5-C762D45CA29B}"/>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Answer side</a:t>
            </a:r>
          </a:p>
        </p:txBody>
      </p:sp>
      <p:sp>
        <p:nvSpPr>
          <p:cNvPr id="15" name="">
            <a:extLst xmlns:a="http://schemas.openxmlformats.org/drawingml/2006/main">
              <a:ext uri="{FF2B5EF4-FFF2-40B4-BE49-F238E27FC236}">
                <a16:creationId xmlns:a16="http://schemas.microsoft.com/office/drawing/2014/main" id="{F5CA3BDD-DAB7-47DD-B609-30EC780386F9}"/>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checked answer]</a:t>
            </a:r>
          </a:p>
        </p:txBody>
      </p:sp>
      <p:sp>
        <p:nvSpPr>
          <p:cNvPr id="16" name="">
            <a:extLst xmlns:a="http://schemas.openxmlformats.org/drawingml/2006/main">
              <a:ext uri="{FF2B5EF4-FFF2-40B4-BE49-F238E27FC236}">
                <a16:creationId xmlns:a16="http://schemas.microsoft.com/office/drawing/2014/main" id="{85CF79F5-8B43-453A-BC8B-EE41DA533B11}"/>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94F0940-6B56-4628-9D46-08404934D9D7}"/>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BD394B6B-0631-4714-93BF-6907CF6DF3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015459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2026-10-07T20:43:17.8740000Z</dcterms:created>
  <dcterms:modified xsi:type="dcterms:W3CDTF">2026-10-07T20:43:17.8740000Z</dcterms:modified>
</coreProperties>
</file>