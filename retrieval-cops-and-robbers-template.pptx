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cfa215e81c4854" /><Relationship Type="http://schemas.openxmlformats.org/officeDocument/2006/relationships/extended-properties" Target="/docProps/app.xml" Id="R735c62c9b70c4a3c" /><Relationship Type="http://schemas.openxmlformats.org/officeDocument/2006/relationships/officeDocument" Target="/ppt/presentation.xml" Id="Rbe06fdc65dba4349" /></Relationships>
</file>

<file path=ppt/presentation.xml><?xml version="1.0" encoding="utf-8"?>
<p:presentation xmlns:p="http://schemas.openxmlformats.org/presentationml/2006/main">
  <p:sldMasterIdLst>
    <p:sldMasterId xmlns:r="http://schemas.openxmlformats.org/officeDocument/2006/relationships" id="2147483648" r:id="R7add7701e8d94d3c"/>
  </p:sldMasterIdLst>
  <p:notesMasterIdLst>
    <p:notesMasterId xmlns:r="http://schemas.openxmlformats.org/officeDocument/2006/relationships" r:id="Rcb334c57399447ea"/>
  </p:notesMasterIdLst>
  <p:sldIdLst>
    <p:sldId xmlns:r="http://schemas.openxmlformats.org/officeDocument/2006/relationships" id="256" r:id="R1e54f7bc6b684a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cf2cf2429f4e9b" /><Relationship Type="http://schemas.openxmlformats.org/officeDocument/2006/relationships/slideMaster" Target="/ppt/slideMasters/slideMaster1.xml" Id="R7add7701e8d94d3c" /><Relationship Type="http://schemas.openxmlformats.org/officeDocument/2006/relationships/notesMaster" Target="/ppt/notesMasters/notesMaster1.xml" Id="Rcb334c57399447ea" /><Relationship Type="http://schemas.openxmlformats.org/officeDocument/2006/relationships/presProps" Target="/ppt/presProps.xml" Id="R32a099c19ac14251" /><Relationship Type="http://schemas.openxmlformats.org/officeDocument/2006/relationships/tableStyles" Target="/ppt/tableStyles.xml" Id="R34dd61dfba9141ba" /><Relationship Type="http://schemas.openxmlformats.org/officeDocument/2006/relationships/slide" Target="/ppt/slides/slide1.xml" Id="R1e54f7bc6b684a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dd89527d94d4e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563d0f6afd34e10" /><Relationship Type="http://schemas.openxmlformats.org/officeDocument/2006/relationships/notesMaster" Target="/ppt/notesMasters/notesMaster1.xml" Id="R4b8c003ce3d245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df680bef3e4f5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28d197fdbc74b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fc849c8bd04f2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0568659b6f04f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c0cb37fa530468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6ae46fe29f140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B491F24-A2EC-462D-81FB-CA919F397692}"/>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E62712F-CC04-4642-850F-E66B139CFDB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4AD6DDB-D1AF-4467-B2A8-F5F92922BBC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DE5C5AD0-8B7E-402B-BDA2-2F42D8973817}"/>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C51B4C5-C535-41D6-8E1F-36F11EF9594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3E8E1B9-3C0D-4DAA-9B05-FCDCA30373B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1E9B894-CF39-4074-9127-F5053B0C87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4ACF7AF-ECCF-45C5-A767-81C4E0969A1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4553481-8F44-4203-A61C-3C42F40CA5CD}"/>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2B8CD16-3A9B-424F-AE01-81725D3908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DE6855F-60E7-4C90-9326-2553817219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1368D29-FCF1-4BAE-BC10-3E74FA8FB2B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29A7CA0-1A25-42CE-A11F-5ACEA1DAB23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C3ECC34-45C0-490D-BE0C-F963C7EFE1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97C33C7-9CFC-45D4-9F8E-D3A22D2F655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fdd0a4b7c54cb7" /><Relationship Type="http://schemas.openxmlformats.org/officeDocument/2006/relationships/slideLayout" Target="/ppt/slideLayouts/slideLayout1.xml" Id="R560071295dfb41e4" /><Relationship Type="http://schemas.openxmlformats.org/officeDocument/2006/relationships/slideLayout" Target="/ppt/slideLayouts/slideLayout2.xml" Id="R1fd32a92b90a47a6" /><Relationship Type="http://schemas.openxmlformats.org/officeDocument/2006/relationships/slideLayout" Target="/ppt/slideLayouts/slideLayout3.xml" Id="R2154a036785945e5" /><Relationship Type="http://schemas.openxmlformats.org/officeDocument/2006/relationships/slideLayout" Target="/ppt/slideLayouts/slideLayout4.xml" Id="R1a25ef83154d4dec" /><Relationship Type="http://schemas.openxmlformats.org/officeDocument/2006/relationships/slideLayout" Target="/ppt/slideLayouts/slideLayout5.xml" Id="Rabeecfef74074861" /><Relationship Type="http://schemas.openxmlformats.org/officeDocument/2006/relationships/slideLayout" Target="/ppt/slideLayouts/slideLayout6.xml" Id="R6e605c446c7443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0071295dfb41e4"/>
    <p:sldLayoutId xmlns:r="http://schemas.openxmlformats.org/officeDocument/2006/relationships" id="2147483650" r:id="R1fd32a92b90a47a6"/>
    <p:sldLayoutId xmlns:r="http://schemas.openxmlformats.org/officeDocument/2006/relationships" id="2147483651" r:id="R2154a036785945e5"/>
    <p:sldLayoutId xmlns:r="http://schemas.openxmlformats.org/officeDocument/2006/relationships" id="2147483652" r:id="R1a25ef83154d4dec"/>
    <p:sldLayoutId xmlns:r="http://schemas.openxmlformats.org/officeDocument/2006/relationships" id="2147483653" r:id="Rabeecfef74074861"/>
    <p:sldLayoutId xmlns:r="http://schemas.openxmlformats.org/officeDocument/2006/relationships" id="2147483654" r:id="R6e605c446c7443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d6742f8ab5499b" /><Relationship Type="http://schemas.openxmlformats.org/officeDocument/2006/relationships/notesSlide" Target="/ppt/notesSlides/notesSlide1.xml" Id="Rc78f4d5cda204ab9"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5C0D0A2-F5EB-473C-8969-F735B005463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Cops and robbers</a:t>
            </a:r>
          </a:p>
        </p:txBody>
      </p:sp>
      <p:sp>
        <p:nvSpPr>
          <p:cNvPr id="2" name="">
            <a:extLst xmlns:a="http://schemas.openxmlformats.org/drawingml/2006/main">
              <a:ext uri="{FF2B5EF4-FFF2-40B4-BE49-F238E27FC236}">
                <a16:creationId xmlns:a16="http://schemas.microsoft.com/office/drawing/2014/main" id="{61BF7BFF-C671-4976-9D29-BF3FD1B6CA0C}"/>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BA7D4710-69DD-4A38-8E1D-2D1E37CFE97E}"/>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0E24ED-41D8-4E2D-8BC7-CF91F74EA83C}"/>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E1953C12-E8A1-4FC4-8D92-EBA40725EB89}"/>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6C3555D2-2CD5-4E8D-B356-7E8777211F45}"/>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A13F5C9C-4A2E-4D68-8404-DCB6D2E57500}"/>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1822CB-54DD-4751-A612-B9EAC55139B8}"/>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30F496E0-9636-4DEF-919C-F64EA05F7C79}"/>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My recall</a:t>
            </a:r>
          </a:p>
        </p:txBody>
      </p:sp>
      <p:sp>
        <p:nvSpPr>
          <p:cNvPr id="10" name="">
            <a:extLst xmlns:a="http://schemas.openxmlformats.org/drawingml/2006/main">
              <a:ext uri="{FF2B5EF4-FFF2-40B4-BE49-F238E27FC236}">
                <a16:creationId xmlns:a16="http://schemas.microsoft.com/office/drawing/2014/main" id="{163880DA-187E-463C-AFBD-5FA61FCCEA21}"/>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independent recall focus]</a:t>
            </a:r>
          </a:p>
        </p:txBody>
      </p:sp>
      <p:sp>
        <p:nvSpPr>
          <p:cNvPr id="11" name="">
            <a:extLst xmlns:a="http://schemas.openxmlformats.org/drawingml/2006/main">
              <a:ext uri="{FF2B5EF4-FFF2-40B4-BE49-F238E27FC236}">
                <a16:creationId xmlns:a16="http://schemas.microsoft.com/office/drawing/2014/main" id="{E6754861-95B6-43EB-AF41-7C54846FE5B0}"/>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0EE72A22-885E-407D-A0C1-C24125E0CDC0}"/>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C2FBA46-4F9C-412E-B2E9-0EA418B37397}"/>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5E2E08B2-58F3-476A-8E59-B7E8336D0C51}"/>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From peers</a:t>
            </a:r>
          </a:p>
        </p:txBody>
      </p:sp>
      <p:sp>
        <p:nvSpPr>
          <p:cNvPr id="15" name="">
            <a:extLst xmlns:a="http://schemas.openxmlformats.org/drawingml/2006/main">
              <a:ext uri="{FF2B5EF4-FFF2-40B4-BE49-F238E27FC236}">
                <a16:creationId xmlns:a16="http://schemas.microsoft.com/office/drawing/2014/main" id="{327CAD4F-09EC-42A1-8374-DB627F658A40}"/>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sharing instructions]</a:t>
            </a:r>
          </a:p>
        </p:txBody>
      </p:sp>
      <p:sp>
        <p:nvSpPr>
          <p:cNvPr id="16" name="">
            <a:extLst xmlns:a="http://schemas.openxmlformats.org/drawingml/2006/main">
              <a:ext uri="{FF2B5EF4-FFF2-40B4-BE49-F238E27FC236}">
                <a16:creationId xmlns:a16="http://schemas.microsoft.com/office/drawing/2014/main" id="{C74B594B-0591-4D42-8686-AFD760054DAE}"/>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FB8EEDE-8781-4508-A5FE-D90C419D17B6}"/>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6DCE87FF-750C-417A-BE63-95B3A855976F}"/>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4521158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2026-10-07T20:43:13.3880000Z</dcterms:created>
  <dcterms:modified xsi:type="dcterms:W3CDTF">2026-10-07T20:43:13.3880000Z</dcterms:modified>
</coreProperties>
</file>