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8cab8b41a544b5" /><Relationship Type="http://schemas.openxmlformats.org/officeDocument/2006/relationships/extended-properties" Target="/docProps/app.xml" Id="R7d5b8c4f17564d18" /><Relationship Type="http://schemas.openxmlformats.org/officeDocument/2006/relationships/officeDocument" Target="/ppt/presentation.xml" Id="R4a7ecdd3d53641af" /></Relationships>
</file>

<file path=ppt/presentation.xml><?xml version="1.0" encoding="utf-8"?>
<p:presentation xmlns:p="http://schemas.openxmlformats.org/presentationml/2006/main">
  <p:sldMasterIdLst>
    <p:sldMasterId xmlns:r="http://schemas.openxmlformats.org/officeDocument/2006/relationships" id="2147483648" r:id="R14f5754873344ce1"/>
  </p:sldMasterIdLst>
  <p:notesMasterIdLst>
    <p:notesMasterId xmlns:r="http://schemas.openxmlformats.org/officeDocument/2006/relationships" r:id="Rb9bd92315af541f5"/>
  </p:notesMasterIdLst>
  <p:sldIdLst>
    <p:sldId xmlns:r="http://schemas.openxmlformats.org/officeDocument/2006/relationships" id="256" r:id="Rb3f884816fe94f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04d8bab884bbc" /><Relationship Type="http://schemas.openxmlformats.org/officeDocument/2006/relationships/slideMaster" Target="/ppt/slideMasters/slideMaster1.xml" Id="R14f5754873344ce1" /><Relationship Type="http://schemas.openxmlformats.org/officeDocument/2006/relationships/notesMaster" Target="/ppt/notesMasters/notesMaster1.xml" Id="Rb9bd92315af541f5" /><Relationship Type="http://schemas.openxmlformats.org/officeDocument/2006/relationships/presProps" Target="/ppt/presProps.xml" Id="Rc9ce4e80f0454c73" /><Relationship Type="http://schemas.openxmlformats.org/officeDocument/2006/relationships/tableStyles" Target="/ppt/tableStyles.xml" Id="R3de90fe5100548dc" /><Relationship Type="http://schemas.openxmlformats.org/officeDocument/2006/relationships/slide" Target="/ppt/slides/slide1.xml" Id="Rb3f884816fe94f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d166f209c245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110cc66f274d0b" /><Relationship Type="http://schemas.openxmlformats.org/officeDocument/2006/relationships/notesMaster" Target="/ppt/notesMasters/notesMaster1.xml" Id="R5356c2b9ffba4b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published classroom resource</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Jones describes this activity in her retrieval practice resources. This is a TNT classroom adaptation with seated sharing and teacher verification.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https://tnt-teaching-tools.github.io/retrieval-toolkit/retrieval-cops-and-robbers.html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013018fc4240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1f3b01c7ea41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9c9c86205948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7cad32217848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6f3a9a61e040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ccf263de474b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869280c9504436" /><Relationship Type="http://schemas.openxmlformats.org/officeDocument/2006/relationships/slideLayout" Target="/ppt/slideLayouts/slideLayout1.xml" Id="R9639095a085943d0" /><Relationship Type="http://schemas.openxmlformats.org/officeDocument/2006/relationships/slideLayout" Target="/ppt/slideLayouts/slideLayout2.xml" Id="R69a29a1cea274e8c" /><Relationship Type="http://schemas.openxmlformats.org/officeDocument/2006/relationships/slideLayout" Target="/ppt/slideLayouts/slideLayout3.xml" Id="R642a8aae1a024a2d" /><Relationship Type="http://schemas.openxmlformats.org/officeDocument/2006/relationships/slideLayout" Target="/ppt/slideLayouts/slideLayout4.xml" Id="Ra0036723f58e405b" /><Relationship Type="http://schemas.openxmlformats.org/officeDocument/2006/relationships/slideLayout" Target="/ppt/slideLayouts/slideLayout5.xml" Id="R5b6107a127004780" /><Relationship Type="http://schemas.openxmlformats.org/officeDocument/2006/relationships/slideLayout" Target="/ppt/slideLayouts/slideLayout6.xml" Id="Rd5facc3893934e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39095a085943d0"/>
    <p:sldLayoutId xmlns:r="http://schemas.openxmlformats.org/officeDocument/2006/relationships" id="2147483650" r:id="R69a29a1cea274e8c"/>
    <p:sldLayoutId xmlns:r="http://schemas.openxmlformats.org/officeDocument/2006/relationships" id="2147483651" r:id="R642a8aae1a024a2d"/>
    <p:sldLayoutId xmlns:r="http://schemas.openxmlformats.org/officeDocument/2006/relationships" id="2147483652" r:id="Ra0036723f58e405b"/>
    <p:sldLayoutId xmlns:r="http://schemas.openxmlformats.org/officeDocument/2006/relationships" id="2147483653" r:id="R5b6107a127004780"/>
    <p:sldLayoutId xmlns:r="http://schemas.openxmlformats.org/officeDocument/2006/relationships" id="2147483654" r:id="Rd5facc3893934e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3abc9674b0462b" /><Relationship Type="http://schemas.openxmlformats.org/officeDocument/2006/relationships/hyperlink" Target="https://tile.psy.gla.ac.uk/2019/12/03/tile-share-best-practice-retrieval-practice-research-and-resources-for-every-classroom-by-kate-jones/" TargetMode="External" Id="R09ee9f49b25d48c1" /><Relationship Type="http://schemas.openxmlformats.org/officeDocument/2006/relationships/notesSlide" Target="/ppt/notesSlides/notesSlide1.xml" Id="R13a2606087b54f73"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C4B4CC-C5BD-4015-A39B-F1E458E30DE3}"/>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Cops and robbers</a:t>
            </a:r>
          </a:p>
        </p:txBody>
      </p:sp>
      <p:sp>
        <p:nvSpPr>
          <p:cNvPr id="2" name="">
            <a:extLst xmlns:a="http://schemas.openxmlformats.org/drawingml/2006/main">
              <a:ext uri="{FF2B5EF4-FFF2-40B4-BE49-F238E27FC236}">
                <a16:creationId xmlns:a16="http://schemas.microsoft.com/office/drawing/2014/main" id="{A7E9E724-A5CB-4883-AF30-389C8C467E7C}"/>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7EA8003-51EF-4FC4-8522-CEB9A903D7B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727240-A969-49F7-B935-9DA53D049C9F}"/>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419670C9-AED1-4198-9335-545859F5BD01}"/>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12B61E7-0C83-40B4-9D54-991616B6815E}"/>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8B02E81-B434-4542-ADAA-E2BC82AB18F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1DA34A-3EF0-491F-B089-77573184400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810D4ED0-6C0F-446C-9333-314436B93A3D}"/>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My recall</a:t>
            </a:r>
          </a:p>
        </p:txBody>
      </p:sp>
      <p:sp>
        <p:nvSpPr>
          <p:cNvPr id="10" name="">
            <a:extLst xmlns:a="http://schemas.openxmlformats.org/drawingml/2006/main">
              <a:ext uri="{FF2B5EF4-FFF2-40B4-BE49-F238E27FC236}">
                <a16:creationId xmlns:a16="http://schemas.microsoft.com/office/drawing/2014/main" id="{AA4C2EC3-EA44-4D11-8AED-8A0049BC0A1D}"/>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independent recall focus]</a:t>
            </a:r>
          </a:p>
        </p:txBody>
      </p:sp>
      <p:sp>
        <p:nvSpPr>
          <p:cNvPr id="11" name="">
            <a:extLst xmlns:a="http://schemas.openxmlformats.org/drawingml/2006/main">
              <a:ext uri="{FF2B5EF4-FFF2-40B4-BE49-F238E27FC236}">
                <a16:creationId xmlns:a16="http://schemas.microsoft.com/office/drawing/2014/main" id="{B187E39C-BD6F-4C9A-862A-E65F34433EE6}"/>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350EF7B1-4286-4552-9018-DA62C364368B}"/>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95964E-4C0F-4A89-BC4A-4D18EE001C3C}"/>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D79CAE27-31C3-4781-BDEA-A4B03D3C5651}"/>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From peers</a:t>
            </a:r>
          </a:p>
        </p:txBody>
      </p:sp>
      <p:sp>
        <p:nvSpPr>
          <p:cNvPr id="15" name="">
            <a:extLst xmlns:a="http://schemas.openxmlformats.org/drawingml/2006/main">
              <a:ext uri="{FF2B5EF4-FFF2-40B4-BE49-F238E27FC236}">
                <a16:creationId xmlns:a16="http://schemas.microsoft.com/office/drawing/2014/main" id="{A78E290A-A94C-4325-B609-3A60BA187B34}"/>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sharing instructions]</a:t>
            </a:r>
          </a:p>
        </p:txBody>
      </p:sp>
      <p:sp>
        <p:nvSpPr>
          <p:cNvPr id="16" name="">
            <a:extLst xmlns:a="http://schemas.openxmlformats.org/drawingml/2006/main">
              <a:ext uri="{FF2B5EF4-FFF2-40B4-BE49-F238E27FC236}">
                <a16:creationId xmlns:a16="http://schemas.microsoft.com/office/drawing/2014/main" id="{DC94CB9B-8838-46BA-9D58-4FDB8BC1389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B36D83-45E9-4DF0-8F35-E840EB1DA50B}"/>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C8FAFD3B-A9EE-42B1-8B6D-CE5A0B823C4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5690F3C3-3D74-4EFB-92AD-4544937F1241}"/>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9ee9f49b25d48c1"/>
              </a:rPr>
              <a:t>Kate Jones — published classroom resource — original guidance</a:t>
            </a:r>
          </a:p>
        </p:txBody>
      </p:sp>
    </p:spTree>
    <p:extLst>
      <p:ext uri="{BB962C8B-B14F-4D97-AF65-F5344CB8AC3E}">
        <p14:creationId xmlns:p14="http://schemas.microsoft.com/office/powerpoint/2010/main" val="691838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2026-10-08T06:08:28.1020000Z</dcterms:created>
  <dcterms:modified xsi:type="dcterms:W3CDTF">2026-10-08T06:08:28.1020000Z</dcterms:modified>
</coreProperties>
</file>