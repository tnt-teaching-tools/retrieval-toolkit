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cb778ac988a4b84" /><Relationship Type="http://schemas.openxmlformats.org/officeDocument/2006/relationships/extended-properties" Target="/docProps/app.xml" Id="Reb8728dbe9bf4487" /><Relationship Type="http://schemas.openxmlformats.org/officeDocument/2006/relationships/officeDocument" Target="/ppt/presentation.xml" Id="R95a36e311b874c68" /></Relationships>
</file>

<file path=ppt/presentation.xml><?xml version="1.0" encoding="utf-8"?>
<p:presentation xmlns:p="http://schemas.openxmlformats.org/presentationml/2006/main">
  <p:sldMasterIdLst>
    <p:sldMasterId xmlns:r="http://schemas.openxmlformats.org/officeDocument/2006/relationships" id="2147483648" r:id="Rfcccc3965b2248ad"/>
  </p:sldMasterIdLst>
  <p:notesMasterIdLst>
    <p:notesMasterId xmlns:r="http://schemas.openxmlformats.org/officeDocument/2006/relationships" r:id="R7cfbf09cf5684918"/>
  </p:notesMasterIdLst>
  <p:sldIdLst>
    <p:sldId xmlns:r="http://schemas.openxmlformats.org/officeDocument/2006/relationships" id="256" r:id="R0eb522b93fd941c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16c81467ec74f8b" /><Relationship Type="http://schemas.openxmlformats.org/officeDocument/2006/relationships/slideMaster" Target="/ppt/slideMasters/slideMaster1.xml" Id="Rfcccc3965b2248ad" /><Relationship Type="http://schemas.openxmlformats.org/officeDocument/2006/relationships/notesMaster" Target="/ppt/notesMasters/notesMaster1.xml" Id="R7cfbf09cf5684918" /><Relationship Type="http://schemas.openxmlformats.org/officeDocument/2006/relationships/presProps" Target="/ppt/presProps.xml" Id="R9088d7600e2d4db3" /><Relationship Type="http://schemas.openxmlformats.org/officeDocument/2006/relationships/tableStyles" Target="/ppt/tableStyles.xml" Id="R9803facdff7d4fb7" /><Relationship Type="http://schemas.openxmlformats.org/officeDocument/2006/relationships/slide" Target="/ppt/slides/slide1.xml" Id="R0eb522b93fd941c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0d6e6bae81449a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e5c3844fff849e5" /><Relationship Type="http://schemas.openxmlformats.org/officeDocument/2006/relationships/notesMaster" Target="/ppt/notesMasters/notesMaster1.xml" Id="R0290f2b086be4ce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prompts and checked answers. All labels and response areas are editable. Give everyone an independent attempt before revealing answers. Duplicate the slide for answers or another prompt. For cards, print the prompt and answer on opposite sides or fold them to keep answers hidden.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944e1417186467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83ff70625a641a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a78459b543c468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666d572b3784af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d748f98816e4fd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148f46836524ec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FEA5FC85-F262-46EF-B39A-26C7F070F028}"/>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952021B6-88A2-460A-AC6B-156FBEEEBE7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005A1D9F-AD6A-4294-92E3-2F6DF253106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E2B040A9-34B3-4128-AE38-A322B248E0F1}"/>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3EDD96EB-FDC8-4085-BB27-4A4DBC61354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BD5FC6E4-4D32-4B0E-9434-518522878038}"/>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8898268-2D42-4F51-BF9F-DBFE9FD869B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54A57584-AA3D-4359-A6E5-83C1F6919A5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5B989FEB-8D4B-4181-B25F-65AE84052FF3}"/>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9A6ADC2-D40A-4EB3-AA96-7C1853F309B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A9C6FAE4-3AEC-40EB-A84B-B303C3C9061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A05A39A8-D38B-4D57-B0C0-290FE55E4C1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81F512E9-025C-444E-8D81-C4A34E324DE8}"/>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622F2B5E-5882-4D3D-AF54-7A857D575E2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2BE40E1A-7AC9-4E47-8A5F-CA0269ED142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999f8583c3c4f94" /><Relationship Type="http://schemas.openxmlformats.org/officeDocument/2006/relationships/slideLayout" Target="/ppt/slideLayouts/slideLayout1.xml" Id="R0f9da46346c04406" /><Relationship Type="http://schemas.openxmlformats.org/officeDocument/2006/relationships/slideLayout" Target="/ppt/slideLayouts/slideLayout2.xml" Id="R98c464f3b8ef49ff" /><Relationship Type="http://schemas.openxmlformats.org/officeDocument/2006/relationships/slideLayout" Target="/ppt/slideLayouts/slideLayout3.xml" Id="R53637a7d63db441e" /><Relationship Type="http://schemas.openxmlformats.org/officeDocument/2006/relationships/slideLayout" Target="/ppt/slideLayouts/slideLayout4.xml" Id="Rcdaad14665804cbb" /><Relationship Type="http://schemas.openxmlformats.org/officeDocument/2006/relationships/slideLayout" Target="/ppt/slideLayouts/slideLayout5.xml" Id="R775da41654354bd2" /><Relationship Type="http://schemas.openxmlformats.org/officeDocument/2006/relationships/slideLayout" Target="/ppt/slideLayouts/slideLayout6.xml" Id="Rcf3b36af51df48d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f9da46346c04406"/>
    <p:sldLayoutId xmlns:r="http://schemas.openxmlformats.org/officeDocument/2006/relationships" id="2147483650" r:id="R98c464f3b8ef49ff"/>
    <p:sldLayoutId xmlns:r="http://schemas.openxmlformats.org/officeDocument/2006/relationships" id="2147483651" r:id="R53637a7d63db441e"/>
    <p:sldLayoutId xmlns:r="http://schemas.openxmlformats.org/officeDocument/2006/relationships" id="2147483652" r:id="Rcdaad14665804cbb"/>
    <p:sldLayoutId xmlns:r="http://schemas.openxmlformats.org/officeDocument/2006/relationships" id="2147483653" r:id="R775da41654354bd2"/>
    <p:sldLayoutId xmlns:r="http://schemas.openxmlformats.org/officeDocument/2006/relationships" id="2147483654" r:id="Rcf3b36af51df48d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6c959415485436c" /><Relationship Type="http://schemas.openxmlformats.org/officeDocument/2006/relationships/notesSlide" Target="/ppt/notesSlides/notesSlide1.xml" Id="Re3df8c8418074d1d" /></Relationships>
</file>

<file path=ppt/slides/slide1.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67909537-E670-4291-B71C-365C8425FAF2}"/>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450" b="1">
                <a:solidFill>
                  <a:srgbClr val="263C3A"/>
                </a:solidFill>
                <a:latin typeface="DejaVu Sans"/>
                <a:ea typeface="DejaVu Sans"/>
                <a:cs typeface="DejaVu Sans"/>
              </a:defRPr>
            </a:pPr>
            <a:r>
              <a:rPr sz="3450" b="1">
                <a:solidFill>
                  <a:srgbClr val="263C3A"/>
                </a:solidFill>
                <a:latin typeface="DejaVu Sans"/>
                <a:ea typeface="DejaVu Sans"/>
                <a:cs typeface="DejaVu Sans"/>
              </a:rPr>
              <a:t>Retrieval placemat</a:t>
            </a:r>
          </a:p>
        </p:txBody>
      </p:sp>
      <p:sp>
        <p:nvSpPr>
          <p:cNvPr id="2" name="">
            <a:extLst xmlns:a="http://schemas.openxmlformats.org/drawingml/2006/main">
              <a:ext uri="{FF2B5EF4-FFF2-40B4-BE49-F238E27FC236}">
                <a16:creationId xmlns:a16="http://schemas.microsoft.com/office/drawing/2014/main" id="{2A931361-1ED0-4A34-9DCF-ED725B789C2C}"/>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8736338E-9358-4777-B1F5-645B7BA59786}"/>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AF0BC9A-BF1E-445B-AD86-C44858BD049D}"/>
              </a:ext>
            </a:extLst>
          </p:cNvPr>
          <p:cNvSpPr>
            <a:spLocks xmlns:a="http://schemas.openxmlformats.org/drawingml/2006/main" noGrp="1"/>
          </p:cNvSpPr>
          <p:nvPr/>
        </p:nvSpPr>
        <p:spPr>
          <a:xfrm xmlns:a="http://schemas.openxmlformats.org/drawingml/2006/main">
            <a:off x="609600" y="1828800"/>
            <a:ext cx="447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01  Recall from memory</a:t>
            </a:r>
          </a:p>
        </p:txBody>
      </p:sp>
      <p:sp>
        <p:nvSpPr>
          <p:cNvPr id="5" name="">
            <a:extLst xmlns:a="http://schemas.openxmlformats.org/drawingml/2006/main">
              <a:ext uri="{FF2B5EF4-FFF2-40B4-BE49-F238E27FC236}">
                <a16:creationId xmlns:a16="http://schemas.microsoft.com/office/drawing/2014/main" id="{5D7C6191-7167-4882-AB9D-B0BE29A610F0}"/>
              </a:ext>
            </a:extLst>
          </p:cNvPr>
          <p:cNvSpPr>
            <a:spLocks xmlns:a="http://schemas.openxmlformats.org/drawingml/2006/main" noGrp="1"/>
          </p:cNvSpPr>
          <p:nvPr/>
        </p:nvSpPr>
        <p:spPr>
          <a:xfrm xmlns:a="http://schemas.openxmlformats.org/drawingml/2006/main">
            <a:off x="6286500" y="1828800"/>
            <a:ext cx="504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02  Check and improve</a:t>
            </a:r>
          </a:p>
        </p:txBody>
      </p:sp>
      <p:sp>
        <p:nvSpPr>
          <p:cNvPr id="6" name="">
            <a:extLst xmlns:a="http://schemas.openxmlformats.org/drawingml/2006/main">
              <a:ext uri="{FF2B5EF4-FFF2-40B4-BE49-F238E27FC236}">
                <a16:creationId xmlns:a16="http://schemas.microsoft.com/office/drawing/2014/main" id="{2C6B341C-BA91-4940-9157-1D667ABA956E}"/>
              </a:ext>
            </a:extLst>
          </p:cNvPr>
          <p:cNvSpPr>
            <a:spLocks xmlns:a="http://schemas.openxmlformats.org/drawingml/2006/main" noGrp="1"/>
          </p:cNvSpPr>
          <p:nvPr/>
        </p:nvSpPr>
        <p:spPr>
          <a:xfrm xmlns:a="http://schemas.openxmlformats.org/drawingml/2006/main">
            <a:off x="609600" y="2247900"/>
            <a:ext cx="5400675" cy="1343025"/>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8A65C7EB-05D1-416C-A5FC-81F39BEAD667}"/>
              </a:ext>
            </a:extLst>
          </p:cNvPr>
          <p:cNvSpPr>
            <a:spLocks xmlns:a="http://schemas.openxmlformats.org/drawingml/2006/main" noGrp="1"/>
          </p:cNvSpPr>
          <p:nvPr/>
        </p:nvSpPr>
        <p:spPr>
          <a:xfrm xmlns:a="http://schemas.openxmlformats.org/drawingml/2006/main">
            <a:off x="800100"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76E1AB8-D365-4461-A881-0A584756C9F7}"/>
              </a:ext>
            </a:extLst>
          </p:cNvPr>
          <p:cNvSpPr>
            <a:spLocks xmlns:a="http://schemas.openxmlformats.org/drawingml/2006/main" noGrp="1"/>
          </p:cNvSpPr>
          <p:nvPr/>
        </p:nvSpPr>
        <p:spPr>
          <a:xfrm xmlns:a="http://schemas.openxmlformats.org/drawingml/2006/main">
            <a:off x="857250"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01</a:t>
            </a:r>
          </a:p>
        </p:txBody>
      </p:sp>
      <p:sp>
        <p:nvSpPr>
          <p:cNvPr id="9" name="">
            <a:extLst xmlns:a="http://schemas.openxmlformats.org/drawingml/2006/main">
              <a:ext uri="{FF2B5EF4-FFF2-40B4-BE49-F238E27FC236}">
                <a16:creationId xmlns:a16="http://schemas.microsoft.com/office/drawing/2014/main" id="{00F0BCFB-08C6-4429-8D75-BA082B9BF4E9}"/>
              </a:ext>
            </a:extLst>
          </p:cNvPr>
          <p:cNvSpPr>
            <a:spLocks xmlns:a="http://schemas.openxmlformats.org/drawingml/2006/main" noGrp="1"/>
          </p:cNvSpPr>
          <p:nvPr/>
        </p:nvSpPr>
        <p:spPr>
          <a:xfrm xmlns:a="http://schemas.openxmlformats.org/drawingml/2006/main">
            <a:off x="1352550" y="2466975"/>
            <a:ext cx="4467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Learner 1</a:t>
            </a:r>
          </a:p>
        </p:txBody>
      </p:sp>
      <p:sp>
        <p:nvSpPr>
          <p:cNvPr id="10" name="">
            <a:extLst xmlns:a="http://schemas.openxmlformats.org/drawingml/2006/main">
              <a:ext uri="{FF2B5EF4-FFF2-40B4-BE49-F238E27FC236}">
                <a16:creationId xmlns:a16="http://schemas.microsoft.com/office/drawing/2014/main" id="{83F26DE1-8E16-48E5-8D86-3E2AD82EC310}"/>
              </a:ext>
            </a:extLst>
          </p:cNvPr>
          <p:cNvSpPr>
            <a:spLocks xmlns:a="http://schemas.openxmlformats.org/drawingml/2006/main" noGrp="1"/>
          </p:cNvSpPr>
          <p:nvPr/>
        </p:nvSpPr>
        <p:spPr>
          <a:xfrm xmlns:a="http://schemas.openxmlformats.org/drawingml/2006/main">
            <a:off x="819150" y="2990850"/>
            <a:ext cx="49815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Independent recall</a:t>
            </a:r>
          </a:p>
        </p:txBody>
      </p:sp>
      <p:sp>
        <p:nvSpPr>
          <p:cNvPr id="11" name="">
            <a:extLst xmlns:a="http://schemas.openxmlformats.org/drawingml/2006/main">
              <a:ext uri="{FF2B5EF4-FFF2-40B4-BE49-F238E27FC236}">
                <a16:creationId xmlns:a16="http://schemas.microsoft.com/office/drawing/2014/main" id="{76D032AB-5D7F-46A9-8453-300A6245917B}"/>
              </a:ext>
            </a:extLst>
          </p:cNvPr>
          <p:cNvSpPr>
            <a:spLocks xmlns:a="http://schemas.openxmlformats.org/drawingml/2006/main" noGrp="1"/>
          </p:cNvSpPr>
          <p:nvPr/>
        </p:nvSpPr>
        <p:spPr>
          <a:xfrm xmlns:a="http://schemas.openxmlformats.org/drawingml/2006/main">
            <a:off x="6181725" y="2247900"/>
            <a:ext cx="5400675" cy="1343025"/>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2" name="">
            <a:extLst xmlns:a="http://schemas.openxmlformats.org/drawingml/2006/main">
              <a:ext uri="{FF2B5EF4-FFF2-40B4-BE49-F238E27FC236}">
                <a16:creationId xmlns:a16="http://schemas.microsoft.com/office/drawing/2014/main" id="{14CDFE5B-8E3F-4673-A562-5FDCD55CFBED}"/>
              </a:ext>
            </a:extLst>
          </p:cNvPr>
          <p:cNvSpPr>
            <a:spLocks xmlns:a="http://schemas.openxmlformats.org/drawingml/2006/main" noGrp="1"/>
          </p:cNvSpPr>
          <p:nvPr/>
        </p:nvSpPr>
        <p:spPr>
          <a:xfrm xmlns:a="http://schemas.openxmlformats.org/drawingml/2006/main">
            <a:off x="6372225"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54BA88E-BF46-4D4F-A502-2BC2E676AB06}"/>
              </a:ext>
            </a:extLst>
          </p:cNvPr>
          <p:cNvSpPr>
            <a:spLocks xmlns:a="http://schemas.openxmlformats.org/drawingml/2006/main" noGrp="1"/>
          </p:cNvSpPr>
          <p:nvPr/>
        </p:nvSpPr>
        <p:spPr>
          <a:xfrm xmlns:a="http://schemas.openxmlformats.org/drawingml/2006/main">
            <a:off x="6429375"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02</a:t>
            </a:r>
          </a:p>
        </p:txBody>
      </p:sp>
      <p:sp>
        <p:nvSpPr>
          <p:cNvPr id="14" name="">
            <a:extLst xmlns:a="http://schemas.openxmlformats.org/drawingml/2006/main">
              <a:ext uri="{FF2B5EF4-FFF2-40B4-BE49-F238E27FC236}">
                <a16:creationId xmlns:a16="http://schemas.microsoft.com/office/drawing/2014/main" id="{539E279A-49CC-4311-B7D9-52FD7A734018}"/>
              </a:ext>
            </a:extLst>
          </p:cNvPr>
          <p:cNvSpPr>
            <a:spLocks xmlns:a="http://schemas.openxmlformats.org/drawingml/2006/main" noGrp="1"/>
          </p:cNvSpPr>
          <p:nvPr/>
        </p:nvSpPr>
        <p:spPr>
          <a:xfrm xmlns:a="http://schemas.openxmlformats.org/drawingml/2006/main">
            <a:off x="6924675" y="2466975"/>
            <a:ext cx="4467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Learner 2</a:t>
            </a:r>
          </a:p>
        </p:txBody>
      </p:sp>
      <p:sp>
        <p:nvSpPr>
          <p:cNvPr id="15" name="">
            <a:extLst xmlns:a="http://schemas.openxmlformats.org/drawingml/2006/main">
              <a:ext uri="{FF2B5EF4-FFF2-40B4-BE49-F238E27FC236}">
                <a16:creationId xmlns:a16="http://schemas.microsoft.com/office/drawing/2014/main" id="{8C9DD569-E507-461E-9ABF-530DD916BC70}"/>
              </a:ext>
            </a:extLst>
          </p:cNvPr>
          <p:cNvSpPr>
            <a:spLocks xmlns:a="http://schemas.openxmlformats.org/drawingml/2006/main" noGrp="1"/>
          </p:cNvSpPr>
          <p:nvPr/>
        </p:nvSpPr>
        <p:spPr>
          <a:xfrm xmlns:a="http://schemas.openxmlformats.org/drawingml/2006/main">
            <a:off x="6391275" y="2990850"/>
            <a:ext cx="49815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Independent recall</a:t>
            </a:r>
          </a:p>
        </p:txBody>
      </p:sp>
      <p:sp>
        <p:nvSpPr>
          <p:cNvPr id="16" name="">
            <a:extLst xmlns:a="http://schemas.openxmlformats.org/drawingml/2006/main">
              <a:ext uri="{FF2B5EF4-FFF2-40B4-BE49-F238E27FC236}">
                <a16:creationId xmlns:a16="http://schemas.microsoft.com/office/drawing/2014/main" id="{DDCBE989-BDE4-4625-B147-E0A072FF4C6A}"/>
              </a:ext>
            </a:extLst>
          </p:cNvPr>
          <p:cNvSpPr>
            <a:spLocks xmlns:a="http://schemas.openxmlformats.org/drawingml/2006/main" noGrp="1"/>
          </p:cNvSpPr>
          <p:nvPr/>
        </p:nvSpPr>
        <p:spPr>
          <a:xfrm xmlns:a="http://schemas.openxmlformats.org/drawingml/2006/main">
            <a:off x="609600" y="3762375"/>
            <a:ext cx="5400675" cy="1343025"/>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7" name="">
            <a:extLst xmlns:a="http://schemas.openxmlformats.org/drawingml/2006/main">
              <a:ext uri="{FF2B5EF4-FFF2-40B4-BE49-F238E27FC236}">
                <a16:creationId xmlns:a16="http://schemas.microsoft.com/office/drawing/2014/main" id="{A1992BD2-E64D-489A-A6B6-F50504A2F1B0}"/>
              </a:ext>
            </a:extLst>
          </p:cNvPr>
          <p:cNvSpPr>
            <a:spLocks xmlns:a="http://schemas.openxmlformats.org/drawingml/2006/main" noGrp="1"/>
          </p:cNvSpPr>
          <p:nvPr/>
        </p:nvSpPr>
        <p:spPr>
          <a:xfrm xmlns:a="http://schemas.openxmlformats.org/drawingml/2006/main">
            <a:off x="800100" y="3933825"/>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9454E637-4742-4638-820C-A2EBA1E78918}"/>
              </a:ext>
            </a:extLst>
          </p:cNvPr>
          <p:cNvSpPr>
            <a:spLocks xmlns:a="http://schemas.openxmlformats.org/drawingml/2006/main" noGrp="1"/>
          </p:cNvSpPr>
          <p:nvPr/>
        </p:nvSpPr>
        <p:spPr>
          <a:xfrm xmlns:a="http://schemas.openxmlformats.org/drawingml/2006/main">
            <a:off x="857250" y="4000500"/>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03</a:t>
            </a:r>
          </a:p>
        </p:txBody>
      </p:sp>
      <p:sp>
        <p:nvSpPr>
          <p:cNvPr id="19" name="">
            <a:extLst xmlns:a="http://schemas.openxmlformats.org/drawingml/2006/main">
              <a:ext uri="{FF2B5EF4-FFF2-40B4-BE49-F238E27FC236}">
                <a16:creationId xmlns:a16="http://schemas.microsoft.com/office/drawing/2014/main" id="{4BB15420-C009-4E7D-8858-0C3A878AB42C}"/>
              </a:ext>
            </a:extLst>
          </p:cNvPr>
          <p:cNvSpPr>
            <a:spLocks xmlns:a="http://schemas.openxmlformats.org/drawingml/2006/main" noGrp="1"/>
          </p:cNvSpPr>
          <p:nvPr/>
        </p:nvSpPr>
        <p:spPr>
          <a:xfrm xmlns:a="http://schemas.openxmlformats.org/drawingml/2006/main">
            <a:off x="1352550" y="3981450"/>
            <a:ext cx="4467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Learner 3</a:t>
            </a:r>
          </a:p>
        </p:txBody>
      </p:sp>
      <p:sp>
        <p:nvSpPr>
          <p:cNvPr id="20" name="">
            <a:extLst xmlns:a="http://schemas.openxmlformats.org/drawingml/2006/main">
              <a:ext uri="{FF2B5EF4-FFF2-40B4-BE49-F238E27FC236}">
                <a16:creationId xmlns:a16="http://schemas.microsoft.com/office/drawing/2014/main" id="{5328C07E-93BA-4763-B61D-EA11F112A765}"/>
              </a:ext>
            </a:extLst>
          </p:cNvPr>
          <p:cNvSpPr>
            <a:spLocks xmlns:a="http://schemas.openxmlformats.org/drawingml/2006/main" noGrp="1"/>
          </p:cNvSpPr>
          <p:nvPr/>
        </p:nvSpPr>
        <p:spPr>
          <a:xfrm xmlns:a="http://schemas.openxmlformats.org/drawingml/2006/main">
            <a:off x="819150" y="4505325"/>
            <a:ext cx="49815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Independent recall</a:t>
            </a:r>
          </a:p>
        </p:txBody>
      </p:sp>
      <p:sp>
        <p:nvSpPr>
          <p:cNvPr id="21" name="">
            <a:extLst xmlns:a="http://schemas.openxmlformats.org/drawingml/2006/main">
              <a:ext uri="{FF2B5EF4-FFF2-40B4-BE49-F238E27FC236}">
                <a16:creationId xmlns:a16="http://schemas.microsoft.com/office/drawing/2014/main" id="{F22BFD62-4A57-4B3A-AFF7-9A73F806BA8D}"/>
              </a:ext>
            </a:extLst>
          </p:cNvPr>
          <p:cNvSpPr>
            <a:spLocks xmlns:a="http://schemas.openxmlformats.org/drawingml/2006/main" noGrp="1"/>
          </p:cNvSpPr>
          <p:nvPr/>
        </p:nvSpPr>
        <p:spPr>
          <a:xfrm xmlns:a="http://schemas.openxmlformats.org/drawingml/2006/main">
            <a:off x="6181725" y="3762375"/>
            <a:ext cx="5400675" cy="1343025"/>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22" name="">
            <a:extLst xmlns:a="http://schemas.openxmlformats.org/drawingml/2006/main">
              <a:ext uri="{FF2B5EF4-FFF2-40B4-BE49-F238E27FC236}">
                <a16:creationId xmlns:a16="http://schemas.microsoft.com/office/drawing/2014/main" id="{E3735FEB-4433-4177-909B-FA27C2C342D4}"/>
              </a:ext>
            </a:extLst>
          </p:cNvPr>
          <p:cNvSpPr>
            <a:spLocks xmlns:a="http://schemas.openxmlformats.org/drawingml/2006/main" noGrp="1"/>
          </p:cNvSpPr>
          <p:nvPr/>
        </p:nvSpPr>
        <p:spPr>
          <a:xfrm xmlns:a="http://schemas.openxmlformats.org/drawingml/2006/main">
            <a:off x="6372225" y="3933825"/>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8DE5A9A9-B99D-46E6-8FFE-7D26D2A333F5}"/>
              </a:ext>
            </a:extLst>
          </p:cNvPr>
          <p:cNvSpPr>
            <a:spLocks xmlns:a="http://schemas.openxmlformats.org/drawingml/2006/main" noGrp="1"/>
          </p:cNvSpPr>
          <p:nvPr/>
        </p:nvSpPr>
        <p:spPr>
          <a:xfrm xmlns:a="http://schemas.openxmlformats.org/drawingml/2006/main">
            <a:off x="6429375" y="4000500"/>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04</a:t>
            </a:r>
          </a:p>
        </p:txBody>
      </p:sp>
      <p:sp>
        <p:nvSpPr>
          <p:cNvPr id="24" name="">
            <a:extLst xmlns:a="http://schemas.openxmlformats.org/drawingml/2006/main">
              <a:ext uri="{FF2B5EF4-FFF2-40B4-BE49-F238E27FC236}">
                <a16:creationId xmlns:a16="http://schemas.microsoft.com/office/drawing/2014/main" id="{2B534FA5-A429-455F-86A1-26FD01FBBCB0}"/>
              </a:ext>
            </a:extLst>
          </p:cNvPr>
          <p:cNvSpPr>
            <a:spLocks xmlns:a="http://schemas.openxmlformats.org/drawingml/2006/main" noGrp="1"/>
          </p:cNvSpPr>
          <p:nvPr/>
        </p:nvSpPr>
        <p:spPr>
          <a:xfrm xmlns:a="http://schemas.openxmlformats.org/drawingml/2006/main">
            <a:off x="6924675" y="3981450"/>
            <a:ext cx="4467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Learner 4</a:t>
            </a:r>
          </a:p>
        </p:txBody>
      </p:sp>
      <p:sp>
        <p:nvSpPr>
          <p:cNvPr id="25" name="">
            <a:extLst xmlns:a="http://schemas.openxmlformats.org/drawingml/2006/main">
              <a:ext uri="{FF2B5EF4-FFF2-40B4-BE49-F238E27FC236}">
                <a16:creationId xmlns:a16="http://schemas.microsoft.com/office/drawing/2014/main" id="{86F0E46E-BC56-4036-B275-492CF84D54E0}"/>
              </a:ext>
            </a:extLst>
          </p:cNvPr>
          <p:cNvSpPr>
            <a:spLocks xmlns:a="http://schemas.openxmlformats.org/drawingml/2006/main" noGrp="1"/>
          </p:cNvSpPr>
          <p:nvPr/>
        </p:nvSpPr>
        <p:spPr>
          <a:xfrm xmlns:a="http://schemas.openxmlformats.org/drawingml/2006/main">
            <a:off x="6391275" y="4505325"/>
            <a:ext cx="49815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Independent recall</a:t>
            </a:r>
          </a:p>
        </p:txBody>
      </p:sp>
      <p:sp>
        <p:nvSpPr>
          <p:cNvPr id="26" name="">
            <a:extLst xmlns:a="http://schemas.openxmlformats.org/drawingml/2006/main">
              <a:ext uri="{FF2B5EF4-FFF2-40B4-BE49-F238E27FC236}">
                <a16:creationId xmlns:a16="http://schemas.microsoft.com/office/drawing/2014/main" id="{9D8413FF-3E9C-4A7D-8B51-3693B9390AC6}"/>
              </a:ext>
            </a:extLst>
          </p:cNvPr>
          <p:cNvSpPr>
            <a:spLocks xmlns:a="http://schemas.openxmlformats.org/drawingml/2006/main" noGrp="1"/>
          </p:cNvSpPr>
          <p:nvPr/>
        </p:nvSpPr>
        <p:spPr>
          <a:xfrm xmlns:a="http://schemas.openxmlformats.org/drawingml/2006/main">
            <a:off x="609600" y="5276850"/>
            <a:ext cx="10972800" cy="438150"/>
          </a:xfrm>
          <a:prstGeom xmlns:a="http://schemas.openxmlformats.org/drawingml/2006/main" prst="rect">
            <a:avLst/>
          </a:prstGeom>
          <a:solidFill xmlns:a="http://schemas.openxmlformats.org/drawingml/2006/main">
            <a:srgbClr val="F5EBCF"/>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F15623B8-71DB-4AB1-A55D-A4C202AAEB2A}"/>
              </a:ext>
            </a:extLst>
          </p:cNvPr>
          <p:cNvSpPr>
            <a:spLocks xmlns:a="http://schemas.openxmlformats.org/drawingml/2006/main" noGrp="1"/>
          </p:cNvSpPr>
          <p:nvPr/>
        </p:nvSpPr>
        <p:spPr>
          <a:xfrm xmlns:a="http://schemas.openxmlformats.org/drawingml/2006/main">
            <a:off x="781050" y="5362575"/>
            <a:ext cx="106299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0">
                <a:solidFill>
                  <a:srgbClr val="263C3A"/>
                </a:solidFill>
                <a:latin typeface="DejaVu Sans"/>
                <a:ea typeface="DejaVu Sans"/>
                <a:cs typeface="DejaVu Sans"/>
              </a:defRPr>
            </a:pPr>
            <a:r>
              <a:rPr sz="1575" b="0">
                <a:solidFill>
                  <a:srgbClr val="263C3A"/>
                </a:solidFill>
                <a:latin typeface="DejaVu Sans"/>
                <a:ea typeface="DejaVu Sans"/>
                <a:cs typeface="DejaVu Sans"/>
              </a:rPr>
              <a:t>Shared ideas after discussion: [Your instructions]</a:t>
            </a:r>
          </a:p>
        </p:txBody>
      </p:sp>
      <p:sp>
        <p:nvSpPr>
          <p:cNvPr id="28" name="">
            <a:extLst xmlns:a="http://schemas.openxmlformats.org/drawingml/2006/main">
              <a:ext uri="{FF2B5EF4-FFF2-40B4-BE49-F238E27FC236}">
                <a16:creationId xmlns:a16="http://schemas.microsoft.com/office/drawing/2014/main" id="{4169B64E-593A-4A34-8DFA-B7E3A59B246E}"/>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5EB8139E-B332-4CFB-B3B6-1F387BA35DD2}"/>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30" name="">
            <a:extLst xmlns:a="http://schemas.openxmlformats.org/drawingml/2006/main">
              <a:ext uri="{FF2B5EF4-FFF2-40B4-BE49-F238E27FC236}">
                <a16:creationId xmlns:a16="http://schemas.microsoft.com/office/drawing/2014/main" id="{BDDFAFAC-8437-4EAC-9912-395F293365BE}"/>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193174248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2026-10-07T20:43:33.4170000Z</dcterms:created>
  <dcterms:modified xsi:type="dcterms:W3CDTF">2026-10-07T20:43:33.4170000Z</dcterms:modified>
</coreProperties>
</file>