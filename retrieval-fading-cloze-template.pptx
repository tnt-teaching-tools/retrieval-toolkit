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3b562ab5e34235" /><Relationship Type="http://schemas.openxmlformats.org/officeDocument/2006/relationships/extended-properties" Target="/docProps/app.xml" Id="R6273819ea3704fab" /><Relationship Type="http://schemas.openxmlformats.org/officeDocument/2006/relationships/officeDocument" Target="/ppt/presentation.xml" Id="R05c73ced8dc1401f" /></Relationships>
</file>

<file path=ppt/presentation.xml><?xml version="1.0" encoding="utf-8"?>
<p:presentation xmlns:p="http://schemas.openxmlformats.org/presentationml/2006/main">
  <p:sldMasterIdLst>
    <p:sldMasterId xmlns:r="http://schemas.openxmlformats.org/officeDocument/2006/relationships" id="2147483648" r:id="R0226aecfbbae43a4"/>
  </p:sldMasterIdLst>
  <p:notesMasterIdLst>
    <p:notesMasterId xmlns:r="http://schemas.openxmlformats.org/officeDocument/2006/relationships" r:id="Rf736428d317c4e77"/>
  </p:notesMasterIdLst>
  <p:sldIdLst>
    <p:sldId xmlns:r="http://schemas.openxmlformats.org/officeDocument/2006/relationships" id="256" r:id="Rb990f18e3a3d41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a4040f037a4ea0" /><Relationship Type="http://schemas.openxmlformats.org/officeDocument/2006/relationships/slideMaster" Target="/ppt/slideMasters/slideMaster1.xml" Id="R0226aecfbbae43a4" /><Relationship Type="http://schemas.openxmlformats.org/officeDocument/2006/relationships/notesMaster" Target="/ppt/notesMasters/notesMaster1.xml" Id="Rf736428d317c4e77" /><Relationship Type="http://schemas.openxmlformats.org/officeDocument/2006/relationships/presProps" Target="/ppt/presProps.xml" Id="R9fc6c3390de0485f" /><Relationship Type="http://schemas.openxmlformats.org/officeDocument/2006/relationships/tableStyles" Target="/ppt/tableStyles.xml" Id="R069305686f9c4834" /><Relationship Type="http://schemas.openxmlformats.org/officeDocument/2006/relationships/slide" Target="/ppt/slides/slide1.xml" Id="Rb990f18e3a3d41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14ef1663644d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894529bc214f4c" /><Relationship Type="http://schemas.openxmlformats.org/officeDocument/2006/relationships/notesMaster" Target="/ppt/notesMasters/notesMaster1.xml" Id="R3f0578465ba54c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d6a6af19a84c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74e4814fd242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d8011b91494a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6f397ee1aa46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ba6ecf34094f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ca25da0e0b4b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E5438D4-B19D-4F6E-87EF-FB614CBE8BB4}"/>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B47889E-AF13-47D9-8904-DA85E4DE6A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F21CB833-0407-436E-A09A-A17518E68E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2421BB44-06D1-436A-9EA1-41660400F416}"/>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43D3E010-AE16-4515-8E2C-0082ED90E7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9B8C414-F716-433C-B14D-8E88CB37E0D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1FFC450-7877-484A-841E-1A280A6107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07C4580-E179-4A82-9BCA-01F14B6E9AD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F9E065FF-8056-405C-975D-799F00913E9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DA8DBB1-A55D-4523-A9D7-6CAC2084BD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0D37A59-86B1-4554-AC65-CFD1E93CBF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7FF179F-CAAC-401D-97FD-E3740D34CB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2E8EE5F-099F-46A4-BC3A-4CB8B7ECA0A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1B75021-02E0-4158-979F-FFD331BCB4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97DE04A-D5FF-4645-86F8-4C73C1638F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00dd2cc54147e2" /><Relationship Type="http://schemas.openxmlformats.org/officeDocument/2006/relationships/slideLayout" Target="/ppt/slideLayouts/slideLayout1.xml" Id="R052fb96e40034857" /><Relationship Type="http://schemas.openxmlformats.org/officeDocument/2006/relationships/slideLayout" Target="/ppt/slideLayouts/slideLayout2.xml" Id="R20a52ed1c50b42c4" /><Relationship Type="http://schemas.openxmlformats.org/officeDocument/2006/relationships/slideLayout" Target="/ppt/slideLayouts/slideLayout3.xml" Id="Rc4e4bc0055d547ac" /><Relationship Type="http://schemas.openxmlformats.org/officeDocument/2006/relationships/slideLayout" Target="/ppt/slideLayouts/slideLayout4.xml" Id="R668bb2ff2c754836" /><Relationship Type="http://schemas.openxmlformats.org/officeDocument/2006/relationships/slideLayout" Target="/ppt/slideLayouts/slideLayout5.xml" Id="Re66373004a904561" /><Relationship Type="http://schemas.openxmlformats.org/officeDocument/2006/relationships/slideLayout" Target="/ppt/slideLayouts/slideLayout6.xml" Id="R45b6261bb96147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2fb96e40034857"/>
    <p:sldLayoutId xmlns:r="http://schemas.openxmlformats.org/officeDocument/2006/relationships" id="2147483650" r:id="R20a52ed1c50b42c4"/>
    <p:sldLayoutId xmlns:r="http://schemas.openxmlformats.org/officeDocument/2006/relationships" id="2147483651" r:id="Rc4e4bc0055d547ac"/>
    <p:sldLayoutId xmlns:r="http://schemas.openxmlformats.org/officeDocument/2006/relationships" id="2147483652" r:id="R668bb2ff2c754836"/>
    <p:sldLayoutId xmlns:r="http://schemas.openxmlformats.org/officeDocument/2006/relationships" id="2147483653" r:id="Re66373004a904561"/>
    <p:sldLayoutId xmlns:r="http://schemas.openxmlformats.org/officeDocument/2006/relationships" id="2147483654" r:id="R45b6261bb96147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afbb616adb46b1" /><Relationship Type="http://schemas.openxmlformats.org/officeDocument/2006/relationships/notesSlide" Target="/ppt/notesSlides/notesSlide1.xml" Id="Rff5918338de2493e"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1911017-1287-44E1-AF8A-75D3333D25DE}"/>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Fading cloze</a:t>
            </a:r>
          </a:p>
        </p:txBody>
      </p:sp>
      <p:sp>
        <p:nvSpPr>
          <p:cNvPr id="2" name="">
            <a:extLst xmlns:a="http://schemas.openxmlformats.org/drawingml/2006/main">
              <a:ext uri="{FF2B5EF4-FFF2-40B4-BE49-F238E27FC236}">
                <a16:creationId xmlns:a16="http://schemas.microsoft.com/office/drawing/2014/main" id="{34779516-AFBE-4BF0-9C96-625E51A00F53}"/>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D8AF900-3B07-42ED-9229-8428039507D6}"/>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8CD556-0E06-45D2-90F0-416C842B4C58}"/>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CA74F036-BE60-4DC5-A9C4-563DB37BBB7C}"/>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8E388573-FA53-44AC-BA05-9A5A222BCC37}"/>
              </a:ext>
            </a:extLst>
          </p:cNvPr>
          <p:cNvSpPr>
            <a:spLocks xmlns:a="http://schemas.openxmlformats.org/drawingml/2006/main" noGrp="1"/>
          </p:cNvSpPr>
          <p:nvPr/>
        </p:nvSpPr>
        <p:spPr>
          <a:xfrm xmlns:a="http://schemas.openxmlformats.org/drawingml/2006/main">
            <a:off x="609600" y="22479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193B9DE9-BD50-4736-85F7-64968A092DA4}"/>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1  [Your passage with a few gaps]</a:t>
            </a:r>
          </a:p>
        </p:txBody>
      </p:sp>
      <p:sp>
        <p:nvSpPr>
          <p:cNvPr id="8" name="">
            <a:extLst xmlns:a="http://schemas.openxmlformats.org/drawingml/2006/main">
              <a:ext uri="{FF2B5EF4-FFF2-40B4-BE49-F238E27FC236}">
                <a16:creationId xmlns:a16="http://schemas.microsoft.com/office/drawing/2014/main" id="{9FFE3064-83FE-4BD1-8031-004B76A33DE2}"/>
              </a:ext>
            </a:extLst>
          </p:cNvPr>
          <p:cNvSpPr>
            <a:spLocks xmlns:a="http://schemas.openxmlformats.org/drawingml/2006/main" noGrp="1"/>
          </p:cNvSpPr>
          <p:nvPr/>
        </p:nvSpPr>
        <p:spPr>
          <a:xfrm xmlns:a="http://schemas.openxmlformats.org/drawingml/2006/main">
            <a:off x="609600" y="3429000"/>
            <a:ext cx="109728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95DE8D4A-C173-4596-929D-41705355C5DC}"/>
              </a:ext>
            </a:extLst>
          </p:cNvPr>
          <p:cNvSpPr>
            <a:spLocks xmlns:a="http://schemas.openxmlformats.org/drawingml/2006/main" noGrp="1"/>
          </p:cNvSpPr>
          <p:nvPr/>
        </p:nvSpPr>
        <p:spPr>
          <a:xfrm xmlns:a="http://schemas.openxmlformats.org/drawingml/2006/main">
            <a:off x="781050" y="35623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2  [The same passage with more gaps]</a:t>
            </a:r>
          </a:p>
        </p:txBody>
      </p:sp>
      <p:sp>
        <p:nvSpPr>
          <p:cNvPr id="10" name="">
            <a:extLst xmlns:a="http://schemas.openxmlformats.org/drawingml/2006/main">
              <a:ext uri="{FF2B5EF4-FFF2-40B4-BE49-F238E27FC236}">
                <a16:creationId xmlns:a16="http://schemas.microsoft.com/office/drawing/2014/main" id="{D60CD21C-7662-47F8-B5F5-D048DD0066AC}"/>
              </a:ext>
            </a:extLst>
          </p:cNvPr>
          <p:cNvSpPr>
            <a:spLocks xmlns:a="http://schemas.openxmlformats.org/drawingml/2006/main" noGrp="1"/>
          </p:cNvSpPr>
          <p:nvPr/>
        </p:nvSpPr>
        <p:spPr>
          <a:xfrm xmlns:a="http://schemas.openxmlformats.org/drawingml/2006/main">
            <a:off x="609600" y="46101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3B3A58FF-34A1-4596-B95F-1364636178A4}"/>
              </a:ext>
            </a:extLst>
          </p:cNvPr>
          <p:cNvSpPr>
            <a:spLocks xmlns:a="http://schemas.openxmlformats.org/drawingml/2006/main" noGrp="1"/>
          </p:cNvSpPr>
          <p:nvPr/>
        </p:nvSpPr>
        <p:spPr>
          <a:xfrm xmlns:a="http://schemas.openxmlformats.org/drawingml/2006/main">
            <a:off x="781050" y="4743450"/>
            <a:ext cx="1062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263C3A"/>
                </a:solidFill>
                <a:latin typeface="DejaVu Sans"/>
                <a:ea typeface="DejaVu Sans"/>
                <a:cs typeface="DejaVu Sans"/>
              </a:defRPr>
            </a:pPr>
            <a:r>
              <a:rPr sz="1650" b="1">
                <a:solidFill>
                  <a:srgbClr val="263C3A"/>
                </a:solidFill>
                <a:latin typeface="DejaVu Sans"/>
                <a:ea typeface="DejaVu Sans"/>
                <a:cs typeface="DejaVu Sans"/>
              </a:rPr>
              <a:t>Round 3  [A heading only or a final recall prompt]</a:t>
            </a:r>
          </a:p>
        </p:txBody>
      </p:sp>
      <p:sp>
        <p:nvSpPr>
          <p:cNvPr id="12" name="">
            <a:extLst xmlns:a="http://schemas.openxmlformats.org/drawingml/2006/main">
              <a:ext uri="{FF2B5EF4-FFF2-40B4-BE49-F238E27FC236}">
                <a16:creationId xmlns:a16="http://schemas.microsoft.com/office/drawing/2014/main" id="{C0C112D4-6AAE-4501-84CA-A1BFB7746A58}"/>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050DE00-160D-4C0B-9BCE-8D23F98B8CF3}"/>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7DA60ABA-F2B4-4532-9745-50FF7C4D7FFA}"/>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351145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2026-10-07T20:43:58.1650000Z</dcterms:created>
  <dcterms:modified xsi:type="dcterms:W3CDTF">2026-10-07T20:43:58.1650000Z</dcterms:modified>
</coreProperties>
</file>