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28d625d729442d" /><Relationship Type="http://schemas.openxmlformats.org/officeDocument/2006/relationships/extended-properties" Target="/docProps/app.xml" Id="Rd8effc3448244a5a" /><Relationship Type="http://schemas.openxmlformats.org/officeDocument/2006/relationships/officeDocument" Target="/ppt/presentation.xml" Id="R301589bdab954868" /></Relationships>
</file>

<file path=ppt/presentation.xml><?xml version="1.0" encoding="utf-8"?>
<p:presentation xmlns:p="http://schemas.openxmlformats.org/presentationml/2006/main">
  <p:sldMasterIdLst>
    <p:sldMasterId xmlns:r="http://schemas.openxmlformats.org/officeDocument/2006/relationships" id="2147483648" r:id="R328e10f5c11d4e3f"/>
  </p:sldMasterIdLst>
  <p:notesMasterIdLst>
    <p:notesMasterId xmlns:r="http://schemas.openxmlformats.org/officeDocument/2006/relationships" r:id="R25eb7e8ad3334a7a"/>
  </p:notesMasterIdLst>
  <p:sldIdLst>
    <p:sldId xmlns:r="http://schemas.openxmlformats.org/officeDocument/2006/relationships" id="256" r:id="R0c3db05f59634f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9ce7d47ae449d5" /><Relationship Type="http://schemas.openxmlformats.org/officeDocument/2006/relationships/slideMaster" Target="/ppt/slideMasters/slideMaster1.xml" Id="R328e10f5c11d4e3f" /><Relationship Type="http://schemas.openxmlformats.org/officeDocument/2006/relationships/notesMaster" Target="/ppt/notesMasters/notesMaster1.xml" Id="R25eb7e8ad3334a7a" /><Relationship Type="http://schemas.openxmlformats.org/officeDocument/2006/relationships/presProps" Target="/ppt/presProps.xml" Id="R1857efee45204aab" /><Relationship Type="http://schemas.openxmlformats.org/officeDocument/2006/relationships/tableStyles" Target="/ppt/tableStyles.xml" Id="Rdd43332534184c97" /><Relationship Type="http://schemas.openxmlformats.org/officeDocument/2006/relationships/slide" Target="/ppt/slides/slide1.xml" Id="R0c3db05f59634f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e00fee9f0d48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101a11abf342a5" /><Relationship Type="http://schemas.openxmlformats.org/officeDocument/2006/relationships/notesMaster" Target="/ppt/notesMasters/notesMaster1.xml" Id="R126689798c5546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Laura Webb — published classroom example</a:t>
            </a:r>
          </a:p>
          <a:p xmlns:a="http://schemas.openxmlformats.org/drawingml/2006/main">
            <a:r>
              <a:t/>
            </a:r>
          </a:p>
          <a:p xmlns:a="http://schemas.openxmlformats.org/drawingml/2006/main">
            <a:r>
              <a:t>https://teachingtoptens.wordpress.com/2018/09/28/ten-testing-strategies-a-range-of-activities-for-varying-retrieval-practice/</a:t>
            </a:r>
          </a:p>
          <a:p xmlns:a="http://schemas.openxmlformats.org/drawingml/2006/main">
            <a:r>
              <a:t/>
            </a:r>
          </a:p>
          <a:p xmlns:a="http://schemas.openxmlformats.org/drawingml/2006/main">
            <a:r>
              <a:t>Laura Webb describes using this routine in her classroom. Credit recognises her published example, not a verified claim to invent the wider routine.</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https://tnt-teaching-tools.github.io/retrieval-toolkit/retrieval-fading-cloze.html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f413cb01aa4f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7b078f43c8a4bb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2e46a8ecd74412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959787ca2214e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745810cc215463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73e9e2fe79448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67254a192c4267" /><Relationship Type="http://schemas.openxmlformats.org/officeDocument/2006/relationships/slideLayout" Target="/ppt/slideLayouts/slideLayout1.xml" Id="Rf36f86da73764aa7" /><Relationship Type="http://schemas.openxmlformats.org/officeDocument/2006/relationships/slideLayout" Target="/ppt/slideLayouts/slideLayout2.xml" Id="Rd99c0e797c9d45d8" /><Relationship Type="http://schemas.openxmlformats.org/officeDocument/2006/relationships/slideLayout" Target="/ppt/slideLayouts/slideLayout3.xml" Id="Rddbce596e2f84436" /><Relationship Type="http://schemas.openxmlformats.org/officeDocument/2006/relationships/slideLayout" Target="/ppt/slideLayouts/slideLayout4.xml" Id="Rca97e5e1592b4be1" /><Relationship Type="http://schemas.openxmlformats.org/officeDocument/2006/relationships/slideLayout" Target="/ppt/slideLayouts/slideLayout5.xml" Id="R5a509c31408e4487" /><Relationship Type="http://schemas.openxmlformats.org/officeDocument/2006/relationships/slideLayout" Target="/ppt/slideLayouts/slideLayout6.xml" Id="R740be8dfb24243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6f86da73764aa7"/>
    <p:sldLayoutId xmlns:r="http://schemas.openxmlformats.org/officeDocument/2006/relationships" id="2147483650" r:id="Rd99c0e797c9d45d8"/>
    <p:sldLayoutId xmlns:r="http://schemas.openxmlformats.org/officeDocument/2006/relationships" id="2147483651" r:id="Rddbce596e2f84436"/>
    <p:sldLayoutId xmlns:r="http://schemas.openxmlformats.org/officeDocument/2006/relationships" id="2147483652" r:id="Rca97e5e1592b4be1"/>
    <p:sldLayoutId xmlns:r="http://schemas.openxmlformats.org/officeDocument/2006/relationships" id="2147483653" r:id="R5a509c31408e4487"/>
    <p:sldLayoutId xmlns:r="http://schemas.openxmlformats.org/officeDocument/2006/relationships" id="2147483654" r:id="R740be8dfb24243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c0e91392eef41ac" /><Relationship Type="http://schemas.openxmlformats.org/officeDocument/2006/relationships/hyperlink" Target="https://teachingtoptens.wordpress.com/2018/09/28/ten-testing-strategies-a-range-of-activities-for-varying-retrieval-practice/" TargetMode="External" Id="R8e7421c55842419e" /><Relationship Type="http://schemas.openxmlformats.org/officeDocument/2006/relationships/notesSlide" Target="/ppt/notesSlides/notesSlide1.xml" Id="R369d57f675244563"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53EAE77-C7AD-4DC5-9B56-468908207BCC}"/>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Fading cloze</a:t>
            </a:r>
          </a:p>
        </p:txBody>
      </p:sp>
      <p:sp>
        <p:nvSpPr>
          <p:cNvPr id="2" name="">
            <a:extLst xmlns:a="http://schemas.openxmlformats.org/drawingml/2006/main">
              <a:ext uri="{FF2B5EF4-FFF2-40B4-BE49-F238E27FC236}">
                <a16:creationId xmlns:a16="http://schemas.microsoft.com/office/drawing/2014/main" id="{6B0048F0-EC31-4768-A228-549A15A7F465}"/>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674DFFAA-02C7-4662-BAEA-0AA3A11C4793}"/>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ABE7D9-076E-40A3-91EE-2BDC18A2D996}"/>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1588C8A8-B5F0-40D1-8084-14B0ABCF9DEB}"/>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CA979146-F2E3-4CB9-8CFA-D56F996B40BF}"/>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1F68306A-615E-4149-A875-23B22686D7EC}"/>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1  [Your passage with a few gaps]</a:t>
            </a:r>
          </a:p>
        </p:txBody>
      </p:sp>
      <p:sp>
        <p:nvSpPr>
          <p:cNvPr id="8" name="">
            <a:extLst xmlns:a="http://schemas.openxmlformats.org/drawingml/2006/main">
              <a:ext uri="{FF2B5EF4-FFF2-40B4-BE49-F238E27FC236}">
                <a16:creationId xmlns:a16="http://schemas.microsoft.com/office/drawing/2014/main" id="{EDB51645-18AD-4BE0-8FFD-46B8F0CAB40E}"/>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81D2FD31-E465-421E-AF9A-6D490289273A}"/>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2  [The same passage with more gaps]</a:t>
            </a:r>
          </a:p>
        </p:txBody>
      </p:sp>
      <p:sp>
        <p:nvSpPr>
          <p:cNvPr id="10" name="">
            <a:extLst xmlns:a="http://schemas.openxmlformats.org/drawingml/2006/main">
              <a:ext uri="{FF2B5EF4-FFF2-40B4-BE49-F238E27FC236}">
                <a16:creationId xmlns:a16="http://schemas.microsoft.com/office/drawing/2014/main" id="{C78C3132-C3FD-42B7-A269-FB39677601A3}"/>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60DFC59F-2BE4-4CAD-A751-2D9D8F348A25}"/>
              </a:ext>
            </a:extLst>
          </p:cNvPr>
          <p:cNvSpPr>
            <a:spLocks xmlns:a="http://schemas.openxmlformats.org/drawingml/2006/main" noGrp="1"/>
          </p:cNvSpPr>
          <p:nvPr/>
        </p:nvSpPr>
        <p:spPr>
          <a:xfrm xmlns:a="http://schemas.openxmlformats.org/drawingml/2006/main">
            <a:off x="781050" y="4743450"/>
            <a:ext cx="1062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1">
                <a:solidFill>
                  <a:srgbClr val="263C3A"/>
                </a:solidFill>
                <a:latin typeface="DejaVu Sans"/>
                <a:ea typeface="DejaVu Sans"/>
                <a:cs typeface="DejaVu Sans"/>
              </a:defRPr>
            </a:pPr>
            <a:r>
              <a:rPr sz="1650" b="1">
                <a:solidFill>
                  <a:srgbClr val="263C3A"/>
                </a:solidFill>
                <a:latin typeface="DejaVu Sans"/>
                <a:ea typeface="DejaVu Sans"/>
                <a:cs typeface="DejaVu Sans"/>
              </a:rPr>
              <a:t>Round 3  [A heading only or a final recall prompt]</a:t>
            </a:r>
          </a:p>
        </p:txBody>
      </p:sp>
      <p:sp>
        <p:nvSpPr>
          <p:cNvPr id="12" name="">
            <a:extLst xmlns:a="http://schemas.openxmlformats.org/drawingml/2006/main">
              <a:ext uri="{FF2B5EF4-FFF2-40B4-BE49-F238E27FC236}">
                <a16:creationId xmlns:a16="http://schemas.microsoft.com/office/drawing/2014/main" id="{364EC146-8199-4AE2-BD51-7AB96EA31D4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B82110-0911-426C-A167-E156104BBD98}"/>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51005414-5B50-4C7E-B348-0D971BFFAAB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16" name="source-credit">
            <a:extLst xmlns:a="http://schemas.openxmlformats.org/drawingml/2006/main">
              <a:ext uri="{FF2B5EF4-FFF2-40B4-BE49-F238E27FC236}">
                <a16:creationId xmlns:a16="http://schemas.microsoft.com/office/drawing/2014/main" id="{2CD5405E-1251-420E-BDB4-2D3ED9AF7D16}"/>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8e7421c55842419e"/>
              </a:rPr>
              <a:t>Laura Webb — published classroom example — original guidance</a:t>
            </a:r>
          </a:p>
        </p:txBody>
      </p:sp>
    </p:spTree>
    <p:extLst>
      <p:ext uri="{BB962C8B-B14F-4D97-AF65-F5344CB8AC3E}">
        <p14:creationId xmlns:p14="http://schemas.microsoft.com/office/powerpoint/2010/main" val="5247326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2026-10-08T06:09:15.6700000Z</dcterms:created>
  <dcterms:modified xsi:type="dcterms:W3CDTF">2026-10-08T06:09:15.6700000Z</dcterms:modified>
</coreProperties>
</file>