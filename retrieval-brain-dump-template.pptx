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eb36e859de0458f" /><Relationship Type="http://schemas.openxmlformats.org/officeDocument/2006/relationships/extended-properties" Target="/docProps/app.xml" Id="R0c5988d10b3e4874" /><Relationship Type="http://schemas.openxmlformats.org/officeDocument/2006/relationships/officeDocument" Target="/ppt/presentation.xml" Id="Ra9fb5fc6da9f4947" /></Relationships>
</file>

<file path=ppt/presentation.xml><?xml version="1.0" encoding="utf-8"?>
<p:presentation xmlns:p="http://schemas.openxmlformats.org/presentationml/2006/main">
  <p:sldMasterIdLst>
    <p:sldMasterId xmlns:r="http://schemas.openxmlformats.org/officeDocument/2006/relationships" id="2147483648" r:id="R51db55db5b544b87"/>
  </p:sldMasterIdLst>
  <p:notesMasterIdLst>
    <p:notesMasterId xmlns:r="http://schemas.openxmlformats.org/officeDocument/2006/relationships" r:id="R0f5a5a442a704ed9"/>
  </p:notesMasterIdLst>
  <p:sldIdLst>
    <p:sldId xmlns:r="http://schemas.openxmlformats.org/officeDocument/2006/relationships" id="256" r:id="Rce3da3fffbe34c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bfb08f880f449c1" /><Relationship Type="http://schemas.openxmlformats.org/officeDocument/2006/relationships/slideMaster" Target="/ppt/slideMasters/slideMaster1.xml" Id="R51db55db5b544b87" /><Relationship Type="http://schemas.openxmlformats.org/officeDocument/2006/relationships/notesMaster" Target="/ppt/notesMasters/notesMaster1.xml" Id="R0f5a5a442a704ed9" /><Relationship Type="http://schemas.openxmlformats.org/officeDocument/2006/relationships/presProps" Target="/ppt/presProps.xml" Id="Rdae2fafd18c647fe" /><Relationship Type="http://schemas.openxmlformats.org/officeDocument/2006/relationships/tableStyles" Target="/ppt/tableStyles.xml" Id="R0fd53f46727c48e9" /><Relationship Type="http://schemas.openxmlformats.org/officeDocument/2006/relationships/slide" Target="/ppt/slides/slide1.xml" Id="Rce3da3fffbe34c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b6c62149c5740b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2e3e69a76274885" /><Relationship Type="http://schemas.openxmlformats.org/officeDocument/2006/relationships/notesMaster" Target="/ppt/notesMasters/notesMaster1.xml" Id="R5d12a3199c12457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47b79d194247a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d4068abf3aa4c8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1b870183e92459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e995a24584443e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f162d4b044b46e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0a73c01b9a54fc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2BB8939-F269-4890-B6C6-53CCECBC52EF}"/>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80473EE-5F6A-4124-99DB-3167758B584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D019DD90-8D31-4484-AF45-A4F36C28B8C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CFD4EEAC-8C9A-4008-838A-F94EC1A9AFCE}"/>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B079742-1908-4C1A-89D2-F2D06C64669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7BA21F0-2A50-401D-93E9-D3B6DFFF8FC9}"/>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9BEBF1E-E12B-421E-B35B-0AC041B1811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71B78F0D-0991-4E6B-83EB-73A2D7AC160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6C2DBF9-59DF-4AF3-92B9-AB65DA484EFE}"/>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2EA94A3-D95C-40DF-BFD6-56BC7D99ECA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BC13FC1-4546-480F-894E-12B36E7FDE5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2541CDA6-5C2D-45E9-B94A-643732E06CB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8EE16AE-DFFB-43C0-A85D-FCD963D89615}"/>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B7C801D-A1EC-4881-A993-8F69223DE3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C4B39A5-10AE-4D36-A784-A10ED2A575F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cbf1c84a3c9411f" /><Relationship Type="http://schemas.openxmlformats.org/officeDocument/2006/relationships/slideLayout" Target="/ppt/slideLayouts/slideLayout1.xml" Id="Rcacb934a36204009" /><Relationship Type="http://schemas.openxmlformats.org/officeDocument/2006/relationships/slideLayout" Target="/ppt/slideLayouts/slideLayout2.xml" Id="R2f22998381f34725" /><Relationship Type="http://schemas.openxmlformats.org/officeDocument/2006/relationships/slideLayout" Target="/ppt/slideLayouts/slideLayout3.xml" Id="R221a78ff50234db9" /><Relationship Type="http://schemas.openxmlformats.org/officeDocument/2006/relationships/slideLayout" Target="/ppt/slideLayouts/slideLayout4.xml" Id="R02974ee7e03d4a54" /><Relationship Type="http://schemas.openxmlformats.org/officeDocument/2006/relationships/slideLayout" Target="/ppt/slideLayouts/slideLayout5.xml" Id="R6765d02a601f4ad1" /><Relationship Type="http://schemas.openxmlformats.org/officeDocument/2006/relationships/slideLayout" Target="/ppt/slideLayouts/slideLayout6.xml" Id="Ra7d0e156d7fa4b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cb934a36204009"/>
    <p:sldLayoutId xmlns:r="http://schemas.openxmlformats.org/officeDocument/2006/relationships" id="2147483650" r:id="R2f22998381f34725"/>
    <p:sldLayoutId xmlns:r="http://schemas.openxmlformats.org/officeDocument/2006/relationships" id="2147483651" r:id="R221a78ff50234db9"/>
    <p:sldLayoutId xmlns:r="http://schemas.openxmlformats.org/officeDocument/2006/relationships" id="2147483652" r:id="R02974ee7e03d4a54"/>
    <p:sldLayoutId xmlns:r="http://schemas.openxmlformats.org/officeDocument/2006/relationships" id="2147483653" r:id="R6765d02a601f4ad1"/>
    <p:sldLayoutId xmlns:r="http://schemas.openxmlformats.org/officeDocument/2006/relationships" id="2147483654" r:id="Ra7d0e156d7fa4b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b58543c91b6488a" /><Relationship Type="http://schemas.openxmlformats.org/officeDocument/2006/relationships/notesSlide" Target="/ppt/notesSlides/notesSlide1.xml" Id="R031270a3b9c448a6"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764946A-DA14-48C3-B03E-57A4B5010355}"/>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Brain dump</a:t>
            </a:r>
          </a:p>
        </p:txBody>
      </p:sp>
      <p:sp>
        <p:nvSpPr>
          <p:cNvPr id="2" name="">
            <a:extLst xmlns:a="http://schemas.openxmlformats.org/drawingml/2006/main">
              <a:ext uri="{FF2B5EF4-FFF2-40B4-BE49-F238E27FC236}">
                <a16:creationId xmlns:a16="http://schemas.microsoft.com/office/drawing/2014/main" id="{B45E26FD-4AFA-4A7C-9C1F-F5C4D0A7520D}"/>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60C8C7D7-5A8C-4744-A3B9-BAA54EA4BAF6}"/>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D0E57C1-F34F-47DF-9152-4D670DDF4ADA}"/>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FB00D9B2-EE5C-46BB-A160-7DA216B35930}"/>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D08280C7-EAC5-4509-99A4-9701E473BA78}"/>
              </a:ext>
            </a:extLst>
          </p:cNvPr>
          <p:cNvSpPr>
            <a:spLocks xmlns:a="http://schemas.openxmlformats.org/drawingml/2006/main" noGrp="1"/>
          </p:cNvSpPr>
          <p:nvPr/>
        </p:nvSpPr>
        <p:spPr>
          <a:xfrm xmlns:a="http://schemas.openxmlformats.org/drawingml/2006/main">
            <a:off x="609600" y="2247900"/>
            <a:ext cx="10972800" cy="27622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75387886-5D0C-43EA-828A-9DA69BAFF42A}"/>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5E0C976-4BFD-491A-A830-839B46DA4FEF}"/>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1F896C6B-F9D4-4EEC-8304-BB6D263FCCC7}"/>
              </a:ext>
            </a:extLst>
          </p:cNvPr>
          <p:cNvSpPr>
            <a:spLocks xmlns:a="http://schemas.openxmlformats.org/drawingml/2006/main" noGrp="1"/>
          </p:cNvSpPr>
          <p:nvPr/>
        </p:nvSpPr>
        <p:spPr>
          <a:xfrm xmlns:a="http://schemas.openxmlformats.org/drawingml/2006/main">
            <a:off x="1352550" y="2466975"/>
            <a:ext cx="10039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What can you remember?</a:t>
            </a:r>
          </a:p>
        </p:txBody>
      </p:sp>
      <p:sp>
        <p:nvSpPr>
          <p:cNvPr id="10" name="">
            <a:extLst xmlns:a="http://schemas.openxmlformats.org/drawingml/2006/main">
              <a:ext uri="{FF2B5EF4-FFF2-40B4-BE49-F238E27FC236}">
                <a16:creationId xmlns:a16="http://schemas.microsoft.com/office/drawing/2014/main" id="{2AC9FAA4-F13F-4BED-984B-B0C0AE8F9E9E}"/>
              </a:ext>
            </a:extLst>
          </p:cNvPr>
          <p:cNvSpPr>
            <a:spLocks xmlns:a="http://schemas.openxmlformats.org/drawingml/2006/main" noGrp="1"/>
          </p:cNvSpPr>
          <p:nvPr/>
        </p:nvSpPr>
        <p:spPr>
          <a:xfrm xmlns:a="http://schemas.openxmlformats.org/drawingml/2006/main">
            <a:off x="819150" y="2990850"/>
            <a:ext cx="105537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recall focus or headings]</a:t>
            </a:r>
          </a:p>
        </p:txBody>
      </p:sp>
      <p:sp>
        <p:nvSpPr>
          <p:cNvPr id="11" name="">
            <a:extLst xmlns:a="http://schemas.openxmlformats.org/drawingml/2006/main">
              <a:ext uri="{FF2B5EF4-FFF2-40B4-BE49-F238E27FC236}">
                <a16:creationId xmlns:a16="http://schemas.microsoft.com/office/drawing/2014/main" id="{1AB041F6-06B3-4791-BC32-EC58BFCF0269}"/>
              </a:ext>
            </a:extLst>
          </p:cNvPr>
          <p:cNvSpPr>
            <a:spLocks xmlns:a="http://schemas.openxmlformats.org/drawingml/2006/main" noGrp="1"/>
          </p:cNvSpPr>
          <p:nvPr/>
        </p:nvSpPr>
        <p:spPr>
          <a:xfrm xmlns:a="http://schemas.openxmlformats.org/drawingml/2006/main">
            <a:off x="609600" y="52673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Write, sketch and connect ideas from memory.</a:t>
            </a:r>
          </a:p>
        </p:txBody>
      </p:sp>
      <p:sp>
        <p:nvSpPr>
          <p:cNvPr id="12" name="">
            <a:extLst xmlns:a="http://schemas.openxmlformats.org/drawingml/2006/main">
              <a:ext uri="{FF2B5EF4-FFF2-40B4-BE49-F238E27FC236}">
                <a16:creationId xmlns:a16="http://schemas.microsoft.com/office/drawing/2014/main" id="{5E81F238-43A6-4A1B-89EF-BA1D40F84621}"/>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BA15656-5093-46E8-8166-43D590C7B577}"/>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B3A26DC4-4E2C-48E9-8429-7FC2F29C0F23}"/>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2505630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2026-10-07T20:43:08.7790000Z</dcterms:created>
  <dcterms:modified xsi:type="dcterms:W3CDTF">2026-10-07T20:43:08.7790000Z</dcterms:modified>
</coreProperties>
</file>