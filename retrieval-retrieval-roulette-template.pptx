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a41a7e91e44353" /><Relationship Type="http://schemas.openxmlformats.org/officeDocument/2006/relationships/extended-properties" Target="/docProps/app.xml" Id="R19af615657c74256" /><Relationship Type="http://schemas.openxmlformats.org/officeDocument/2006/relationships/officeDocument" Target="/ppt/presentation.xml" Id="Rdf2f6cc385bd41aa" /></Relationships>
</file>

<file path=ppt/presentation.xml><?xml version="1.0" encoding="utf-8"?>
<p:presentation xmlns:p="http://schemas.openxmlformats.org/presentationml/2006/main">
  <p:sldMasterIdLst>
    <p:sldMasterId xmlns:r="http://schemas.openxmlformats.org/officeDocument/2006/relationships" id="2147483648" r:id="R69f84dde20a145c4"/>
  </p:sldMasterIdLst>
  <p:notesMasterIdLst>
    <p:notesMasterId xmlns:r="http://schemas.openxmlformats.org/officeDocument/2006/relationships" r:id="Rb3c9654104cf4b72"/>
  </p:notesMasterIdLst>
  <p:sldIdLst>
    <p:sldId xmlns:r="http://schemas.openxmlformats.org/officeDocument/2006/relationships" id="256" r:id="Rac97191f9329413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fe26a36393449b" /><Relationship Type="http://schemas.openxmlformats.org/officeDocument/2006/relationships/slideMaster" Target="/ppt/slideMasters/slideMaster1.xml" Id="R69f84dde20a145c4" /><Relationship Type="http://schemas.openxmlformats.org/officeDocument/2006/relationships/notesMaster" Target="/ppt/notesMasters/notesMaster1.xml" Id="Rb3c9654104cf4b72" /><Relationship Type="http://schemas.openxmlformats.org/officeDocument/2006/relationships/presProps" Target="/ppt/presProps.xml" Id="Rd21711ff60334280" /><Relationship Type="http://schemas.openxmlformats.org/officeDocument/2006/relationships/tableStyles" Target="/ppt/tableStyles.xml" Id="R69f318c9a73844a2" /><Relationship Type="http://schemas.openxmlformats.org/officeDocument/2006/relationships/slide" Target="/ppt/slides/slide1.xml" Id="Rac97191f9329413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3ed0222d4e41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2f990989334114" /><Relationship Type="http://schemas.openxmlformats.org/officeDocument/2006/relationships/notesMaster" Target="/ppt/notesMasters/notesMaster1.xml" Id="Rec4b26d68a4040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85500baf7f4c1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0be937f5ffb468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2426e41876a449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43de482bd5041b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76c2007646c429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cb5539731ce44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6C11906-CA26-4A44-993A-0C7E795DD3A2}"/>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38B502F-575A-4449-8335-D06AA9C8F95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95C426E7-3460-40E7-BBAF-A15E0E36245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395F1CBB-7CE7-42A1-A5FB-E4263F553157}"/>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80B62F11-A15A-4ABE-8CA4-AC11ADDC787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E7F562B-CAC0-48C6-9421-C0B2C2C1052A}"/>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D525BF7-E5E3-41B7-81EA-E09F74AFA3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17B1BCAD-1762-4329-8BAF-C769EA2E33A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DB6A9966-8A0E-4694-B6DB-CCF632615DC2}"/>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E07F065E-2863-42A8-B21A-67AD07BACB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12F32532-1DEB-4917-9B58-51C9A697C9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A5338308-FA43-4D59-997F-8CA395EBBFA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9E86508-D9A6-4E94-BC0C-0E1E3B852E7D}"/>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B0A7530-CC63-4C82-A49B-DC29253E5D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54AFEB5C-C73A-44E4-8F48-A8C1828C28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901f16f2d94080" /><Relationship Type="http://schemas.openxmlformats.org/officeDocument/2006/relationships/slideLayout" Target="/ppt/slideLayouts/slideLayout1.xml" Id="R2a6c42a78b01463b" /><Relationship Type="http://schemas.openxmlformats.org/officeDocument/2006/relationships/slideLayout" Target="/ppt/slideLayouts/slideLayout2.xml" Id="Rd5fd63eb3868420d" /><Relationship Type="http://schemas.openxmlformats.org/officeDocument/2006/relationships/slideLayout" Target="/ppt/slideLayouts/slideLayout3.xml" Id="R6603e017a9ca49e1" /><Relationship Type="http://schemas.openxmlformats.org/officeDocument/2006/relationships/slideLayout" Target="/ppt/slideLayouts/slideLayout4.xml" Id="Rd101dd418a83452c" /><Relationship Type="http://schemas.openxmlformats.org/officeDocument/2006/relationships/slideLayout" Target="/ppt/slideLayouts/slideLayout5.xml" Id="R00c2a309686a4a48" /><Relationship Type="http://schemas.openxmlformats.org/officeDocument/2006/relationships/slideLayout" Target="/ppt/slideLayouts/slideLayout6.xml" Id="R51a4d32d197442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6c42a78b01463b"/>
    <p:sldLayoutId xmlns:r="http://schemas.openxmlformats.org/officeDocument/2006/relationships" id="2147483650" r:id="Rd5fd63eb3868420d"/>
    <p:sldLayoutId xmlns:r="http://schemas.openxmlformats.org/officeDocument/2006/relationships" id="2147483651" r:id="R6603e017a9ca49e1"/>
    <p:sldLayoutId xmlns:r="http://schemas.openxmlformats.org/officeDocument/2006/relationships" id="2147483652" r:id="Rd101dd418a83452c"/>
    <p:sldLayoutId xmlns:r="http://schemas.openxmlformats.org/officeDocument/2006/relationships" id="2147483653" r:id="R00c2a309686a4a48"/>
    <p:sldLayoutId xmlns:r="http://schemas.openxmlformats.org/officeDocument/2006/relationships" id="2147483654" r:id="R51a4d32d197442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ea1f01172d54fe5" /><Relationship Type="http://schemas.openxmlformats.org/officeDocument/2006/relationships/notesSlide" Target="/ppt/notesSlides/notesSlide1.xml" Id="R56b4f99ea34742bf"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CBFDE63-691E-480D-81F7-8F6A7C4A804E}"/>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Retrieval Roulette</a:t>
            </a:r>
          </a:p>
        </p:txBody>
      </p:sp>
      <p:sp>
        <p:nvSpPr>
          <p:cNvPr id="2" name="">
            <a:extLst xmlns:a="http://schemas.openxmlformats.org/drawingml/2006/main">
              <a:ext uri="{FF2B5EF4-FFF2-40B4-BE49-F238E27FC236}">
                <a16:creationId xmlns:a16="http://schemas.microsoft.com/office/drawing/2014/main" id="{F8A835DF-74BA-4BD8-B43F-74BE364981BA}"/>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A587DCC4-6E8B-494C-86D1-56C543D4CB8E}"/>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99928F0-4322-4D85-9073-5E8F012511C6}"/>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B29FB618-4182-48A4-B722-966C7195432C}"/>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02B29EBC-058C-4B3A-8D02-CA9027BF4968}"/>
              </a:ext>
            </a:extLst>
          </p:cNvPr>
          <p:cNvSpPr>
            <a:spLocks xmlns:a="http://schemas.openxmlformats.org/drawingml/2006/main" noGrp="1"/>
          </p:cNvSpPr>
          <p:nvPr/>
        </p:nvSpPr>
        <p:spPr>
          <a:xfrm xmlns:a="http://schemas.openxmlformats.org/drawingml/2006/main">
            <a:off x="609600" y="224790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4D4292DC-3461-4753-828C-5C074ED1F250}"/>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D68ABE9-8669-4370-B53C-D8B22C8E2A3F}"/>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E83B08FC-E27A-4C03-91DB-6D65043B0D9D}"/>
              </a:ext>
            </a:extLst>
          </p:cNvPr>
          <p:cNvSpPr>
            <a:spLocks xmlns:a="http://schemas.openxmlformats.org/drawingml/2006/main" noGrp="1"/>
          </p:cNvSpPr>
          <p:nvPr/>
        </p:nvSpPr>
        <p:spPr>
          <a:xfrm xmlns:a="http://schemas.openxmlformats.org/drawingml/2006/main">
            <a:off x="1352550"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Prompt 1</a:t>
            </a:r>
          </a:p>
        </p:txBody>
      </p:sp>
      <p:sp>
        <p:nvSpPr>
          <p:cNvPr id="10" name="">
            <a:extLst xmlns:a="http://schemas.openxmlformats.org/drawingml/2006/main">
              <a:ext uri="{FF2B5EF4-FFF2-40B4-BE49-F238E27FC236}">
                <a16:creationId xmlns:a16="http://schemas.microsoft.com/office/drawing/2014/main" id="{46D32A7A-1863-4D19-8ABB-F2C7501B67AF}"/>
              </a:ext>
            </a:extLst>
          </p:cNvPr>
          <p:cNvSpPr>
            <a:spLocks xmlns:a="http://schemas.openxmlformats.org/drawingml/2006/main" noGrp="1"/>
          </p:cNvSpPr>
          <p:nvPr/>
        </p:nvSpPr>
        <p:spPr>
          <a:xfrm xmlns:a="http://schemas.openxmlformats.org/drawingml/2006/main">
            <a:off x="819150" y="2990850"/>
            <a:ext cx="49815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previously taught prompt]</a:t>
            </a:r>
          </a:p>
        </p:txBody>
      </p:sp>
      <p:sp>
        <p:nvSpPr>
          <p:cNvPr id="11" name="">
            <a:extLst xmlns:a="http://schemas.openxmlformats.org/drawingml/2006/main">
              <a:ext uri="{FF2B5EF4-FFF2-40B4-BE49-F238E27FC236}">
                <a16:creationId xmlns:a16="http://schemas.microsoft.com/office/drawing/2014/main" id="{7F2A4360-67D7-464F-8988-BAA001A53E68}"/>
              </a:ext>
            </a:extLst>
          </p:cNvPr>
          <p:cNvSpPr>
            <a:spLocks xmlns:a="http://schemas.openxmlformats.org/drawingml/2006/main" noGrp="1"/>
          </p:cNvSpPr>
          <p:nvPr/>
        </p:nvSpPr>
        <p:spPr>
          <a:xfrm xmlns:a="http://schemas.openxmlformats.org/drawingml/2006/main">
            <a:off x="6181725" y="224790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2" name="">
            <a:extLst xmlns:a="http://schemas.openxmlformats.org/drawingml/2006/main">
              <a:ext uri="{FF2B5EF4-FFF2-40B4-BE49-F238E27FC236}">
                <a16:creationId xmlns:a16="http://schemas.microsoft.com/office/drawing/2014/main" id="{5132E8FD-7F8B-408D-87C2-9D63D16F0C23}"/>
              </a:ext>
            </a:extLst>
          </p:cNvPr>
          <p:cNvSpPr>
            <a:spLocks xmlns:a="http://schemas.openxmlformats.org/drawingml/2006/main" noGrp="1"/>
          </p:cNvSpPr>
          <p:nvPr/>
        </p:nvSpPr>
        <p:spPr>
          <a:xfrm xmlns:a="http://schemas.openxmlformats.org/drawingml/2006/main">
            <a:off x="6372225"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A771E82-332A-45F0-88DB-DDB6106CB196}"/>
              </a:ext>
            </a:extLst>
          </p:cNvPr>
          <p:cNvSpPr>
            <a:spLocks xmlns:a="http://schemas.openxmlformats.org/drawingml/2006/main" noGrp="1"/>
          </p:cNvSpPr>
          <p:nvPr/>
        </p:nvSpPr>
        <p:spPr>
          <a:xfrm xmlns:a="http://schemas.openxmlformats.org/drawingml/2006/main">
            <a:off x="6429375"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02</a:t>
            </a:r>
          </a:p>
        </p:txBody>
      </p:sp>
      <p:sp>
        <p:nvSpPr>
          <p:cNvPr id="14" name="">
            <a:extLst xmlns:a="http://schemas.openxmlformats.org/drawingml/2006/main">
              <a:ext uri="{FF2B5EF4-FFF2-40B4-BE49-F238E27FC236}">
                <a16:creationId xmlns:a16="http://schemas.microsoft.com/office/drawing/2014/main" id="{3BFD6D4B-3045-4C1C-B0EC-20EBCC7B1DF0}"/>
              </a:ext>
            </a:extLst>
          </p:cNvPr>
          <p:cNvSpPr>
            <a:spLocks xmlns:a="http://schemas.openxmlformats.org/drawingml/2006/main" noGrp="1"/>
          </p:cNvSpPr>
          <p:nvPr/>
        </p:nvSpPr>
        <p:spPr>
          <a:xfrm xmlns:a="http://schemas.openxmlformats.org/drawingml/2006/main">
            <a:off x="6924675"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Prompt 2</a:t>
            </a:r>
          </a:p>
        </p:txBody>
      </p:sp>
      <p:sp>
        <p:nvSpPr>
          <p:cNvPr id="15" name="">
            <a:extLst xmlns:a="http://schemas.openxmlformats.org/drawingml/2006/main">
              <a:ext uri="{FF2B5EF4-FFF2-40B4-BE49-F238E27FC236}">
                <a16:creationId xmlns:a16="http://schemas.microsoft.com/office/drawing/2014/main" id="{86B55F51-3016-4FF4-8582-014FA7FB1402}"/>
              </a:ext>
            </a:extLst>
          </p:cNvPr>
          <p:cNvSpPr>
            <a:spLocks xmlns:a="http://schemas.openxmlformats.org/drawingml/2006/main" noGrp="1"/>
          </p:cNvSpPr>
          <p:nvPr/>
        </p:nvSpPr>
        <p:spPr>
          <a:xfrm xmlns:a="http://schemas.openxmlformats.org/drawingml/2006/main">
            <a:off x="6391275" y="2990850"/>
            <a:ext cx="49815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previously taught prompt]</a:t>
            </a:r>
          </a:p>
        </p:txBody>
      </p:sp>
      <p:sp>
        <p:nvSpPr>
          <p:cNvPr id="16" name="">
            <a:extLst xmlns:a="http://schemas.openxmlformats.org/drawingml/2006/main">
              <a:ext uri="{FF2B5EF4-FFF2-40B4-BE49-F238E27FC236}">
                <a16:creationId xmlns:a16="http://schemas.microsoft.com/office/drawing/2014/main" id="{6C82067E-1635-4318-863E-407F953E0D45}"/>
              </a:ext>
            </a:extLst>
          </p:cNvPr>
          <p:cNvSpPr>
            <a:spLocks xmlns:a="http://schemas.openxmlformats.org/drawingml/2006/main" noGrp="1"/>
          </p:cNvSpPr>
          <p:nvPr/>
        </p:nvSpPr>
        <p:spPr>
          <a:xfrm xmlns:a="http://schemas.openxmlformats.org/drawingml/2006/main">
            <a:off x="609600" y="401955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7" name="">
            <a:extLst xmlns:a="http://schemas.openxmlformats.org/drawingml/2006/main">
              <a:ext uri="{FF2B5EF4-FFF2-40B4-BE49-F238E27FC236}">
                <a16:creationId xmlns:a16="http://schemas.microsoft.com/office/drawing/2014/main" id="{0F9C1AFF-7EFB-4D8B-B8F4-33D1CE204B00}"/>
              </a:ext>
            </a:extLst>
          </p:cNvPr>
          <p:cNvSpPr>
            <a:spLocks xmlns:a="http://schemas.openxmlformats.org/drawingml/2006/main" noGrp="1"/>
          </p:cNvSpPr>
          <p:nvPr/>
        </p:nvSpPr>
        <p:spPr>
          <a:xfrm xmlns:a="http://schemas.openxmlformats.org/drawingml/2006/main">
            <a:off x="800100" y="419100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DAAC9C3-31A2-4950-A9C3-36745E0369D3}"/>
              </a:ext>
            </a:extLst>
          </p:cNvPr>
          <p:cNvSpPr>
            <a:spLocks xmlns:a="http://schemas.openxmlformats.org/drawingml/2006/main" noGrp="1"/>
          </p:cNvSpPr>
          <p:nvPr/>
        </p:nvSpPr>
        <p:spPr>
          <a:xfrm xmlns:a="http://schemas.openxmlformats.org/drawingml/2006/main">
            <a:off x="857250" y="42576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03</a:t>
            </a:r>
          </a:p>
        </p:txBody>
      </p:sp>
      <p:sp>
        <p:nvSpPr>
          <p:cNvPr id="19" name="">
            <a:extLst xmlns:a="http://schemas.openxmlformats.org/drawingml/2006/main">
              <a:ext uri="{FF2B5EF4-FFF2-40B4-BE49-F238E27FC236}">
                <a16:creationId xmlns:a16="http://schemas.microsoft.com/office/drawing/2014/main" id="{6E58377F-15EB-4E6F-8356-A3AEDA27BC89}"/>
              </a:ext>
            </a:extLst>
          </p:cNvPr>
          <p:cNvSpPr>
            <a:spLocks xmlns:a="http://schemas.openxmlformats.org/drawingml/2006/main" noGrp="1"/>
          </p:cNvSpPr>
          <p:nvPr/>
        </p:nvSpPr>
        <p:spPr>
          <a:xfrm xmlns:a="http://schemas.openxmlformats.org/drawingml/2006/main">
            <a:off x="1352550" y="423862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Prompt 3</a:t>
            </a:r>
          </a:p>
        </p:txBody>
      </p:sp>
      <p:sp>
        <p:nvSpPr>
          <p:cNvPr id="20" name="">
            <a:extLst xmlns:a="http://schemas.openxmlformats.org/drawingml/2006/main">
              <a:ext uri="{FF2B5EF4-FFF2-40B4-BE49-F238E27FC236}">
                <a16:creationId xmlns:a16="http://schemas.microsoft.com/office/drawing/2014/main" id="{27BC04BA-9B12-4054-A28F-AC2C7DEB6862}"/>
              </a:ext>
            </a:extLst>
          </p:cNvPr>
          <p:cNvSpPr>
            <a:spLocks xmlns:a="http://schemas.openxmlformats.org/drawingml/2006/main" noGrp="1"/>
          </p:cNvSpPr>
          <p:nvPr/>
        </p:nvSpPr>
        <p:spPr>
          <a:xfrm xmlns:a="http://schemas.openxmlformats.org/drawingml/2006/main">
            <a:off x="819150" y="4762500"/>
            <a:ext cx="49815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previously taught prompt]</a:t>
            </a:r>
          </a:p>
        </p:txBody>
      </p:sp>
      <p:sp>
        <p:nvSpPr>
          <p:cNvPr id="21" name="">
            <a:extLst xmlns:a="http://schemas.openxmlformats.org/drawingml/2006/main">
              <a:ext uri="{FF2B5EF4-FFF2-40B4-BE49-F238E27FC236}">
                <a16:creationId xmlns:a16="http://schemas.microsoft.com/office/drawing/2014/main" id="{06AB390C-A5E1-4182-8D4F-F3FD532F7469}"/>
              </a:ext>
            </a:extLst>
          </p:cNvPr>
          <p:cNvSpPr>
            <a:spLocks xmlns:a="http://schemas.openxmlformats.org/drawingml/2006/main" noGrp="1"/>
          </p:cNvSpPr>
          <p:nvPr/>
        </p:nvSpPr>
        <p:spPr>
          <a:xfrm xmlns:a="http://schemas.openxmlformats.org/drawingml/2006/main">
            <a:off x="6181725" y="401955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22" name="">
            <a:extLst xmlns:a="http://schemas.openxmlformats.org/drawingml/2006/main">
              <a:ext uri="{FF2B5EF4-FFF2-40B4-BE49-F238E27FC236}">
                <a16:creationId xmlns:a16="http://schemas.microsoft.com/office/drawing/2014/main" id="{B56A8D00-1886-4D85-9648-BC1941E369D9}"/>
              </a:ext>
            </a:extLst>
          </p:cNvPr>
          <p:cNvSpPr>
            <a:spLocks xmlns:a="http://schemas.openxmlformats.org/drawingml/2006/main" noGrp="1"/>
          </p:cNvSpPr>
          <p:nvPr/>
        </p:nvSpPr>
        <p:spPr>
          <a:xfrm xmlns:a="http://schemas.openxmlformats.org/drawingml/2006/main">
            <a:off x="6372225" y="419100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654BB9B-2515-44C5-BA23-0BB01FE8F2EB}"/>
              </a:ext>
            </a:extLst>
          </p:cNvPr>
          <p:cNvSpPr>
            <a:spLocks xmlns:a="http://schemas.openxmlformats.org/drawingml/2006/main" noGrp="1"/>
          </p:cNvSpPr>
          <p:nvPr/>
        </p:nvSpPr>
        <p:spPr>
          <a:xfrm xmlns:a="http://schemas.openxmlformats.org/drawingml/2006/main">
            <a:off x="6429375" y="42576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04</a:t>
            </a:r>
          </a:p>
        </p:txBody>
      </p:sp>
      <p:sp>
        <p:nvSpPr>
          <p:cNvPr id="24" name="">
            <a:extLst xmlns:a="http://schemas.openxmlformats.org/drawingml/2006/main">
              <a:ext uri="{FF2B5EF4-FFF2-40B4-BE49-F238E27FC236}">
                <a16:creationId xmlns:a16="http://schemas.microsoft.com/office/drawing/2014/main" id="{465B66CC-603D-4926-8E3F-990CA17AA11B}"/>
              </a:ext>
            </a:extLst>
          </p:cNvPr>
          <p:cNvSpPr>
            <a:spLocks xmlns:a="http://schemas.openxmlformats.org/drawingml/2006/main" noGrp="1"/>
          </p:cNvSpPr>
          <p:nvPr/>
        </p:nvSpPr>
        <p:spPr>
          <a:xfrm xmlns:a="http://schemas.openxmlformats.org/drawingml/2006/main">
            <a:off x="6924675" y="423862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Prompt 4</a:t>
            </a:r>
          </a:p>
        </p:txBody>
      </p:sp>
      <p:sp>
        <p:nvSpPr>
          <p:cNvPr id="25" name="">
            <a:extLst xmlns:a="http://schemas.openxmlformats.org/drawingml/2006/main">
              <a:ext uri="{FF2B5EF4-FFF2-40B4-BE49-F238E27FC236}">
                <a16:creationId xmlns:a16="http://schemas.microsoft.com/office/drawing/2014/main" id="{9769CFC7-5126-404F-83CA-6BF8E5D1FD84}"/>
              </a:ext>
            </a:extLst>
          </p:cNvPr>
          <p:cNvSpPr>
            <a:spLocks xmlns:a="http://schemas.openxmlformats.org/drawingml/2006/main" noGrp="1"/>
          </p:cNvSpPr>
          <p:nvPr/>
        </p:nvSpPr>
        <p:spPr>
          <a:xfrm xmlns:a="http://schemas.openxmlformats.org/drawingml/2006/main">
            <a:off x="6391275" y="4762500"/>
            <a:ext cx="49815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previously taught prompt]</a:t>
            </a:r>
          </a:p>
        </p:txBody>
      </p:sp>
      <p:sp>
        <p:nvSpPr>
          <p:cNvPr id="26" name="">
            <a:extLst xmlns:a="http://schemas.openxmlformats.org/drawingml/2006/main">
              <a:ext uri="{FF2B5EF4-FFF2-40B4-BE49-F238E27FC236}">
                <a16:creationId xmlns:a16="http://schemas.microsoft.com/office/drawing/2014/main" id="{EA4EC613-E896-46DC-A3BF-8A3491675757}"/>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7A1B513-38E7-4AA4-A9DF-D60ED0987B96}"/>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8" name="">
            <a:extLst xmlns:a="http://schemas.openxmlformats.org/drawingml/2006/main">
              <a:ext uri="{FF2B5EF4-FFF2-40B4-BE49-F238E27FC236}">
                <a16:creationId xmlns:a16="http://schemas.microsoft.com/office/drawing/2014/main" id="{2439FB5A-915E-4E7A-B829-E651A82417E3}"/>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Tree>
    <p:extLst>
      <p:ext uri="{BB962C8B-B14F-4D97-AF65-F5344CB8AC3E}">
        <p14:creationId xmlns:p14="http://schemas.microsoft.com/office/powerpoint/2010/main" val="8437124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2026-10-07T20:43:20.2260000Z</dcterms:created>
  <dcterms:modified xsi:type="dcterms:W3CDTF">2026-10-07T20:43:20.2260000Z</dcterms:modified>
</coreProperties>
</file>