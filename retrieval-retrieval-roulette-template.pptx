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183746825b7490d" /><Relationship Type="http://schemas.openxmlformats.org/officeDocument/2006/relationships/extended-properties" Target="/docProps/app.xml" Id="R40b78aca33224e2f" /><Relationship Type="http://schemas.openxmlformats.org/officeDocument/2006/relationships/officeDocument" Target="/ppt/presentation.xml" Id="Rd27238df64d749e3" /></Relationships>
</file>

<file path=ppt/presentation.xml><?xml version="1.0" encoding="utf-8"?>
<p:presentation xmlns:p="http://schemas.openxmlformats.org/presentationml/2006/main">
  <p:sldMasterIdLst>
    <p:sldMasterId xmlns:r="http://schemas.openxmlformats.org/officeDocument/2006/relationships" id="2147483648" r:id="Re3d4a8a303cf4099"/>
  </p:sldMasterIdLst>
  <p:notesMasterIdLst>
    <p:notesMasterId xmlns:r="http://schemas.openxmlformats.org/officeDocument/2006/relationships" r:id="R857f4c3ba66a4ba3"/>
  </p:notesMasterIdLst>
  <p:sldIdLst>
    <p:sldId xmlns:r="http://schemas.openxmlformats.org/officeDocument/2006/relationships" id="256" r:id="R78148a50d8ad43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5fcb93d90014d54" /><Relationship Type="http://schemas.openxmlformats.org/officeDocument/2006/relationships/slideMaster" Target="/ppt/slideMasters/slideMaster1.xml" Id="Re3d4a8a303cf4099" /><Relationship Type="http://schemas.openxmlformats.org/officeDocument/2006/relationships/notesMaster" Target="/ppt/notesMasters/notesMaster1.xml" Id="R857f4c3ba66a4ba3" /><Relationship Type="http://schemas.openxmlformats.org/officeDocument/2006/relationships/presProps" Target="/ppt/presProps.xml" Id="R127dda74e8354bf1" /><Relationship Type="http://schemas.openxmlformats.org/officeDocument/2006/relationships/tableStyles" Target="/ppt/tableStyles.xml" Id="Re81e83fa7c694558" /><Relationship Type="http://schemas.openxmlformats.org/officeDocument/2006/relationships/slide" Target="/ppt/slides/slide1.xml" Id="R78148a50d8ad43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fdb88060424d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323175fd7014a47" /><Relationship Type="http://schemas.openxmlformats.org/officeDocument/2006/relationships/notesMaster" Target="/ppt/notesMasters/notesMaster1.xml" Id="Rf567934feb1245d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Adam Boxer — Retrieval Roulette</a:t>
            </a:r>
          </a:p>
          <a:p xmlns:a="http://schemas.openxmlformats.org/drawingml/2006/main">
            <a:r>
              <a:t/>
            </a:r>
          </a:p>
          <a:p xmlns:a="http://schemas.openxmlformats.org/drawingml/2006/main">
            <a:r>
              <a:t>https://achemicalorthodoxy.co.uk/2017/05/04/the-retrieval-roulette/</a:t>
            </a:r>
          </a:p>
          <a:p xmlns:a="http://schemas.openxmlformats.org/drawingml/2006/main">
            <a:r>
              <a:t/>
            </a:r>
          </a:p>
          <a:p xmlns:a="http://schemas.openxmlformats.org/drawingml/2006/main">
            <a:r>
              <a:t>Boxer published Retrieval Roulette in 2017. His tool selects questions; the TNT activity wheel selects activity formats and is a separate feature.</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https://tnt-teaching-tools.github.io/retrieval-toolkit/retrieval-retrieval-roulette.html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9312235f9f4ab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402a1fad2c4470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6aa4f4d0024cb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86edc196ac94eb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d8485cb478742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16c49adad3e4b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cc5665810f417d" /><Relationship Type="http://schemas.openxmlformats.org/officeDocument/2006/relationships/slideLayout" Target="/ppt/slideLayouts/slideLayout1.xml" Id="R2b93f118e6824408" /><Relationship Type="http://schemas.openxmlformats.org/officeDocument/2006/relationships/slideLayout" Target="/ppt/slideLayouts/slideLayout2.xml" Id="Rfcca333476a448d6" /><Relationship Type="http://schemas.openxmlformats.org/officeDocument/2006/relationships/slideLayout" Target="/ppt/slideLayouts/slideLayout3.xml" Id="Rc01e7b2943df41e6" /><Relationship Type="http://schemas.openxmlformats.org/officeDocument/2006/relationships/slideLayout" Target="/ppt/slideLayouts/slideLayout4.xml" Id="R083027f4eada47c2" /><Relationship Type="http://schemas.openxmlformats.org/officeDocument/2006/relationships/slideLayout" Target="/ppt/slideLayouts/slideLayout5.xml" Id="R92cee40053414318" /><Relationship Type="http://schemas.openxmlformats.org/officeDocument/2006/relationships/slideLayout" Target="/ppt/slideLayouts/slideLayout6.xml" Id="R742a5579fe314f3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b93f118e6824408"/>
    <p:sldLayoutId xmlns:r="http://schemas.openxmlformats.org/officeDocument/2006/relationships" id="2147483650" r:id="Rfcca333476a448d6"/>
    <p:sldLayoutId xmlns:r="http://schemas.openxmlformats.org/officeDocument/2006/relationships" id="2147483651" r:id="Rc01e7b2943df41e6"/>
    <p:sldLayoutId xmlns:r="http://schemas.openxmlformats.org/officeDocument/2006/relationships" id="2147483652" r:id="R083027f4eada47c2"/>
    <p:sldLayoutId xmlns:r="http://schemas.openxmlformats.org/officeDocument/2006/relationships" id="2147483653" r:id="R92cee40053414318"/>
    <p:sldLayoutId xmlns:r="http://schemas.openxmlformats.org/officeDocument/2006/relationships" id="2147483654" r:id="R742a5579fe314f3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4aacf7f54bb4d5b" /><Relationship Type="http://schemas.openxmlformats.org/officeDocument/2006/relationships/hyperlink" Target="https://achemicalorthodoxy.co.uk/2017/05/04/the-retrieval-roulette/" TargetMode="External" Id="R78aa09fa789447ac" /><Relationship Type="http://schemas.openxmlformats.org/officeDocument/2006/relationships/notesSlide" Target="/ppt/notesSlides/notesSlide1.xml" Id="R2d8957e04fb948a6"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57FD904-9475-4233-A3AE-FDA809A391C5}"/>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Retrieval Roulette</a:t>
            </a:r>
          </a:p>
        </p:txBody>
      </p:sp>
      <p:sp>
        <p:nvSpPr>
          <p:cNvPr id="2" name="">
            <a:extLst xmlns:a="http://schemas.openxmlformats.org/drawingml/2006/main">
              <a:ext uri="{FF2B5EF4-FFF2-40B4-BE49-F238E27FC236}">
                <a16:creationId xmlns:a16="http://schemas.microsoft.com/office/drawing/2014/main" id="{DAAC5D83-443F-4759-9A91-0B31D7AB7342}"/>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0FF2D8D-2F2F-46F9-9144-6D71473A019D}"/>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A331510-DDD5-4B6F-ABA0-F9B952129C6C}"/>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4A9E6791-1294-4D20-8BD4-EBBE6D6F4976}"/>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63DED87D-804D-4588-99C8-A419F2D10F7D}"/>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7072A3FB-B208-433E-89D5-F2D6D6DD54E4}"/>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6CDBC9-70A1-4A1C-B5C1-1632161EB5E0}"/>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56C845D2-0182-4059-8566-2E23D4A15147}"/>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1</a:t>
            </a:r>
          </a:p>
        </p:txBody>
      </p:sp>
      <p:sp>
        <p:nvSpPr>
          <p:cNvPr id="10" name="">
            <a:extLst xmlns:a="http://schemas.openxmlformats.org/drawingml/2006/main">
              <a:ext uri="{FF2B5EF4-FFF2-40B4-BE49-F238E27FC236}">
                <a16:creationId xmlns:a16="http://schemas.microsoft.com/office/drawing/2014/main" id="{A8175731-E28C-4540-980E-0463F2A8862C}"/>
              </a:ext>
            </a:extLst>
          </p:cNvPr>
          <p:cNvSpPr>
            <a:spLocks xmlns:a="http://schemas.openxmlformats.org/drawingml/2006/main" noGrp="1"/>
          </p:cNvSpPr>
          <p:nvPr/>
        </p:nvSpPr>
        <p:spPr>
          <a:xfrm xmlns:a="http://schemas.openxmlformats.org/drawingml/2006/main">
            <a:off x="819150" y="299085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previously taught prompt]</a:t>
            </a:r>
          </a:p>
        </p:txBody>
      </p:sp>
      <p:sp>
        <p:nvSpPr>
          <p:cNvPr id="11" name="">
            <a:extLst xmlns:a="http://schemas.openxmlformats.org/drawingml/2006/main">
              <a:ext uri="{FF2B5EF4-FFF2-40B4-BE49-F238E27FC236}">
                <a16:creationId xmlns:a16="http://schemas.microsoft.com/office/drawing/2014/main" id="{38A73EFF-F3FC-495C-B2EC-DB57AD74C5B5}"/>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24BB038C-EA93-4862-A0CA-D21C0693F1A2}"/>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FD60B5B-600E-4B16-A71D-9E1FF21B251D}"/>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E56FE262-374F-4541-B3D7-12DB23C69295}"/>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2</a:t>
            </a:r>
          </a:p>
        </p:txBody>
      </p:sp>
      <p:sp>
        <p:nvSpPr>
          <p:cNvPr id="15" name="">
            <a:extLst xmlns:a="http://schemas.openxmlformats.org/drawingml/2006/main">
              <a:ext uri="{FF2B5EF4-FFF2-40B4-BE49-F238E27FC236}">
                <a16:creationId xmlns:a16="http://schemas.microsoft.com/office/drawing/2014/main" id="{F79C35F5-1D7B-4B1B-BB0B-AAD1216CAA7A}"/>
              </a:ext>
            </a:extLst>
          </p:cNvPr>
          <p:cNvSpPr>
            <a:spLocks xmlns:a="http://schemas.openxmlformats.org/drawingml/2006/main" noGrp="1"/>
          </p:cNvSpPr>
          <p:nvPr/>
        </p:nvSpPr>
        <p:spPr>
          <a:xfrm xmlns:a="http://schemas.openxmlformats.org/drawingml/2006/main">
            <a:off x="6391275" y="299085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previously taught prompt]</a:t>
            </a:r>
          </a:p>
        </p:txBody>
      </p:sp>
      <p:sp>
        <p:nvSpPr>
          <p:cNvPr id="16" name="">
            <a:extLst xmlns:a="http://schemas.openxmlformats.org/drawingml/2006/main">
              <a:ext uri="{FF2B5EF4-FFF2-40B4-BE49-F238E27FC236}">
                <a16:creationId xmlns:a16="http://schemas.microsoft.com/office/drawing/2014/main" id="{E6DEAE08-2282-417B-B023-EE3700935117}"/>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DBACF712-721E-4A45-87DD-C436E5B6BDE5}"/>
              </a:ext>
            </a:extLst>
          </p:cNvPr>
          <p:cNvSpPr>
            <a:spLocks xmlns:a="http://schemas.openxmlformats.org/drawingml/2006/main" noGrp="1"/>
          </p:cNvSpPr>
          <p:nvPr/>
        </p:nvSpPr>
        <p:spPr>
          <a:xfrm xmlns:a="http://schemas.openxmlformats.org/drawingml/2006/main">
            <a:off x="8001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65EDD95-C9C4-4622-9073-C999AE69B8EB}"/>
              </a:ext>
            </a:extLst>
          </p:cNvPr>
          <p:cNvSpPr>
            <a:spLocks xmlns:a="http://schemas.openxmlformats.org/drawingml/2006/main" noGrp="1"/>
          </p:cNvSpPr>
          <p:nvPr/>
        </p:nvSpPr>
        <p:spPr>
          <a:xfrm xmlns:a="http://schemas.openxmlformats.org/drawingml/2006/main">
            <a:off x="8572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61D8A381-B96E-4C54-926A-5142B7BCAA3A}"/>
              </a:ext>
            </a:extLst>
          </p:cNvPr>
          <p:cNvSpPr>
            <a:spLocks xmlns:a="http://schemas.openxmlformats.org/drawingml/2006/main" noGrp="1"/>
          </p:cNvSpPr>
          <p:nvPr/>
        </p:nvSpPr>
        <p:spPr>
          <a:xfrm xmlns:a="http://schemas.openxmlformats.org/drawingml/2006/main">
            <a:off x="1352550" y="423862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3</a:t>
            </a:r>
          </a:p>
        </p:txBody>
      </p:sp>
      <p:sp>
        <p:nvSpPr>
          <p:cNvPr id="20" name="">
            <a:extLst xmlns:a="http://schemas.openxmlformats.org/drawingml/2006/main">
              <a:ext uri="{FF2B5EF4-FFF2-40B4-BE49-F238E27FC236}">
                <a16:creationId xmlns:a16="http://schemas.microsoft.com/office/drawing/2014/main" id="{2A44B919-CFE6-4C86-9513-48AE86D9E271}"/>
              </a:ext>
            </a:extLst>
          </p:cNvPr>
          <p:cNvSpPr>
            <a:spLocks xmlns:a="http://schemas.openxmlformats.org/drawingml/2006/main" noGrp="1"/>
          </p:cNvSpPr>
          <p:nvPr/>
        </p:nvSpPr>
        <p:spPr>
          <a:xfrm xmlns:a="http://schemas.openxmlformats.org/drawingml/2006/main">
            <a:off x="819150" y="476250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previously taught prompt]</a:t>
            </a:r>
          </a:p>
        </p:txBody>
      </p:sp>
      <p:sp>
        <p:nvSpPr>
          <p:cNvPr id="21" name="">
            <a:extLst xmlns:a="http://schemas.openxmlformats.org/drawingml/2006/main">
              <a:ext uri="{FF2B5EF4-FFF2-40B4-BE49-F238E27FC236}">
                <a16:creationId xmlns:a16="http://schemas.microsoft.com/office/drawing/2014/main" id="{9B965FDA-D1DC-47A7-B1E0-7BD57D910A3C}"/>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0D0EB753-EB52-4D9E-A7E4-C4202468EB53}"/>
              </a:ext>
            </a:extLst>
          </p:cNvPr>
          <p:cNvSpPr>
            <a:spLocks xmlns:a="http://schemas.openxmlformats.org/drawingml/2006/main" noGrp="1"/>
          </p:cNvSpPr>
          <p:nvPr/>
        </p:nvSpPr>
        <p:spPr>
          <a:xfrm xmlns:a="http://schemas.openxmlformats.org/drawingml/2006/main">
            <a:off x="6372225"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475406F-E656-4E3D-B9DA-92FCE7D86E73}"/>
              </a:ext>
            </a:extLst>
          </p:cNvPr>
          <p:cNvSpPr>
            <a:spLocks xmlns:a="http://schemas.openxmlformats.org/drawingml/2006/main" noGrp="1"/>
          </p:cNvSpPr>
          <p:nvPr/>
        </p:nvSpPr>
        <p:spPr>
          <a:xfrm xmlns:a="http://schemas.openxmlformats.org/drawingml/2006/main">
            <a:off x="6429375"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3639F398-C627-48B0-A708-CBD6B5563C7B}"/>
              </a:ext>
            </a:extLst>
          </p:cNvPr>
          <p:cNvSpPr>
            <a:spLocks xmlns:a="http://schemas.openxmlformats.org/drawingml/2006/main" noGrp="1"/>
          </p:cNvSpPr>
          <p:nvPr/>
        </p:nvSpPr>
        <p:spPr>
          <a:xfrm xmlns:a="http://schemas.openxmlformats.org/drawingml/2006/main">
            <a:off x="6924675" y="423862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Prompt 4</a:t>
            </a:r>
          </a:p>
        </p:txBody>
      </p:sp>
      <p:sp>
        <p:nvSpPr>
          <p:cNvPr id="25" name="">
            <a:extLst xmlns:a="http://schemas.openxmlformats.org/drawingml/2006/main">
              <a:ext uri="{FF2B5EF4-FFF2-40B4-BE49-F238E27FC236}">
                <a16:creationId xmlns:a16="http://schemas.microsoft.com/office/drawing/2014/main" id="{B953AD76-95A4-4198-906D-EDF0B8AC78B5}"/>
              </a:ext>
            </a:extLst>
          </p:cNvPr>
          <p:cNvSpPr>
            <a:spLocks xmlns:a="http://schemas.openxmlformats.org/drawingml/2006/main" noGrp="1"/>
          </p:cNvSpPr>
          <p:nvPr/>
        </p:nvSpPr>
        <p:spPr>
          <a:xfrm xmlns:a="http://schemas.openxmlformats.org/drawingml/2006/main">
            <a:off x="6391275" y="476250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previously taught prompt]</a:t>
            </a:r>
          </a:p>
        </p:txBody>
      </p:sp>
      <p:sp>
        <p:nvSpPr>
          <p:cNvPr id="26" name="">
            <a:extLst xmlns:a="http://schemas.openxmlformats.org/drawingml/2006/main">
              <a:ext uri="{FF2B5EF4-FFF2-40B4-BE49-F238E27FC236}">
                <a16:creationId xmlns:a16="http://schemas.microsoft.com/office/drawing/2014/main" id="{EFF21504-660D-4FC0-9598-2F3F3B5467EB}"/>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9BB5F296-B4CB-44A9-877F-FE320122B5EC}"/>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8" name="">
            <a:extLst xmlns:a="http://schemas.openxmlformats.org/drawingml/2006/main">
              <a:ext uri="{FF2B5EF4-FFF2-40B4-BE49-F238E27FC236}">
                <a16:creationId xmlns:a16="http://schemas.microsoft.com/office/drawing/2014/main" id="{2C5EFD5B-0AAC-42C1-9FC5-05C9536277BA}"/>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30" name="source-credit">
            <a:extLst xmlns:a="http://schemas.openxmlformats.org/drawingml/2006/main">
              <a:ext uri="{FF2B5EF4-FFF2-40B4-BE49-F238E27FC236}">
                <a16:creationId xmlns:a16="http://schemas.microsoft.com/office/drawing/2014/main" id="{E1B2C179-0181-4A19-9C8A-76E31DD3CECE}"/>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78aa09fa789447ac"/>
              </a:rPr>
              <a:t>Adam Boxer — Retrieval Roulette — original guidance</a:t>
            </a:r>
          </a:p>
        </p:txBody>
      </p:sp>
    </p:spTree>
    <p:extLst>
      <p:ext uri="{BB962C8B-B14F-4D97-AF65-F5344CB8AC3E}">
        <p14:creationId xmlns:p14="http://schemas.microsoft.com/office/powerpoint/2010/main" val="20124808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2026-10-08T06:08:33.4570000Z</dcterms:created>
  <dcterms:modified xsi:type="dcterms:W3CDTF">2026-10-08T06:08:33.4570000Z</dcterms:modified>
</coreProperties>
</file>