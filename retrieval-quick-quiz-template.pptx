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3e6664475147a0" /><Relationship Type="http://schemas.openxmlformats.org/officeDocument/2006/relationships/extended-properties" Target="/docProps/app.xml" Id="Raad8839035ff4a53" /><Relationship Type="http://schemas.openxmlformats.org/officeDocument/2006/relationships/officeDocument" Target="/ppt/presentation.xml" Id="R4e5a0777eb8d43bb" /></Relationships>
</file>

<file path=ppt/presentation.xml><?xml version="1.0" encoding="utf-8"?>
<p:presentation xmlns:p="http://schemas.openxmlformats.org/presentationml/2006/main">
  <p:sldMasterIdLst>
    <p:sldMasterId xmlns:r="http://schemas.openxmlformats.org/officeDocument/2006/relationships" id="2147483648" r:id="R8d0701f8c8844e3e"/>
  </p:sldMasterIdLst>
  <p:notesMasterIdLst>
    <p:notesMasterId xmlns:r="http://schemas.openxmlformats.org/officeDocument/2006/relationships" r:id="R10f6d6fcc37f47bd"/>
  </p:notesMasterIdLst>
  <p:sldIdLst>
    <p:sldId xmlns:r="http://schemas.openxmlformats.org/officeDocument/2006/relationships" id="256" r:id="R12408038d0a44a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cdcb448b4e482c" /><Relationship Type="http://schemas.openxmlformats.org/officeDocument/2006/relationships/slideMaster" Target="/ppt/slideMasters/slideMaster1.xml" Id="R8d0701f8c8844e3e" /><Relationship Type="http://schemas.openxmlformats.org/officeDocument/2006/relationships/notesMaster" Target="/ppt/notesMasters/notesMaster1.xml" Id="R10f6d6fcc37f47bd" /><Relationship Type="http://schemas.openxmlformats.org/officeDocument/2006/relationships/presProps" Target="/ppt/presProps.xml" Id="Re0daca10300740e1" /><Relationship Type="http://schemas.openxmlformats.org/officeDocument/2006/relationships/tableStyles" Target="/ppt/tableStyles.xml" Id="Rf86bbb8822294194" /><Relationship Type="http://schemas.openxmlformats.org/officeDocument/2006/relationships/slide" Target="/ppt/slides/slide1.xml" Id="R12408038d0a44a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232510066343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bc58bccf914d44" /><Relationship Type="http://schemas.openxmlformats.org/officeDocument/2006/relationships/notesMaster" Target="/ppt/notesMasters/notesMaster1.xml" Id="Re563b1bd7dcb41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cb9e552f0b43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c3834e1deb4a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b324c633d64f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6deb36b5a94bc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682ea96ca04a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7db14bca2f43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14171B3-73F0-4EAE-B54A-388C23C97F78}"/>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926C471-9D7D-4290-8D55-414BC2B32DC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8028714D-2957-44BC-91C9-FA77A09E754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6FFECEEA-31F8-4DBF-A7EB-98627834E4D1}"/>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8C19472E-36F1-4C13-BBC6-AC6225ACF65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86D9094-0544-4A0C-A1A0-723A377E189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81DE400-3209-490D-9370-882D5EB8FA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6F3394ED-A77C-4FC6-8D1F-469D37B1A64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D0F10862-F315-4672-B7CC-3CA1B0E592B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BE5982C-03B9-4FE9-A9ED-37E190A469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D5D3899-ADFD-4F78-BE30-7B6DC14130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52040216-6AFE-4554-A8E9-CC979EF2E61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0B2B8F3-6A7F-443B-AA93-D0A65641C17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4DF4868-B6EA-408A-806B-C812F97584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A8AAC9C-A228-4B35-9ADE-D62CD1254C2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2473d5c52f4a44" /><Relationship Type="http://schemas.openxmlformats.org/officeDocument/2006/relationships/slideLayout" Target="/ppt/slideLayouts/slideLayout1.xml" Id="R8684337ac49741da" /><Relationship Type="http://schemas.openxmlformats.org/officeDocument/2006/relationships/slideLayout" Target="/ppt/slideLayouts/slideLayout2.xml" Id="Re41bf14b16e74c80" /><Relationship Type="http://schemas.openxmlformats.org/officeDocument/2006/relationships/slideLayout" Target="/ppt/slideLayouts/slideLayout3.xml" Id="R6020a3b11a4349fe" /><Relationship Type="http://schemas.openxmlformats.org/officeDocument/2006/relationships/slideLayout" Target="/ppt/slideLayouts/slideLayout4.xml" Id="Rec79f06697df4025" /><Relationship Type="http://schemas.openxmlformats.org/officeDocument/2006/relationships/slideLayout" Target="/ppt/slideLayouts/slideLayout5.xml" Id="Rbc495a7268f84f25" /><Relationship Type="http://schemas.openxmlformats.org/officeDocument/2006/relationships/slideLayout" Target="/ppt/slideLayouts/slideLayout6.xml" Id="R4efb33dd518c4e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84337ac49741da"/>
    <p:sldLayoutId xmlns:r="http://schemas.openxmlformats.org/officeDocument/2006/relationships" id="2147483650" r:id="Re41bf14b16e74c80"/>
    <p:sldLayoutId xmlns:r="http://schemas.openxmlformats.org/officeDocument/2006/relationships" id="2147483651" r:id="R6020a3b11a4349fe"/>
    <p:sldLayoutId xmlns:r="http://schemas.openxmlformats.org/officeDocument/2006/relationships" id="2147483652" r:id="Rec79f06697df4025"/>
    <p:sldLayoutId xmlns:r="http://schemas.openxmlformats.org/officeDocument/2006/relationships" id="2147483653" r:id="Rbc495a7268f84f25"/>
    <p:sldLayoutId xmlns:r="http://schemas.openxmlformats.org/officeDocument/2006/relationships" id="2147483654" r:id="R4efb33dd518c4e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05d543295c48dd" /><Relationship Type="http://schemas.openxmlformats.org/officeDocument/2006/relationships/notesSlide" Target="/ppt/notesSlides/notesSlide1.xml" Id="Rc820850208b445f3"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22BFAE0-92CD-4E45-A253-0D79DFBDB440}"/>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Low-stakes mini-quiz</a:t>
            </a:r>
          </a:p>
        </p:txBody>
      </p:sp>
      <p:sp>
        <p:nvSpPr>
          <p:cNvPr id="2" name="">
            <a:extLst xmlns:a="http://schemas.openxmlformats.org/drawingml/2006/main">
              <a:ext uri="{FF2B5EF4-FFF2-40B4-BE49-F238E27FC236}">
                <a16:creationId xmlns:a16="http://schemas.microsoft.com/office/drawing/2014/main" id="{1DBEF471-E6AA-4838-8F29-64441342D940}"/>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35FDB9F1-F835-452E-AFB2-6F5A2D821E8E}"/>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5402AB-435C-4CB2-A45F-B8D5285BDF56}"/>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62A28063-2ACF-497B-B009-B6D4E17925F3}"/>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5D91F13A-7E9C-4C05-8F7E-D38F1322C442}"/>
              </a:ext>
            </a:extLst>
          </p:cNvPr>
          <p:cNvSpPr>
            <a:spLocks xmlns:a="http://schemas.openxmlformats.org/drawingml/2006/main" noGrp="1"/>
          </p:cNvSpPr>
          <p:nvPr/>
        </p:nvSpPr>
        <p:spPr>
          <a:xfrm xmlns:a="http://schemas.openxmlformats.org/drawingml/2006/main">
            <a:off x="609600" y="2247900"/>
            <a:ext cx="10972800" cy="714375"/>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5FC22B16-E2FE-4836-BD65-A11BD5F41D15}"/>
              </a:ext>
            </a:extLst>
          </p:cNvPr>
          <p:cNvSpPr>
            <a:spLocks xmlns:a="http://schemas.openxmlformats.org/drawingml/2006/main" noGrp="1"/>
          </p:cNvSpPr>
          <p:nvPr/>
        </p:nvSpPr>
        <p:spPr>
          <a:xfrm xmlns:a="http://schemas.openxmlformats.org/drawingml/2006/main">
            <a:off x="781050" y="23812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1  [Your question]</a:t>
            </a:r>
          </a:p>
        </p:txBody>
      </p:sp>
      <p:sp>
        <p:nvSpPr>
          <p:cNvPr id="8" name="">
            <a:extLst xmlns:a="http://schemas.openxmlformats.org/drawingml/2006/main">
              <a:ext uri="{FF2B5EF4-FFF2-40B4-BE49-F238E27FC236}">
                <a16:creationId xmlns:a16="http://schemas.microsoft.com/office/drawing/2014/main" id="{C1AAC3D9-DC07-462A-B44F-DA0BFFF1CE94}"/>
              </a:ext>
            </a:extLst>
          </p:cNvPr>
          <p:cNvSpPr>
            <a:spLocks xmlns:a="http://schemas.openxmlformats.org/drawingml/2006/main" noGrp="1"/>
          </p:cNvSpPr>
          <p:nvPr/>
        </p:nvSpPr>
        <p:spPr>
          <a:xfrm xmlns:a="http://schemas.openxmlformats.org/drawingml/2006/main">
            <a:off x="609600" y="3133725"/>
            <a:ext cx="10972800" cy="714375"/>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1C28D85A-9E77-482C-97CA-00879A2F63DE}"/>
              </a:ext>
            </a:extLst>
          </p:cNvPr>
          <p:cNvSpPr>
            <a:spLocks xmlns:a="http://schemas.openxmlformats.org/drawingml/2006/main" noGrp="1"/>
          </p:cNvSpPr>
          <p:nvPr/>
        </p:nvSpPr>
        <p:spPr>
          <a:xfrm xmlns:a="http://schemas.openxmlformats.org/drawingml/2006/main">
            <a:off x="781050" y="326707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2  [Your question]</a:t>
            </a:r>
          </a:p>
        </p:txBody>
      </p:sp>
      <p:sp>
        <p:nvSpPr>
          <p:cNvPr id="10" name="">
            <a:extLst xmlns:a="http://schemas.openxmlformats.org/drawingml/2006/main">
              <a:ext uri="{FF2B5EF4-FFF2-40B4-BE49-F238E27FC236}">
                <a16:creationId xmlns:a16="http://schemas.microsoft.com/office/drawing/2014/main" id="{74DE2BF7-8AB7-41AF-A2AB-CEE34B7211D5}"/>
              </a:ext>
            </a:extLst>
          </p:cNvPr>
          <p:cNvSpPr>
            <a:spLocks xmlns:a="http://schemas.openxmlformats.org/drawingml/2006/main" noGrp="1"/>
          </p:cNvSpPr>
          <p:nvPr/>
        </p:nvSpPr>
        <p:spPr>
          <a:xfrm xmlns:a="http://schemas.openxmlformats.org/drawingml/2006/main">
            <a:off x="609600" y="4019550"/>
            <a:ext cx="10972800" cy="714375"/>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4B62A9B1-2DEF-4DA4-8D6A-48702B90AD3E}"/>
              </a:ext>
            </a:extLst>
          </p:cNvPr>
          <p:cNvSpPr>
            <a:spLocks xmlns:a="http://schemas.openxmlformats.org/drawingml/2006/main" noGrp="1"/>
          </p:cNvSpPr>
          <p:nvPr/>
        </p:nvSpPr>
        <p:spPr>
          <a:xfrm xmlns:a="http://schemas.openxmlformats.org/drawingml/2006/main">
            <a:off x="781050" y="415290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3  [Your question]</a:t>
            </a:r>
          </a:p>
        </p:txBody>
      </p:sp>
      <p:sp>
        <p:nvSpPr>
          <p:cNvPr id="12" name="">
            <a:extLst xmlns:a="http://schemas.openxmlformats.org/drawingml/2006/main">
              <a:ext uri="{FF2B5EF4-FFF2-40B4-BE49-F238E27FC236}">
                <a16:creationId xmlns:a16="http://schemas.microsoft.com/office/drawing/2014/main" id="{FC878B62-31DB-4267-9650-CD1636D1E1D5}"/>
              </a:ext>
            </a:extLst>
          </p:cNvPr>
          <p:cNvSpPr>
            <a:spLocks xmlns:a="http://schemas.openxmlformats.org/drawingml/2006/main" noGrp="1"/>
          </p:cNvSpPr>
          <p:nvPr/>
        </p:nvSpPr>
        <p:spPr>
          <a:xfrm xmlns:a="http://schemas.openxmlformats.org/drawingml/2006/main">
            <a:off x="609600" y="4905375"/>
            <a:ext cx="10972800" cy="714375"/>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961E3760-75FF-48EC-B41A-6ED344CE0671}"/>
              </a:ext>
            </a:extLst>
          </p:cNvPr>
          <p:cNvSpPr>
            <a:spLocks xmlns:a="http://schemas.openxmlformats.org/drawingml/2006/main" noGrp="1"/>
          </p:cNvSpPr>
          <p:nvPr/>
        </p:nvSpPr>
        <p:spPr>
          <a:xfrm xmlns:a="http://schemas.openxmlformats.org/drawingml/2006/main">
            <a:off x="781050" y="503872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4  [Your question]</a:t>
            </a:r>
          </a:p>
        </p:txBody>
      </p:sp>
      <p:sp>
        <p:nvSpPr>
          <p:cNvPr id="14" name="">
            <a:extLst xmlns:a="http://schemas.openxmlformats.org/drawingml/2006/main">
              <a:ext uri="{FF2B5EF4-FFF2-40B4-BE49-F238E27FC236}">
                <a16:creationId xmlns:a16="http://schemas.microsoft.com/office/drawing/2014/main" id="{8091CBAC-6252-41F0-8452-27370D9637A5}"/>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BEE5BE5-CA43-4CED-BB62-940AB8B6C8D5}"/>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6" name="">
            <a:extLst xmlns:a="http://schemas.openxmlformats.org/drawingml/2006/main">
              <a:ext uri="{FF2B5EF4-FFF2-40B4-BE49-F238E27FC236}">
                <a16:creationId xmlns:a16="http://schemas.microsoft.com/office/drawing/2014/main" id="{524EDEF8-9AC0-47CF-8608-E667980E70E9}"/>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13334226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2026-10-07T20:43:44.7740000Z</dcterms:created>
  <dcterms:modified xsi:type="dcterms:W3CDTF">2026-10-07T20:43:44.7740000Z</dcterms:modified>
</coreProperties>
</file>