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6e00378f4034d7a" /><Relationship Type="http://schemas.openxmlformats.org/officeDocument/2006/relationships/extended-properties" Target="/docProps/app.xml" Id="R1c1cc2e18e7840ab" /><Relationship Type="http://schemas.openxmlformats.org/officeDocument/2006/relationships/officeDocument" Target="/ppt/presentation.xml" Id="R7c8b6fa14f9b46f1" /></Relationships>
</file>

<file path=ppt/presentation.xml><?xml version="1.0" encoding="utf-8"?>
<p:presentation xmlns:p="http://schemas.openxmlformats.org/presentationml/2006/main">
  <p:sldMasterIdLst>
    <p:sldMasterId xmlns:r="http://schemas.openxmlformats.org/officeDocument/2006/relationships" id="2147483648" r:id="Rb03e4c60323d4971"/>
  </p:sldMasterIdLst>
  <p:notesMasterIdLst>
    <p:notesMasterId xmlns:r="http://schemas.openxmlformats.org/officeDocument/2006/relationships" r:id="R634bd21bf9124d43"/>
  </p:notesMasterIdLst>
  <p:sldIdLst>
    <p:sldId xmlns:r="http://schemas.openxmlformats.org/officeDocument/2006/relationships" id="256" r:id="Rdb200075cd3c4be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2e9a171295a46ef" /><Relationship Type="http://schemas.openxmlformats.org/officeDocument/2006/relationships/slideMaster" Target="/ppt/slideMasters/slideMaster1.xml" Id="Rb03e4c60323d4971" /><Relationship Type="http://schemas.openxmlformats.org/officeDocument/2006/relationships/notesMaster" Target="/ppt/notesMasters/notesMaster1.xml" Id="R634bd21bf9124d43" /><Relationship Type="http://schemas.openxmlformats.org/officeDocument/2006/relationships/presProps" Target="/ppt/presProps.xml" Id="Re774b49cd9654f86" /><Relationship Type="http://schemas.openxmlformats.org/officeDocument/2006/relationships/tableStyles" Target="/ppt/tableStyles.xml" Id="R1213fea1d70a44f8" /><Relationship Type="http://schemas.openxmlformats.org/officeDocument/2006/relationships/slide" Target="/ppt/slides/slide1.xml" Id="Rdb200075cd3c4be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a806c8e331648b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e01d427e04468a" /><Relationship Type="http://schemas.openxmlformats.org/officeDocument/2006/relationships/notesMaster" Target="/ppt/notesMasters/notesMaster1.xml" Id="R1a45dfbb86f54cb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Pooja K. Agarwal &amp; Patrice M. Bain — mini-quiz classroom guidance</a:t>
            </a:r>
          </a:p>
          <a:p xmlns:a="http://schemas.openxmlformats.org/drawingml/2006/main">
            <a:r>
              <a:t/>
            </a:r>
          </a:p>
          <a:p xmlns:a="http://schemas.openxmlformats.org/drawingml/2006/main">
            <a:r>
              <a:t>https://www.retrievalpractice.org/strategies/groupwork</a:t>
            </a:r>
          </a:p>
          <a:p xmlns:a="http://schemas.openxmlformats.org/drawingml/2006/main">
            <a:r>
              <a:t/>
            </a:r>
          </a:p>
          <a:p xmlns:a="http://schemas.openxmlformats.org/drawingml/2006/main">
            <a:r>
              <a:t>Mini-quizzes are a longstanding teaching routine. Agarwal and Bain’s Powerful Teaching includes this approach; this guide credits their classroom guidance rather than claiming they invented quizzes.</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https://tnt-teaching-tools.github.io/retrieval-toolkit/retrieval-quick-quiz.html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70f27315ba9465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65c59becd674ff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75e9046cf494a0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eadd998f93f457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dcb180733ca445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2182f37f05a47b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7f16949af3645d9" /><Relationship Type="http://schemas.openxmlformats.org/officeDocument/2006/relationships/slideLayout" Target="/ppt/slideLayouts/slideLayout1.xml" Id="R8de7d62ded9c4847" /><Relationship Type="http://schemas.openxmlformats.org/officeDocument/2006/relationships/slideLayout" Target="/ppt/slideLayouts/slideLayout2.xml" Id="R19f948325ad54efc" /><Relationship Type="http://schemas.openxmlformats.org/officeDocument/2006/relationships/slideLayout" Target="/ppt/slideLayouts/slideLayout3.xml" Id="R14e51bff38ce4176" /><Relationship Type="http://schemas.openxmlformats.org/officeDocument/2006/relationships/slideLayout" Target="/ppt/slideLayouts/slideLayout4.xml" Id="Raf8658265b2f41d6" /><Relationship Type="http://schemas.openxmlformats.org/officeDocument/2006/relationships/slideLayout" Target="/ppt/slideLayouts/slideLayout5.xml" Id="Rd7b700ded3144586" /><Relationship Type="http://schemas.openxmlformats.org/officeDocument/2006/relationships/slideLayout" Target="/ppt/slideLayouts/slideLayout6.xml" Id="R0fd89102dfe442a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de7d62ded9c4847"/>
    <p:sldLayoutId xmlns:r="http://schemas.openxmlformats.org/officeDocument/2006/relationships" id="2147483650" r:id="R19f948325ad54efc"/>
    <p:sldLayoutId xmlns:r="http://schemas.openxmlformats.org/officeDocument/2006/relationships" id="2147483651" r:id="R14e51bff38ce4176"/>
    <p:sldLayoutId xmlns:r="http://schemas.openxmlformats.org/officeDocument/2006/relationships" id="2147483652" r:id="Raf8658265b2f41d6"/>
    <p:sldLayoutId xmlns:r="http://schemas.openxmlformats.org/officeDocument/2006/relationships" id="2147483653" r:id="Rd7b700ded3144586"/>
    <p:sldLayoutId xmlns:r="http://schemas.openxmlformats.org/officeDocument/2006/relationships" id="2147483654" r:id="R0fd89102dfe442a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b56559ef8b54e70" /><Relationship Type="http://schemas.openxmlformats.org/officeDocument/2006/relationships/hyperlink" Target="https://www.retrievalpractice.org/strategies/groupwork" TargetMode="External" Id="Rdc35f12ec86142d3" /><Relationship Type="http://schemas.openxmlformats.org/officeDocument/2006/relationships/notesSlide" Target="/ppt/notesSlides/notesSlide1.xml" Id="Ra23abf975219450d"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5B24B68-E3B7-426B-814B-0DB4A1524C3B}"/>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Low-stakes mini-quiz</a:t>
            </a:r>
          </a:p>
        </p:txBody>
      </p:sp>
      <p:sp>
        <p:nvSpPr>
          <p:cNvPr id="2" name="">
            <a:extLst xmlns:a="http://schemas.openxmlformats.org/drawingml/2006/main">
              <a:ext uri="{FF2B5EF4-FFF2-40B4-BE49-F238E27FC236}">
                <a16:creationId xmlns:a16="http://schemas.microsoft.com/office/drawing/2014/main" id="{16AEAB6E-DCFC-4B3D-A0A0-309E40F573BA}"/>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8FA84DFE-6B21-4ADB-85DB-6E4B9EA9867B}"/>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EACE51C-E319-4017-B093-F53139ED9827}"/>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757B4D5B-2BA2-4D27-9E1D-9DF0FD6E303A}"/>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79AAAAB5-C5E4-4F88-8E99-74B94D92979A}"/>
              </a:ext>
            </a:extLst>
          </p:cNvPr>
          <p:cNvSpPr>
            <a:spLocks xmlns:a="http://schemas.openxmlformats.org/drawingml/2006/main" noGrp="1"/>
          </p:cNvSpPr>
          <p:nvPr/>
        </p:nvSpPr>
        <p:spPr>
          <a:xfrm xmlns:a="http://schemas.openxmlformats.org/drawingml/2006/main">
            <a:off x="609600" y="2247900"/>
            <a:ext cx="10972800" cy="714375"/>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593F0577-2266-43DD-888B-56F5C3FBB95B}"/>
              </a:ext>
            </a:extLst>
          </p:cNvPr>
          <p:cNvSpPr>
            <a:spLocks xmlns:a="http://schemas.openxmlformats.org/drawingml/2006/main" noGrp="1"/>
          </p:cNvSpPr>
          <p:nvPr/>
        </p:nvSpPr>
        <p:spPr>
          <a:xfrm xmlns:a="http://schemas.openxmlformats.org/drawingml/2006/main">
            <a:off x="781050" y="23812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1  [Your question]</a:t>
            </a:r>
          </a:p>
        </p:txBody>
      </p:sp>
      <p:sp>
        <p:nvSpPr>
          <p:cNvPr id="8" name="">
            <a:extLst xmlns:a="http://schemas.openxmlformats.org/drawingml/2006/main">
              <a:ext uri="{FF2B5EF4-FFF2-40B4-BE49-F238E27FC236}">
                <a16:creationId xmlns:a16="http://schemas.microsoft.com/office/drawing/2014/main" id="{FAB7F26A-5E87-4BB2-953D-5C5FC64AC838}"/>
              </a:ext>
            </a:extLst>
          </p:cNvPr>
          <p:cNvSpPr>
            <a:spLocks xmlns:a="http://schemas.openxmlformats.org/drawingml/2006/main" noGrp="1"/>
          </p:cNvSpPr>
          <p:nvPr/>
        </p:nvSpPr>
        <p:spPr>
          <a:xfrm xmlns:a="http://schemas.openxmlformats.org/drawingml/2006/main">
            <a:off x="609600" y="3133725"/>
            <a:ext cx="10972800" cy="714375"/>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9D2197D2-BC73-490F-910B-0D3C03833A09}"/>
              </a:ext>
            </a:extLst>
          </p:cNvPr>
          <p:cNvSpPr>
            <a:spLocks xmlns:a="http://schemas.openxmlformats.org/drawingml/2006/main" noGrp="1"/>
          </p:cNvSpPr>
          <p:nvPr/>
        </p:nvSpPr>
        <p:spPr>
          <a:xfrm xmlns:a="http://schemas.openxmlformats.org/drawingml/2006/main">
            <a:off x="781050" y="326707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2  [Your question]</a:t>
            </a:r>
          </a:p>
        </p:txBody>
      </p:sp>
      <p:sp>
        <p:nvSpPr>
          <p:cNvPr id="10" name="">
            <a:extLst xmlns:a="http://schemas.openxmlformats.org/drawingml/2006/main">
              <a:ext uri="{FF2B5EF4-FFF2-40B4-BE49-F238E27FC236}">
                <a16:creationId xmlns:a16="http://schemas.microsoft.com/office/drawing/2014/main" id="{70CDC65A-C39F-4DBD-8A57-7C109A19E25C}"/>
              </a:ext>
            </a:extLst>
          </p:cNvPr>
          <p:cNvSpPr>
            <a:spLocks xmlns:a="http://schemas.openxmlformats.org/drawingml/2006/main" noGrp="1"/>
          </p:cNvSpPr>
          <p:nvPr/>
        </p:nvSpPr>
        <p:spPr>
          <a:xfrm xmlns:a="http://schemas.openxmlformats.org/drawingml/2006/main">
            <a:off x="609600" y="4019550"/>
            <a:ext cx="10972800" cy="714375"/>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5B1A46CA-5D7E-408E-A98B-7108FEC45AA9}"/>
              </a:ext>
            </a:extLst>
          </p:cNvPr>
          <p:cNvSpPr>
            <a:spLocks xmlns:a="http://schemas.openxmlformats.org/drawingml/2006/main" noGrp="1"/>
          </p:cNvSpPr>
          <p:nvPr/>
        </p:nvSpPr>
        <p:spPr>
          <a:xfrm xmlns:a="http://schemas.openxmlformats.org/drawingml/2006/main">
            <a:off x="781050" y="415290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3  [Your question]</a:t>
            </a:r>
          </a:p>
        </p:txBody>
      </p:sp>
      <p:sp>
        <p:nvSpPr>
          <p:cNvPr id="12" name="">
            <a:extLst xmlns:a="http://schemas.openxmlformats.org/drawingml/2006/main">
              <a:ext uri="{FF2B5EF4-FFF2-40B4-BE49-F238E27FC236}">
                <a16:creationId xmlns:a16="http://schemas.microsoft.com/office/drawing/2014/main" id="{0362C244-4B5F-48F0-8A25-C1B5839F6ABC}"/>
              </a:ext>
            </a:extLst>
          </p:cNvPr>
          <p:cNvSpPr>
            <a:spLocks xmlns:a="http://schemas.openxmlformats.org/drawingml/2006/main" noGrp="1"/>
          </p:cNvSpPr>
          <p:nvPr/>
        </p:nvSpPr>
        <p:spPr>
          <a:xfrm xmlns:a="http://schemas.openxmlformats.org/drawingml/2006/main">
            <a:off x="609600" y="4905375"/>
            <a:ext cx="10972800" cy="714375"/>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5B26EF27-CAF5-491C-8250-79E59070D9D9}"/>
              </a:ext>
            </a:extLst>
          </p:cNvPr>
          <p:cNvSpPr>
            <a:spLocks xmlns:a="http://schemas.openxmlformats.org/drawingml/2006/main" noGrp="1"/>
          </p:cNvSpPr>
          <p:nvPr/>
        </p:nvSpPr>
        <p:spPr>
          <a:xfrm xmlns:a="http://schemas.openxmlformats.org/drawingml/2006/main">
            <a:off x="781050" y="503872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4  [Your question]</a:t>
            </a:r>
          </a:p>
        </p:txBody>
      </p:sp>
      <p:sp>
        <p:nvSpPr>
          <p:cNvPr id="14" name="">
            <a:extLst xmlns:a="http://schemas.openxmlformats.org/drawingml/2006/main">
              <a:ext uri="{FF2B5EF4-FFF2-40B4-BE49-F238E27FC236}">
                <a16:creationId xmlns:a16="http://schemas.microsoft.com/office/drawing/2014/main" id="{005DAAD8-8E68-4DA3-8F8F-F721D007FB29}"/>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3771239-263A-4394-8342-D39BE956F460}"/>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6" name="">
            <a:extLst xmlns:a="http://schemas.openxmlformats.org/drawingml/2006/main">
              <a:ext uri="{FF2B5EF4-FFF2-40B4-BE49-F238E27FC236}">
                <a16:creationId xmlns:a16="http://schemas.microsoft.com/office/drawing/2014/main" id="{C19827B5-2D44-4344-9106-F35F8677DCE4}"/>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18" name="source-credit">
            <a:extLst xmlns:a="http://schemas.openxmlformats.org/drawingml/2006/main">
              <a:ext uri="{FF2B5EF4-FFF2-40B4-BE49-F238E27FC236}">
                <a16:creationId xmlns:a16="http://schemas.microsoft.com/office/drawing/2014/main" id="{D7C172D2-95CA-40EB-89CF-201B440E1905}"/>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dc35f12ec86142d3"/>
              </a:rPr>
              <a:t>Pooja K. Agarwal &amp; Patrice M. Bain — mini-quiz classroom guidance — original guidance</a:t>
            </a:r>
          </a:p>
        </p:txBody>
      </p:sp>
    </p:spTree>
    <p:extLst>
      <p:ext uri="{BB962C8B-B14F-4D97-AF65-F5344CB8AC3E}">
        <p14:creationId xmlns:p14="http://schemas.microsoft.com/office/powerpoint/2010/main" val="14890109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2026-10-08T06:09:00.7730000Z</dcterms:created>
  <dcterms:modified xsi:type="dcterms:W3CDTF">2026-10-08T06:09:00.7730000Z</dcterms:modified>
</coreProperties>
</file>