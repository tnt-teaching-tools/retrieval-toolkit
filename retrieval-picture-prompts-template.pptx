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7433f8390b0493c" /><Relationship Type="http://schemas.openxmlformats.org/officeDocument/2006/relationships/extended-properties" Target="/docProps/app.xml" Id="R5fb91e8ac9644838" /><Relationship Type="http://schemas.openxmlformats.org/officeDocument/2006/relationships/officeDocument" Target="/ppt/presentation.xml" Id="R944d3fb5f2264f89" /></Relationships>
</file>

<file path=ppt/presentation.xml><?xml version="1.0" encoding="utf-8"?>
<p:presentation xmlns:p="http://schemas.openxmlformats.org/presentationml/2006/main">
  <p:sldMasterIdLst>
    <p:sldMasterId xmlns:r="http://schemas.openxmlformats.org/officeDocument/2006/relationships" id="2147483648" r:id="R23ec919c67b4485f"/>
  </p:sldMasterIdLst>
  <p:notesMasterIdLst>
    <p:notesMasterId xmlns:r="http://schemas.openxmlformats.org/officeDocument/2006/relationships" r:id="R3738576ba20f4446"/>
  </p:notesMasterIdLst>
  <p:sldIdLst>
    <p:sldId xmlns:r="http://schemas.openxmlformats.org/officeDocument/2006/relationships" id="256" r:id="Rf5178f784a2b4a4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3f57cde127f456a" /><Relationship Type="http://schemas.openxmlformats.org/officeDocument/2006/relationships/slideMaster" Target="/ppt/slideMasters/slideMaster1.xml" Id="R23ec919c67b4485f" /><Relationship Type="http://schemas.openxmlformats.org/officeDocument/2006/relationships/notesMaster" Target="/ppt/notesMasters/notesMaster1.xml" Id="R3738576ba20f4446" /><Relationship Type="http://schemas.openxmlformats.org/officeDocument/2006/relationships/presProps" Target="/ppt/presProps.xml" Id="R63a9070649844816" /><Relationship Type="http://schemas.openxmlformats.org/officeDocument/2006/relationships/tableStyles" Target="/ppt/tableStyles.xml" Id="R9580c51b74e84de5" /><Relationship Type="http://schemas.openxmlformats.org/officeDocument/2006/relationships/slide" Target="/ppt/slides/slide1.xml" Id="Rf5178f784a2b4a4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b8cc64391a4e3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4995505fb64e2b" /><Relationship Type="http://schemas.openxmlformats.org/officeDocument/2006/relationships/notesMaster" Target="/ppt/notesMasters/notesMaster1.xml" Id="R9ade70d349f747c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a0564515b548f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9965554e219448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80f3860bddb406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c9021e6ea1b41f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b953261983142a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dfc779481af4e5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AD3A25A-E935-4598-AA73-D9002DEF05B6}"/>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B415B97-DA75-4F9A-875D-1766B3314CA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9B59FA2C-7A2F-4618-8C88-6ED57BD5932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6BC61FA3-92B4-446E-A0DC-E4C6AA6D3958}"/>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589FB87B-599D-4B9D-88FE-91018C64045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771C671-A706-4F47-89BC-6092FBBFA25B}"/>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E4D1244-B7DC-408A-8049-6CBA53308E8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9CF50E4A-31C5-4E1A-9D1A-D39C325A1C9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75E0C540-5DD9-4FDA-8056-8CE916167C4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88D4FA3-8595-420F-88BA-32211883507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403FD204-3617-4960-9A16-CDA36469BD5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0AFAF074-6F1D-44C6-8259-566C1938400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103B395-D959-4E47-B912-E2FD91DEEA78}"/>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151E98F-383B-4BEF-B78C-4B46AFD8C26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36AABFB-88EE-4427-A7D8-9B0BC8801DA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395a0bdc4cd4698" /><Relationship Type="http://schemas.openxmlformats.org/officeDocument/2006/relationships/slideLayout" Target="/ppt/slideLayouts/slideLayout1.xml" Id="Rd5ba0be04f42497e" /><Relationship Type="http://schemas.openxmlformats.org/officeDocument/2006/relationships/slideLayout" Target="/ppt/slideLayouts/slideLayout2.xml" Id="R51311013a12647d8" /><Relationship Type="http://schemas.openxmlformats.org/officeDocument/2006/relationships/slideLayout" Target="/ppt/slideLayouts/slideLayout3.xml" Id="Reb3676df510f4444" /><Relationship Type="http://schemas.openxmlformats.org/officeDocument/2006/relationships/slideLayout" Target="/ppt/slideLayouts/slideLayout4.xml" Id="Rec2c139987a14315" /><Relationship Type="http://schemas.openxmlformats.org/officeDocument/2006/relationships/slideLayout" Target="/ppt/slideLayouts/slideLayout5.xml" Id="Rce2ca1b8ebf24137" /><Relationship Type="http://schemas.openxmlformats.org/officeDocument/2006/relationships/slideLayout" Target="/ppt/slideLayouts/slideLayout6.xml" Id="Re7211613d5104b0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5ba0be04f42497e"/>
    <p:sldLayoutId xmlns:r="http://schemas.openxmlformats.org/officeDocument/2006/relationships" id="2147483650" r:id="R51311013a12647d8"/>
    <p:sldLayoutId xmlns:r="http://schemas.openxmlformats.org/officeDocument/2006/relationships" id="2147483651" r:id="Reb3676df510f4444"/>
    <p:sldLayoutId xmlns:r="http://schemas.openxmlformats.org/officeDocument/2006/relationships" id="2147483652" r:id="Rec2c139987a14315"/>
    <p:sldLayoutId xmlns:r="http://schemas.openxmlformats.org/officeDocument/2006/relationships" id="2147483653" r:id="Rce2ca1b8ebf24137"/>
    <p:sldLayoutId xmlns:r="http://schemas.openxmlformats.org/officeDocument/2006/relationships" id="2147483654" r:id="Re7211613d5104b0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2d7dbc20f664700" /><Relationship Type="http://schemas.openxmlformats.org/officeDocument/2006/relationships/notesSlide" Target="/ppt/notesSlides/notesSlide1.xml" Id="R163ebdff85764ebe"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4913C7B-771C-4AA5-8E3C-E5E1C2A52FDE}"/>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Picture prompts</a:t>
            </a:r>
          </a:p>
        </p:txBody>
      </p:sp>
      <p:sp>
        <p:nvSpPr>
          <p:cNvPr id="2" name="">
            <a:extLst xmlns:a="http://schemas.openxmlformats.org/drawingml/2006/main">
              <a:ext uri="{FF2B5EF4-FFF2-40B4-BE49-F238E27FC236}">
                <a16:creationId xmlns:a16="http://schemas.microsoft.com/office/drawing/2014/main" id="{8957A7E4-DE4A-48C7-BD3E-062840F032C7}"/>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CD6E273A-36E9-46E4-BCDB-7EC5A8366760}"/>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4852DF8-DB1F-4A8A-A43C-EF9A18BEC481}"/>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939C4FAE-12B2-430D-9B6D-AC5D9BF62670}"/>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40F85342-7892-4E57-8E74-454BB9DD0D74}"/>
              </a:ext>
            </a:extLst>
          </p:cNvPr>
          <p:cNvSpPr>
            <a:spLocks xmlns:a="http://schemas.openxmlformats.org/drawingml/2006/main" noGrp="1"/>
          </p:cNvSpPr>
          <p:nvPr/>
        </p:nvSpPr>
        <p:spPr>
          <a:xfrm xmlns:a="http://schemas.openxmlformats.org/drawingml/2006/main">
            <a:off x="609600" y="2247900"/>
            <a:ext cx="5400675" cy="33718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B39A763F-DCA4-4C7C-8B59-A260423EB4B5}"/>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D93D75C5-BAE4-49C8-B7AD-C50905F52890}"/>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52DE86F9-F86A-4001-9F5E-5F20D796B7C7}"/>
              </a:ext>
            </a:extLst>
          </p:cNvPr>
          <p:cNvSpPr>
            <a:spLocks xmlns:a="http://schemas.openxmlformats.org/drawingml/2006/main" noGrp="1"/>
          </p:cNvSpPr>
          <p:nvPr/>
        </p:nvSpPr>
        <p:spPr>
          <a:xfrm xmlns:a="http://schemas.openxmlformats.org/drawingml/2006/main">
            <a:off x="1352550"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Look and recall</a:t>
            </a:r>
          </a:p>
        </p:txBody>
      </p:sp>
      <p:sp>
        <p:nvSpPr>
          <p:cNvPr id="10" name="">
            <a:extLst xmlns:a="http://schemas.openxmlformats.org/drawingml/2006/main">
              <a:ext uri="{FF2B5EF4-FFF2-40B4-BE49-F238E27FC236}">
                <a16:creationId xmlns:a16="http://schemas.microsoft.com/office/drawing/2014/main" id="{211218FE-D3E3-4A5A-B7E2-A7B41BFEFC21}"/>
              </a:ext>
            </a:extLst>
          </p:cNvPr>
          <p:cNvSpPr>
            <a:spLocks xmlns:a="http://schemas.openxmlformats.org/drawingml/2006/main" noGrp="1"/>
          </p:cNvSpPr>
          <p:nvPr/>
        </p:nvSpPr>
        <p:spPr>
          <a:xfrm xmlns:a="http://schemas.openxmlformats.org/drawingml/2006/main">
            <a:off x="819150"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[Insert a familiar image]</a:t>
            </a:r>
          </a:p>
        </p:txBody>
      </p:sp>
      <p:sp>
        <p:nvSpPr>
          <p:cNvPr id="11" name="">
            <a:extLst xmlns:a="http://schemas.openxmlformats.org/drawingml/2006/main">
              <a:ext uri="{FF2B5EF4-FFF2-40B4-BE49-F238E27FC236}">
                <a16:creationId xmlns:a16="http://schemas.microsoft.com/office/drawing/2014/main" id="{DE63DEC5-B748-4675-90AE-332A195B03FF}"/>
              </a:ext>
            </a:extLst>
          </p:cNvPr>
          <p:cNvSpPr>
            <a:spLocks xmlns:a="http://schemas.openxmlformats.org/drawingml/2006/main" noGrp="1"/>
          </p:cNvSpPr>
          <p:nvPr/>
        </p:nvSpPr>
        <p:spPr>
          <a:xfrm xmlns:a="http://schemas.openxmlformats.org/drawingml/2006/main">
            <a:off x="6181725" y="2247900"/>
            <a:ext cx="5400675" cy="337185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8B2D3F54-2FB2-42A3-9AD5-9C7221BAB97D}"/>
              </a:ext>
            </a:extLst>
          </p:cNvPr>
          <p:cNvSpPr>
            <a:spLocks xmlns:a="http://schemas.openxmlformats.org/drawingml/2006/main" noGrp="1"/>
          </p:cNvSpPr>
          <p:nvPr/>
        </p:nvSpPr>
        <p:spPr>
          <a:xfrm xmlns:a="http://schemas.openxmlformats.org/drawingml/2006/main">
            <a:off x="6372225"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7982DDF-196C-41DA-BD13-56172E31F688}"/>
              </a:ext>
            </a:extLst>
          </p:cNvPr>
          <p:cNvSpPr>
            <a:spLocks xmlns:a="http://schemas.openxmlformats.org/drawingml/2006/main" noGrp="1"/>
          </p:cNvSpPr>
          <p:nvPr/>
        </p:nvSpPr>
        <p:spPr>
          <a:xfrm xmlns:a="http://schemas.openxmlformats.org/drawingml/2006/main">
            <a:off x="6429375"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6501AEFF-D710-4333-847D-D9B553A1C52F}"/>
              </a:ext>
            </a:extLst>
          </p:cNvPr>
          <p:cNvSpPr>
            <a:spLocks xmlns:a="http://schemas.openxmlformats.org/drawingml/2006/main" noGrp="1"/>
          </p:cNvSpPr>
          <p:nvPr/>
        </p:nvSpPr>
        <p:spPr>
          <a:xfrm xmlns:a="http://schemas.openxmlformats.org/drawingml/2006/main">
            <a:off x="6924675" y="2466975"/>
            <a:ext cx="4467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Explain what you remember</a:t>
            </a:r>
          </a:p>
        </p:txBody>
      </p:sp>
      <p:sp>
        <p:nvSpPr>
          <p:cNvPr id="15" name="">
            <a:extLst xmlns:a="http://schemas.openxmlformats.org/drawingml/2006/main">
              <a:ext uri="{FF2B5EF4-FFF2-40B4-BE49-F238E27FC236}">
                <a16:creationId xmlns:a16="http://schemas.microsoft.com/office/drawing/2014/main" id="{99E0F913-9F2A-4CA7-93CF-3321DA01C425}"/>
              </a:ext>
            </a:extLst>
          </p:cNvPr>
          <p:cNvSpPr>
            <a:spLocks xmlns:a="http://schemas.openxmlformats.org/drawingml/2006/main" noGrp="1"/>
          </p:cNvSpPr>
          <p:nvPr/>
        </p:nvSpPr>
        <p:spPr>
          <a:xfrm xmlns:a="http://schemas.openxmlformats.org/drawingml/2006/main">
            <a:off x="6391275" y="2990850"/>
            <a:ext cx="4981575" cy="2466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recall instructions]</a:t>
            </a:r>
          </a:p>
        </p:txBody>
      </p:sp>
      <p:sp>
        <p:nvSpPr>
          <p:cNvPr id="16" name="">
            <a:extLst xmlns:a="http://schemas.openxmlformats.org/drawingml/2006/main">
              <a:ext uri="{FF2B5EF4-FFF2-40B4-BE49-F238E27FC236}">
                <a16:creationId xmlns:a16="http://schemas.microsoft.com/office/drawing/2014/main" id="{1610CEDF-CA79-4E33-8BFA-DC5C73E74AE9}"/>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70E003F-FAB5-4C49-9B7E-1DE3172FE700}"/>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8" name="">
            <a:extLst xmlns:a="http://schemas.openxmlformats.org/drawingml/2006/main">
              <a:ext uri="{FF2B5EF4-FFF2-40B4-BE49-F238E27FC236}">
                <a16:creationId xmlns:a16="http://schemas.microsoft.com/office/drawing/2014/main" id="{7F4FD12D-DC4A-45BC-A2D8-43DF0608DB87}"/>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39170820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2026-10-07T20:43:28.9270000Z</dcterms:created>
  <dcterms:modified xsi:type="dcterms:W3CDTF">2026-10-07T20:43:28.9270000Z</dcterms:modified>
</coreProperties>
</file>