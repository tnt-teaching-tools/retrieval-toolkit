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43d409011e4311" /><Relationship Type="http://schemas.openxmlformats.org/officeDocument/2006/relationships/extended-properties" Target="/docProps/app.xml" Id="Rfdabbf665c874436" /><Relationship Type="http://schemas.openxmlformats.org/officeDocument/2006/relationships/officeDocument" Target="/ppt/presentation.xml" Id="Re8fb1b2ad1794141" /></Relationships>
</file>

<file path=ppt/presentation.xml><?xml version="1.0" encoding="utf-8"?>
<p:presentation xmlns:p="http://schemas.openxmlformats.org/presentationml/2006/main">
  <p:sldMasterIdLst>
    <p:sldMasterId xmlns:r="http://schemas.openxmlformats.org/officeDocument/2006/relationships" id="2147483648" r:id="R9b249a58287244e7"/>
  </p:sldMasterIdLst>
  <p:notesMasterIdLst>
    <p:notesMasterId xmlns:r="http://schemas.openxmlformats.org/officeDocument/2006/relationships" r:id="R712c835e750d4df1"/>
  </p:notesMasterIdLst>
  <p:sldIdLst>
    <p:sldId xmlns:r="http://schemas.openxmlformats.org/officeDocument/2006/relationships" id="256" r:id="R7f78f58ea6c44f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b1803493704733" /><Relationship Type="http://schemas.openxmlformats.org/officeDocument/2006/relationships/slideMaster" Target="/ppt/slideMasters/slideMaster1.xml" Id="R9b249a58287244e7" /><Relationship Type="http://schemas.openxmlformats.org/officeDocument/2006/relationships/notesMaster" Target="/ppt/notesMasters/notesMaster1.xml" Id="R712c835e750d4df1" /><Relationship Type="http://schemas.openxmlformats.org/officeDocument/2006/relationships/presProps" Target="/ppt/presProps.xml" Id="Rf6196463593648c7" /><Relationship Type="http://schemas.openxmlformats.org/officeDocument/2006/relationships/tableStyles" Target="/ppt/tableStyles.xml" Id="Rff1bbb78e7ab4292" /><Relationship Type="http://schemas.openxmlformats.org/officeDocument/2006/relationships/slide" Target="/ppt/slides/slide1.xml" Id="R7f78f58ea6c44f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de836d4b0d4e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f38374baa34c9a" /><Relationship Type="http://schemas.openxmlformats.org/officeDocument/2006/relationships/notesMaster" Target="/ppt/notesMasters/notesMaster1.xml" Id="Rc8d7cacc4b7a48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Shared visual-cue method; TNT classroom adaptation</a:t>
            </a:r>
          </a:p>
          <a:p xmlns:a="http://schemas.openxmlformats.org/drawingml/2006/main">
            <a:r>
              <a:t/>
            </a:r>
          </a:p>
          <a:p xmlns:a="http://schemas.openxmlformats.org/drawingml/2006/main">
            <a:r>
              <a:t>https://pdf.retrievalpractice.org/RetrievalPracticeGuide.pdf</a:t>
            </a:r>
          </a:p>
          <a:p xmlns:a="http://schemas.openxmlformats.org/drawingml/2006/main">
            <a:r>
              <a:t/>
            </a:r>
          </a:p>
          <a:p xmlns:a="http://schemas.openxmlformats.org/drawingml/2006/main">
            <a:r>
              <a:t>No single originator is verified for this broad routine. The link supports retrieval principles rather than establishing ownership of picture prompts.</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https://tnt-teaching-tools.github.io/retrieval-toolkit/retrieval-picture-prompts.html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aa6996bad7443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2937a8826ac456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efda0c57d9b48d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220e01559364b2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40faf9387d043f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ee1d94cf5c44e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7242F87-905B-4F2B-BE1F-936977E455D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D98E97-4E52-434B-A381-A4273309CA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E35D7FD-72FE-468E-89F4-FA07C55A54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1F5EC98-B332-4C60-AC92-4C0893B743E9}"/>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4E22616-78E8-428B-8FFD-BD12554E48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3B05B45-CA06-4DD7-9837-B653E16E4A3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1483976-C61E-4EEF-B502-520E2337A3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8FE5B40-0980-406D-81A3-94B82038F5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34DB576-6DD9-4643-9F19-1ECA6198119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381C995-7CFE-47E1-90C9-D2BFAC9DC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6002D2-F2C0-45B8-9866-4E6D1490E8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8F29CD4-FA8F-4BBD-A170-10D797646F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E7F561C-5AE5-41A4-81BC-E9E918ECA8C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A37B16-7265-48FE-B92D-7845B1049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6AC10D3-0834-4999-8F7C-78A7D20DCF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1b46e2be274cc4" /><Relationship Type="http://schemas.openxmlformats.org/officeDocument/2006/relationships/slideLayout" Target="/ppt/slideLayouts/slideLayout1.xml" Id="R592f81da483840ec" /><Relationship Type="http://schemas.openxmlformats.org/officeDocument/2006/relationships/slideLayout" Target="/ppt/slideLayouts/slideLayout2.xml" Id="R39c0e815e7c64a0d" /><Relationship Type="http://schemas.openxmlformats.org/officeDocument/2006/relationships/slideLayout" Target="/ppt/slideLayouts/slideLayout3.xml" Id="R32cfdf10b4cb4cf9" /><Relationship Type="http://schemas.openxmlformats.org/officeDocument/2006/relationships/slideLayout" Target="/ppt/slideLayouts/slideLayout4.xml" Id="Re9b6fb7ae98c4f1b" /><Relationship Type="http://schemas.openxmlformats.org/officeDocument/2006/relationships/slideLayout" Target="/ppt/slideLayouts/slideLayout5.xml" Id="R40798b3f31454826" /><Relationship Type="http://schemas.openxmlformats.org/officeDocument/2006/relationships/slideLayout" Target="/ppt/slideLayouts/slideLayout6.xml" Id="R46dd1af4fc1641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2f81da483840ec"/>
    <p:sldLayoutId xmlns:r="http://schemas.openxmlformats.org/officeDocument/2006/relationships" id="2147483650" r:id="R39c0e815e7c64a0d"/>
    <p:sldLayoutId xmlns:r="http://schemas.openxmlformats.org/officeDocument/2006/relationships" id="2147483651" r:id="R32cfdf10b4cb4cf9"/>
    <p:sldLayoutId xmlns:r="http://schemas.openxmlformats.org/officeDocument/2006/relationships" id="2147483652" r:id="Re9b6fb7ae98c4f1b"/>
    <p:sldLayoutId xmlns:r="http://schemas.openxmlformats.org/officeDocument/2006/relationships" id="2147483653" r:id="R40798b3f31454826"/>
    <p:sldLayoutId xmlns:r="http://schemas.openxmlformats.org/officeDocument/2006/relationships" id="2147483654" r:id="R46dd1af4fc1641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d38d5dd5cb74396" /><Relationship Type="http://schemas.openxmlformats.org/officeDocument/2006/relationships/hyperlink" Target="https://pdf.retrievalpractice.org/RetrievalPracticeGuide.pdf" TargetMode="External" Id="Re2b0a1db2a924378" /><Relationship Type="http://schemas.openxmlformats.org/officeDocument/2006/relationships/notesSlide" Target="/ppt/notesSlides/notesSlide1.xml" Id="R23829ad8b1c74b32"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6E8EB96-E03F-4BAE-8C1C-BC1689D74E0B}"/>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Picture prompts</a:t>
            </a:r>
          </a:p>
        </p:txBody>
      </p:sp>
      <p:sp>
        <p:nvSpPr>
          <p:cNvPr id="2" name="">
            <a:extLst xmlns:a="http://schemas.openxmlformats.org/drawingml/2006/main">
              <a:ext uri="{FF2B5EF4-FFF2-40B4-BE49-F238E27FC236}">
                <a16:creationId xmlns:a16="http://schemas.microsoft.com/office/drawing/2014/main" id="{8CECBB62-A053-4E04-AF1E-7FA3AC145AE7}"/>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1ED73057-F6DF-4D69-A03A-3C266C385621}"/>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6981272-C5E7-4A20-B96E-C300B2640379}"/>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51922697-E705-4C84-BF98-2420B7A53DC0}"/>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B8FB7B22-90C7-4A45-BF84-49A3AEE6F834}"/>
              </a:ext>
            </a:extLst>
          </p:cNvPr>
          <p:cNvSpPr>
            <a:spLocks xmlns:a="http://schemas.openxmlformats.org/drawingml/2006/main" noGrp="1"/>
          </p:cNvSpPr>
          <p:nvPr/>
        </p:nvSpPr>
        <p:spPr>
          <a:xfrm xmlns:a="http://schemas.openxmlformats.org/drawingml/2006/main">
            <a:off x="609600" y="2247900"/>
            <a:ext cx="5400675"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83AFE01E-88BB-4ADC-BD7F-F58519D681B9}"/>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0FB2BBA-E071-4761-89FE-A1DFDC38F8B3}"/>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B9E41E1F-60BD-4437-A523-D657ADBD3A7B}"/>
              </a:ext>
            </a:extLst>
          </p:cNvPr>
          <p:cNvSpPr>
            <a:spLocks xmlns:a="http://schemas.openxmlformats.org/drawingml/2006/main" noGrp="1"/>
          </p:cNvSpPr>
          <p:nvPr/>
        </p:nvSpPr>
        <p:spPr>
          <a:xfrm xmlns:a="http://schemas.openxmlformats.org/drawingml/2006/main">
            <a:off x="1352550"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Look and recall</a:t>
            </a:r>
          </a:p>
        </p:txBody>
      </p:sp>
      <p:sp>
        <p:nvSpPr>
          <p:cNvPr id="10" name="">
            <a:extLst xmlns:a="http://schemas.openxmlformats.org/drawingml/2006/main">
              <a:ext uri="{FF2B5EF4-FFF2-40B4-BE49-F238E27FC236}">
                <a16:creationId xmlns:a16="http://schemas.microsoft.com/office/drawing/2014/main" id="{BC8F8511-C519-49E6-B2D0-73886F9C3504}"/>
              </a:ext>
            </a:extLst>
          </p:cNvPr>
          <p:cNvSpPr>
            <a:spLocks xmlns:a="http://schemas.openxmlformats.org/drawingml/2006/main" noGrp="1"/>
          </p:cNvSpPr>
          <p:nvPr/>
        </p:nvSpPr>
        <p:spPr>
          <a:xfrm xmlns:a="http://schemas.openxmlformats.org/drawingml/2006/main">
            <a:off x="819150" y="2990850"/>
            <a:ext cx="498157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[Insert a familiar image]</a:t>
            </a:r>
          </a:p>
        </p:txBody>
      </p:sp>
      <p:sp>
        <p:nvSpPr>
          <p:cNvPr id="11" name="">
            <a:extLst xmlns:a="http://schemas.openxmlformats.org/drawingml/2006/main">
              <a:ext uri="{FF2B5EF4-FFF2-40B4-BE49-F238E27FC236}">
                <a16:creationId xmlns:a16="http://schemas.microsoft.com/office/drawing/2014/main" id="{EB456371-6BD1-447C-96A1-06B9DB378897}"/>
              </a:ext>
            </a:extLst>
          </p:cNvPr>
          <p:cNvSpPr>
            <a:spLocks xmlns:a="http://schemas.openxmlformats.org/drawingml/2006/main" noGrp="1"/>
          </p:cNvSpPr>
          <p:nvPr/>
        </p:nvSpPr>
        <p:spPr>
          <a:xfrm xmlns:a="http://schemas.openxmlformats.org/drawingml/2006/main">
            <a:off x="6181725" y="2247900"/>
            <a:ext cx="5400675" cy="33718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2" name="">
            <a:extLst xmlns:a="http://schemas.openxmlformats.org/drawingml/2006/main">
              <a:ext uri="{FF2B5EF4-FFF2-40B4-BE49-F238E27FC236}">
                <a16:creationId xmlns:a16="http://schemas.microsoft.com/office/drawing/2014/main" id="{291F93E4-2EDA-4973-AD93-CE0144A5CA3F}"/>
              </a:ext>
            </a:extLst>
          </p:cNvPr>
          <p:cNvSpPr>
            <a:spLocks xmlns:a="http://schemas.openxmlformats.org/drawingml/2006/main" noGrp="1"/>
          </p:cNvSpPr>
          <p:nvPr/>
        </p:nvSpPr>
        <p:spPr>
          <a:xfrm xmlns:a="http://schemas.openxmlformats.org/drawingml/2006/main">
            <a:off x="6372225"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8BC1BFE-B27E-4CF9-ADA0-B25F8164D98A}"/>
              </a:ext>
            </a:extLst>
          </p:cNvPr>
          <p:cNvSpPr>
            <a:spLocks xmlns:a="http://schemas.openxmlformats.org/drawingml/2006/main" noGrp="1"/>
          </p:cNvSpPr>
          <p:nvPr/>
        </p:nvSpPr>
        <p:spPr>
          <a:xfrm xmlns:a="http://schemas.openxmlformats.org/drawingml/2006/main">
            <a:off x="6429375"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02</a:t>
            </a:r>
          </a:p>
        </p:txBody>
      </p:sp>
      <p:sp>
        <p:nvSpPr>
          <p:cNvPr id="14" name="">
            <a:extLst xmlns:a="http://schemas.openxmlformats.org/drawingml/2006/main">
              <a:ext uri="{FF2B5EF4-FFF2-40B4-BE49-F238E27FC236}">
                <a16:creationId xmlns:a16="http://schemas.microsoft.com/office/drawing/2014/main" id="{A8C2E1DF-9F0F-4A16-8DFC-B0E302011535}"/>
              </a:ext>
            </a:extLst>
          </p:cNvPr>
          <p:cNvSpPr>
            <a:spLocks xmlns:a="http://schemas.openxmlformats.org/drawingml/2006/main" noGrp="1"/>
          </p:cNvSpPr>
          <p:nvPr/>
        </p:nvSpPr>
        <p:spPr>
          <a:xfrm xmlns:a="http://schemas.openxmlformats.org/drawingml/2006/main">
            <a:off x="6924675"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Explain what you remember</a:t>
            </a:r>
          </a:p>
        </p:txBody>
      </p:sp>
      <p:sp>
        <p:nvSpPr>
          <p:cNvPr id="15" name="">
            <a:extLst xmlns:a="http://schemas.openxmlformats.org/drawingml/2006/main">
              <a:ext uri="{FF2B5EF4-FFF2-40B4-BE49-F238E27FC236}">
                <a16:creationId xmlns:a16="http://schemas.microsoft.com/office/drawing/2014/main" id="{3960DF70-1B3D-45A2-A173-3895E75E50AA}"/>
              </a:ext>
            </a:extLst>
          </p:cNvPr>
          <p:cNvSpPr>
            <a:spLocks xmlns:a="http://schemas.openxmlformats.org/drawingml/2006/main" noGrp="1"/>
          </p:cNvSpPr>
          <p:nvPr/>
        </p:nvSpPr>
        <p:spPr>
          <a:xfrm xmlns:a="http://schemas.openxmlformats.org/drawingml/2006/main">
            <a:off x="6391275" y="2990850"/>
            <a:ext cx="498157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recall instructions]</a:t>
            </a:r>
          </a:p>
        </p:txBody>
      </p:sp>
      <p:sp>
        <p:nvSpPr>
          <p:cNvPr id="16" name="">
            <a:extLst xmlns:a="http://schemas.openxmlformats.org/drawingml/2006/main">
              <a:ext uri="{FF2B5EF4-FFF2-40B4-BE49-F238E27FC236}">
                <a16:creationId xmlns:a16="http://schemas.microsoft.com/office/drawing/2014/main" id="{83AFCDD0-4493-4CD5-A23D-8BE04EDF28D7}"/>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28A9EC8-3BEB-4F9A-9CF9-1BA1295AB3D6}"/>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8" name="">
            <a:extLst xmlns:a="http://schemas.openxmlformats.org/drawingml/2006/main">
              <a:ext uri="{FF2B5EF4-FFF2-40B4-BE49-F238E27FC236}">
                <a16:creationId xmlns:a16="http://schemas.microsoft.com/office/drawing/2014/main" id="{A974EE4B-41F6-40E0-B8B0-19A6A95D558C}"/>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0" name="source-credit">
            <a:extLst xmlns:a="http://schemas.openxmlformats.org/drawingml/2006/main">
              <a:ext uri="{FF2B5EF4-FFF2-40B4-BE49-F238E27FC236}">
                <a16:creationId xmlns:a16="http://schemas.microsoft.com/office/drawing/2014/main" id="{9703E170-A75D-4299-963F-0B84BACB48A9}"/>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e2b0a1db2a924378"/>
              </a:rPr>
              <a:t>Shared visual-cue method; TNT classroom adaptation — original guidance</a:t>
            </a:r>
          </a:p>
        </p:txBody>
      </p:sp>
    </p:spTree>
    <p:extLst>
      <p:ext uri="{BB962C8B-B14F-4D97-AF65-F5344CB8AC3E}">
        <p14:creationId xmlns:p14="http://schemas.microsoft.com/office/powerpoint/2010/main" val="12554840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2026-10-08T06:08:43.5120000Z</dcterms:created>
  <dcterms:modified xsi:type="dcterms:W3CDTF">2026-10-08T06:08:43.5120000Z</dcterms:modified>
</coreProperties>
</file>