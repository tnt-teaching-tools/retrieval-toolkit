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89cabc19d94abd" /><Relationship Type="http://schemas.openxmlformats.org/officeDocument/2006/relationships/extended-properties" Target="/docProps/app.xml" Id="R06edafc870ed4761" /><Relationship Type="http://schemas.openxmlformats.org/officeDocument/2006/relationships/officeDocument" Target="/ppt/presentation.xml" Id="R1201dec40fff4513" /></Relationships>
</file>

<file path=ppt/presentation.xml><?xml version="1.0" encoding="utf-8"?>
<p:presentation xmlns:p="http://schemas.openxmlformats.org/presentationml/2006/main">
  <p:sldMasterIdLst>
    <p:sldMasterId xmlns:r="http://schemas.openxmlformats.org/officeDocument/2006/relationships" id="2147483648" r:id="R69f21931c4c346b8"/>
  </p:sldMasterIdLst>
  <p:notesMasterIdLst>
    <p:notesMasterId xmlns:r="http://schemas.openxmlformats.org/officeDocument/2006/relationships" r:id="R893985496485420e"/>
  </p:notesMasterIdLst>
  <p:sldIdLst>
    <p:sldId xmlns:r="http://schemas.openxmlformats.org/officeDocument/2006/relationships" id="256" r:id="R6b1190d023b04d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49f6bec24341b1" /><Relationship Type="http://schemas.openxmlformats.org/officeDocument/2006/relationships/slideMaster" Target="/ppt/slideMasters/slideMaster1.xml" Id="R69f21931c4c346b8" /><Relationship Type="http://schemas.openxmlformats.org/officeDocument/2006/relationships/notesMaster" Target="/ppt/notesMasters/notesMaster1.xml" Id="R893985496485420e" /><Relationship Type="http://schemas.openxmlformats.org/officeDocument/2006/relationships/presProps" Target="/ppt/presProps.xml" Id="R6f0fc0196ff64122" /><Relationship Type="http://schemas.openxmlformats.org/officeDocument/2006/relationships/tableStyles" Target="/ppt/tableStyles.xml" Id="R4c3252f2a2af4483" /><Relationship Type="http://schemas.openxmlformats.org/officeDocument/2006/relationships/slide" Target="/ppt/slides/slide1.xml" Id="R6b1190d023b04d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d14a174be148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4b299450e24a8a" /><Relationship Type="http://schemas.openxmlformats.org/officeDocument/2006/relationships/notesMaster" Target="/ppt/notesMasters/notesMaster1.xml" Id="R7a192e1fa55d4e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0e16e1171e42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bc88e538f04a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9ea8629ec04e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721bf93a0e4a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4028252a3d44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40279b32524f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DDD164D-2ED5-4378-BED7-C954FB4F758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81571FA-2C92-45FC-810B-B3B9BD8399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0A85474-CC7D-48B0-8ADD-1DBF11967A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734D402-F92F-4D48-86C4-C24E46B7655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03D39A6-F3B3-4748-A7C6-FC9A4CA8ED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16C8156-225B-445F-9A63-206EEA6A336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65215FF-AC06-4922-BB75-6093419FB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ECBCA72-8538-42AF-8340-21B8C455BD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386542D-EEC1-4D85-8A95-EF37E1E7D13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5B93610-02CD-4B97-8795-7BA0FD00D5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7FADDD1-975E-4759-9A28-EA0BE28478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9412077-A802-4A10-9AB1-7B76B336AE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BD8A97-3352-4556-8796-077FCD97B46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D950E2-5E6A-4325-9655-2B0AB84651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F2C4BFB-6572-405C-A900-1051EDCACE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0e978a93644358" /><Relationship Type="http://schemas.openxmlformats.org/officeDocument/2006/relationships/slideLayout" Target="/ppt/slideLayouts/slideLayout1.xml" Id="R2c7b667d24e04b35" /><Relationship Type="http://schemas.openxmlformats.org/officeDocument/2006/relationships/slideLayout" Target="/ppt/slideLayouts/slideLayout2.xml" Id="R4d8f073fc8b44c6f" /><Relationship Type="http://schemas.openxmlformats.org/officeDocument/2006/relationships/slideLayout" Target="/ppt/slideLayouts/slideLayout3.xml" Id="Raf07de8b27f449e1" /><Relationship Type="http://schemas.openxmlformats.org/officeDocument/2006/relationships/slideLayout" Target="/ppt/slideLayouts/slideLayout4.xml" Id="Rae12d2a9eefd4bc7" /><Relationship Type="http://schemas.openxmlformats.org/officeDocument/2006/relationships/slideLayout" Target="/ppt/slideLayouts/slideLayout5.xml" Id="Rf464f00e724f4ad6" /><Relationship Type="http://schemas.openxmlformats.org/officeDocument/2006/relationships/slideLayout" Target="/ppt/slideLayouts/slideLayout6.xml" Id="R26787df58fc74a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7b667d24e04b35"/>
    <p:sldLayoutId xmlns:r="http://schemas.openxmlformats.org/officeDocument/2006/relationships" id="2147483650" r:id="R4d8f073fc8b44c6f"/>
    <p:sldLayoutId xmlns:r="http://schemas.openxmlformats.org/officeDocument/2006/relationships" id="2147483651" r:id="Raf07de8b27f449e1"/>
    <p:sldLayoutId xmlns:r="http://schemas.openxmlformats.org/officeDocument/2006/relationships" id="2147483652" r:id="Rae12d2a9eefd4bc7"/>
    <p:sldLayoutId xmlns:r="http://schemas.openxmlformats.org/officeDocument/2006/relationships" id="2147483653" r:id="Rf464f00e724f4ad6"/>
    <p:sldLayoutId xmlns:r="http://schemas.openxmlformats.org/officeDocument/2006/relationships" id="2147483654" r:id="R26787df58fc74a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2ac95e9865c4eef" /><Relationship Type="http://schemas.openxmlformats.org/officeDocument/2006/relationships/notesSlide" Target="/ppt/notesSlides/notesSlide1.xml" Id="R3b02ca3b171d4e59"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E5E5FA7-C0BB-44E2-81AD-248AAF100D1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Concept map from memory</a:t>
            </a:r>
          </a:p>
        </p:txBody>
      </p:sp>
      <p:sp>
        <p:nvSpPr>
          <p:cNvPr id="2" name="">
            <a:extLst xmlns:a="http://schemas.openxmlformats.org/drawingml/2006/main">
              <a:ext uri="{FF2B5EF4-FFF2-40B4-BE49-F238E27FC236}">
                <a16:creationId xmlns:a16="http://schemas.microsoft.com/office/drawing/2014/main" id="{EBC4854F-C07F-4E5D-B9FE-672AB2B00D2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A80AC699-A9B3-4C1D-B036-B1AFBF74E77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C4D7CF-F54C-4E29-BCD3-3AF348E4893C}"/>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A2DE119C-FAC2-4F94-8194-7E4D45AAEF68}"/>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100CE506-A5EE-4084-8126-A2BD9DF57BAA}"/>
              </a:ext>
            </a:extLst>
          </p:cNvPr>
          <p:cNvSpPr>
            <a:spLocks xmlns:a="http://schemas.openxmlformats.org/drawingml/2006/main" noGrp="1"/>
          </p:cNvSpPr>
          <p:nvPr/>
        </p:nvSpPr>
        <p:spPr>
          <a:xfrm xmlns:a="http://schemas.openxmlformats.org/drawingml/2006/main">
            <a:off x="4133850" y="2657475"/>
            <a:ext cx="39243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A12AA0-B7C9-4F7C-8472-28B357CEF4A1}"/>
              </a:ext>
            </a:extLst>
          </p:cNvPr>
          <p:cNvSpPr>
            <a:spLocks xmlns:a="http://schemas.openxmlformats.org/drawingml/2006/main" noGrp="1"/>
          </p:cNvSpPr>
          <p:nvPr/>
        </p:nvSpPr>
        <p:spPr>
          <a:xfrm xmlns:a="http://schemas.openxmlformats.org/drawingml/2006/main">
            <a:off x="6096000" y="2657475"/>
            <a:ext cx="19050" cy="7048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9F238B-CABC-40B6-ACE9-EEA17F266061}"/>
              </a:ext>
            </a:extLst>
          </p:cNvPr>
          <p:cNvSpPr>
            <a:spLocks xmlns:a="http://schemas.openxmlformats.org/drawingml/2006/main" noGrp="1"/>
          </p:cNvSpPr>
          <p:nvPr/>
        </p:nvSpPr>
        <p:spPr>
          <a:xfrm xmlns:a="http://schemas.openxmlformats.org/drawingml/2006/main">
            <a:off x="4133850" y="5114925"/>
            <a:ext cx="39243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40660B-086B-40E5-A259-0FDC38AC08AD}"/>
              </a:ext>
            </a:extLst>
          </p:cNvPr>
          <p:cNvSpPr>
            <a:spLocks xmlns:a="http://schemas.openxmlformats.org/drawingml/2006/main" noGrp="1"/>
          </p:cNvSpPr>
          <p:nvPr/>
        </p:nvSpPr>
        <p:spPr>
          <a:xfrm xmlns:a="http://schemas.openxmlformats.org/drawingml/2006/main">
            <a:off x="6096000" y="4429125"/>
            <a:ext cx="19050" cy="68580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949569D-1AB3-400C-AA9D-AC77F8B749D5}"/>
              </a:ext>
            </a:extLst>
          </p:cNvPr>
          <p:cNvSpPr>
            <a:spLocks xmlns:a="http://schemas.openxmlformats.org/drawingml/2006/main" noGrp="1"/>
          </p:cNvSpPr>
          <p:nvPr/>
        </p:nvSpPr>
        <p:spPr>
          <a:xfrm xmlns:a="http://schemas.openxmlformats.org/drawingml/2006/main">
            <a:off x="4857750" y="3362325"/>
            <a:ext cx="2476500" cy="1066800"/>
          </a:xfrm>
          <a:prstGeom xmlns:a="http://schemas.openxmlformats.org/drawingml/2006/main" prst="ellipse">
            <a:avLst/>
          </a:prstGeom>
          <a:solidFill xmlns:a="http://schemas.openxmlformats.org/drawingml/2006/main">
            <a:srgbClr val="E7EEE9"/>
          </a:solidFill>
          <a:ln xmlns:a="http://schemas.openxmlformats.org/drawingml/2006/main" w="9525">
            <a:solidFill>
              <a:srgbClr val="A9BDB7"/>
            </a:solidFill>
          </a:ln>
        </p:spPr>
      </p:sp>
      <p:sp>
        <p:nvSpPr>
          <p:cNvPr id="11" name="">
            <a:extLst xmlns:a="http://schemas.openxmlformats.org/drawingml/2006/main">
              <a:ext uri="{FF2B5EF4-FFF2-40B4-BE49-F238E27FC236}">
                <a16:creationId xmlns:a16="http://schemas.microsoft.com/office/drawing/2014/main" id="{CE9A8BE7-F3B9-45A1-8361-53DD353F6D32}"/>
              </a:ext>
            </a:extLst>
          </p:cNvPr>
          <p:cNvSpPr>
            <a:spLocks xmlns:a="http://schemas.openxmlformats.org/drawingml/2006/main" noGrp="1"/>
          </p:cNvSpPr>
          <p:nvPr/>
        </p:nvSpPr>
        <p:spPr>
          <a:xfrm xmlns:a="http://schemas.openxmlformats.org/drawingml/2006/main">
            <a:off x="5391150" y="37052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63C3A"/>
                </a:solidFill>
                <a:latin typeface="DejaVu Sans"/>
                <a:ea typeface="DejaVu Sans"/>
                <a:cs typeface="DejaVu Sans"/>
              </a:defRPr>
            </a:pPr>
            <a:r>
              <a:rPr sz="2175" b="1">
                <a:solidFill>
                  <a:srgbClr val="263C3A"/>
                </a:solidFill>
                <a:latin typeface="DejaVu Sans"/>
                <a:ea typeface="DejaVu Sans"/>
                <a:cs typeface="DejaVu Sans"/>
              </a:rPr>
              <a:t>[Topic]</a:t>
            </a:r>
          </a:p>
        </p:txBody>
      </p:sp>
      <p:sp>
        <p:nvSpPr>
          <p:cNvPr id="12" name="">
            <a:extLst xmlns:a="http://schemas.openxmlformats.org/drawingml/2006/main">
              <a:ext uri="{FF2B5EF4-FFF2-40B4-BE49-F238E27FC236}">
                <a16:creationId xmlns:a16="http://schemas.microsoft.com/office/drawing/2014/main" id="{6B2A342F-4E19-4315-8037-31325666CD25}"/>
              </a:ext>
            </a:extLst>
          </p:cNvPr>
          <p:cNvSpPr>
            <a:spLocks xmlns:a="http://schemas.openxmlformats.org/drawingml/2006/main" noGrp="1"/>
          </p:cNvSpPr>
          <p:nvPr/>
        </p:nvSpPr>
        <p:spPr>
          <a:xfrm xmlns:a="http://schemas.openxmlformats.org/drawingml/2006/main">
            <a:off x="609600" y="230505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711AFB06-9460-42F3-B641-9C68758954E1}"/>
              </a:ext>
            </a:extLst>
          </p:cNvPr>
          <p:cNvSpPr>
            <a:spLocks xmlns:a="http://schemas.openxmlformats.org/drawingml/2006/main" noGrp="1"/>
          </p:cNvSpPr>
          <p:nvPr/>
        </p:nvSpPr>
        <p:spPr>
          <a:xfrm xmlns:a="http://schemas.openxmlformats.org/drawingml/2006/main">
            <a:off x="800100" y="2495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4" name="">
            <a:extLst xmlns:a="http://schemas.openxmlformats.org/drawingml/2006/main">
              <a:ext uri="{FF2B5EF4-FFF2-40B4-BE49-F238E27FC236}">
                <a16:creationId xmlns:a16="http://schemas.microsoft.com/office/drawing/2014/main" id="{274CA64C-288F-4982-9A2E-66EADF5445E3}"/>
              </a:ext>
            </a:extLst>
          </p:cNvPr>
          <p:cNvSpPr>
            <a:spLocks xmlns:a="http://schemas.openxmlformats.org/drawingml/2006/main" noGrp="1"/>
          </p:cNvSpPr>
          <p:nvPr/>
        </p:nvSpPr>
        <p:spPr>
          <a:xfrm xmlns:a="http://schemas.openxmlformats.org/drawingml/2006/main">
            <a:off x="8058150" y="230505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FB18D7C8-B1E5-440C-965C-CE130EE7EC62}"/>
              </a:ext>
            </a:extLst>
          </p:cNvPr>
          <p:cNvSpPr>
            <a:spLocks xmlns:a="http://schemas.openxmlformats.org/drawingml/2006/main" noGrp="1"/>
          </p:cNvSpPr>
          <p:nvPr/>
        </p:nvSpPr>
        <p:spPr>
          <a:xfrm xmlns:a="http://schemas.openxmlformats.org/drawingml/2006/main">
            <a:off x="8248650" y="2495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6" name="">
            <a:extLst xmlns:a="http://schemas.openxmlformats.org/drawingml/2006/main">
              <a:ext uri="{FF2B5EF4-FFF2-40B4-BE49-F238E27FC236}">
                <a16:creationId xmlns:a16="http://schemas.microsoft.com/office/drawing/2014/main" id="{41CE38FD-60D5-49C6-BF17-173E9346C1F3}"/>
              </a:ext>
            </a:extLst>
          </p:cNvPr>
          <p:cNvSpPr>
            <a:spLocks xmlns:a="http://schemas.openxmlformats.org/drawingml/2006/main" noGrp="1"/>
          </p:cNvSpPr>
          <p:nvPr/>
        </p:nvSpPr>
        <p:spPr>
          <a:xfrm xmlns:a="http://schemas.openxmlformats.org/drawingml/2006/main">
            <a:off x="609600" y="476250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44E73404-6359-44B8-9B00-B882C4545FFB}"/>
              </a:ext>
            </a:extLst>
          </p:cNvPr>
          <p:cNvSpPr>
            <a:spLocks xmlns:a="http://schemas.openxmlformats.org/drawingml/2006/main" noGrp="1"/>
          </p:cNvSpPr>
          <p:nvPr/>
        </p:nvSpPr>
        <p:spPr>
          <a:xfrm xmlns:a="http://schemas.openxmlformats.org/drawingml/2006/main">
            <a:off x="800100" y="49530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8" name="">
            <a:extLst xmlns:a="http://schemas.openxmlformats.org/drawingml/2006/main">
              <a:ext uri="{FF2B5EF4-FFF2-40B4-BE49-F238E27FC236}">
                <a16:creationId xmlns:a16="http://schemas.microsoft.com/office/drawing/2014/main" id="{D8C08D87-716D-4571-98CA-7A9A4952EEAD}"/>
              </a:ext>
            </a:extLst>
          </p:cNvPr>
          <p:cNvSpPr>
            <a:spLocks xmlns:a="http://schemas.openxmlformats.org/drawingml/2006/main" noGrp="1"/>
          </p:cNvSpPr>
          <p:nvPr/>
        </p:nvSpPr>
        <p:spPr>
          <a:xfrm xmlns:a="http://schemas.openxmlformats.org/drawingml/2006/main">
            <a:off x="8058150" y="476250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394F20B7-95BA-43DD-93F4-1170ECE71FEF}"/>
              </a:ext>
            </a:extLst>
          </p:cNvPr>
          <p:cNvSpPr>
            <a:spLocks xmlns:a="http://schemas.openxmlformats.org/drawingml/2006/main" noGrp="1"/>
          </p:cNvSpPr>
          <p:nvPr/>
        </p:nvSpPr>
        <p:spPr>
          <a:xfrm xmlns:a="http://schemas.openxmlformats.org/drawingml/2006/main">
            <a:off x="8248650" y="49530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20" name="">
            <a:extLst xmlns:a="http://schemas.openxmlformats.org/drawingml/2006/main">
              <a:ext uri="{FF2B5EF4-FFF2-40B4-BE49-F238E27FC236}">
                <a16:creationId xmlns:a16="http://schemas.microsoft.com/office/drawing/2014/main" id="{8287CDDB-8BCE-4791-9E0C-FFAFA3D22B31}"/>
              </a:ext>
            </a:extLst>
          </p:cNvPr>
          <p:cNvSpPr>
            <a:spLocks xmlns:a="http://schemas.openxmlformats.org/drawingml/2006/main" noGrp="1"/>
          </p:cNvSpPr>
          <p:nvPr/>
        </p:nvSpPr>
        <p:spPr>
          <a:xfrm xmlns:a="http://schemas.openxmlformats.org/drawingml/2006/main">
            <a:off x="4048125" y="5619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87572"/>
                </a:solidFill>
                <a:latin typeface="DejaVu Sans"/>
                <a:ea typeface="DejaVu Sans"/>
                <a:cs typeface="DejaVu Sans"/>
              </a:defRPr>
            </a:pPr>
            <a:r>
              <a:rPr sz="1350" b="0">
                <a:solidFill>
                  <a:srgbClr val="687572"/>
                </a:solidFill>
                <a:latin typeface="DejaVu Sans"/>
                <a:ea typeface="DejaVu Sans"/>
                <a:cs typeface="DejaVu Sans"/>
              </a:rPr>
              <a:t>Add links and label the connections.</a:t>
            </a:r>
          </a:p>
        </p:txBody>
      </p:sp>
      <p:sp>
        <p:nvSpPr>
          <p:cNvPr id="21" name="">
            <a:extLst xmlns:a="http://schemas.openxmlformats.org/drawingml/2006/main">
              <a:ext uri="{FF2B5EF4-FFF2-40B4-BE49-F238E27FC236}">
                <a16:creationId xmlns:a16="http://schemas.microsoft.com/office/drawing/2014/main" id="{9C4E96EE-1279-4830-A01D-962E3A00E3C6}"/>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CB57AD6-CA6A-4228-9AE2-429D777A8AD6}"/>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3" name="">
            <a:extLst xmlns:a="http://schemas.openxmlformats.org/drawingml/2006/main">
              <a:ext uri="{FF2B5EF4-FFF2-40B4-BE49-F238E27FC236}">
                <a16:creationId xmlns:a16="http://schemas.microsoft.com/office/drawing/2014/main" id="{BE2F892A-2092-4B0B-84C7-B9302DF0AD63}"/>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991061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2026-10-07T20:43:26.7380000Z</dcterms:created>
  <dcterms:modified xsi:type="dcterms:W3CDTF">2026-10-07T20:43:26.7380000Z</dcterms:modified>
</coreProperties>
</file>