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b83f42847844cb" /><Relationship Type="http://schemas.openxmlformats.org/officeDocument/2006/relationships/extended-properties" Target="/docProps/app.xml" Id="Rcc7d948d9e574d6a" /><Relationship Type="http://schemas.openxmlformats.org/officeDocument/2006/relationships/officeDocument" Target="/ppt/presentation.xml" Id="R46e0355d28ae4a80" /></Relationships>
</file>

<file path=ppt/presentation.xml><?xml version="1.0" encoding="utf-8"?>
<p:presentation xmlns:p="http://schemas.openxmlformats.org/presentationml/2006/main">
  <p:sldMasterIdLst>
    <p:sldMasterId xmlns:r="http://schemas.openxmlformats.org/officeDocument/2006/relationships" id="2147483648" r:id="Rcdd2e742dd194542"/>
  </p:sldMasterIdLst>
  <p:notesMasterIdLst>
    <p:notesMasterId xmlns:r="http://schemas.openxmlformats.org/officeDocument/2006/relationships" r:id="R278eeec62bf34a36"/>
  </p:notesMasterIdLst>
  <p:sldIdLst>
    <p:sldId xmlns:r="http://schemas.openxmlformats.org/officeDocument/2006/relationships" id="256" r:id="Rd0905d2eecb64b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ba8796b11745e9" /><Relationship Type="http://schemas.openxmlformats.org/officeDocument/2006/relationships/slideMaster" Target="/ppt/slideMasters/slideMaster1.xml" Id="Rcdd2e742dd194542" /><Relationship Type="http://schemas.openxmlformats.org/officeDocument/2006/relationships/notesMaster" Target="/ppt/notesMasters/notesMaster1.xml" Id="R278eeec62bf34a36" /><Relationship Type="http://schemas.openxmlformats.org/officeDocument/2006/relationships/presProps" Target="/ppt/presProps.xml" Id="Rc4b3ad75e32f4a0f" /><Relationship Type="http://schemas.openxmlformats.org/officeDocument/2006/relationships/tableStyles" Target="/ppt/tableStyles.xml" Id="R548c21a02c35467c" /><Relationship Type="http://schemas.openxmlformats.org/officeDocument/2006/relationships/slide" Target="/ppt/slides/slide1.xml" Id="Rd0905d2eecb64b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9416bb4cac4f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8a4301176848c9" /><Relationship Type="http://schemas.openxmlformats.org/officeDocument/2006/relationships/notesMaster" Target="/ppt/notesMasters/notesMaster1.xml" Id="R032a21a24e8a4e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ea5b575e634e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3662085d9343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c04516a2a84a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76aa2de8ff4f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88de7d59674b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7f3807e13d4f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112E64B-28FC-457D-B637-78AC2BA055BB}"/>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66E6AF7-99DC-4EC8-8BE1-7F168FB2D2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D54D85A9-46A9-408C-8CED-CECA2F4CFC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B23D2B1-3C29-47A0-91F7-AD52E6834C9E}"/>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97833820-6F19-46AE-BC36-3F384748BE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937445B-C524-4722-AF46-0EE44AECDC1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655A7BE-4024-4DCB-BDDF-ECE55EDCCB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96107B3B-0726-4B24-9360-0EC5B67B944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1DDDF77-8AF6-488E-AF7E-0C0E0446376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71850FE-A66F-4E16-915D-A895FCFECD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A47B673-9D55-4BA8-8C8D-9553669CA4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29BFD868-230A-4E01-84FC-C5B968A074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3C549F9-D750-4897-BF1F-8F2AB9BA9B8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63E6D90-2302-4297-B0B4-A4CD82D7B9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D75774C-626F-4A91-9A84-0C03EC9DB0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561171ac754161" /><Relationship Type="http://schemas.openxmlformats.org/officeDocument/2006/relationships/slideLayout" Target="/ppt/slideLayouts/slideLayout1.xml" Id="R7b99773e83c64c73" /><Relationship Type="http://schemas.openxmlformats.org/officeDocument/2006/relationships/slideLayout" Target="/ppt/slideLayouts/slideLayout2.xml" Id="R07a0cb2a4b8b442d" /><Relationship Type="http://schemas.openxmlformats.org/officeDocument/2006/relationships/slideLayout" Target="/ppt/slideLayouts/slideLayout3.xml" Id="R1599d2d36ddc4242" /><Relationship Type="http://schemas.openxmlformats.org/officeDocument/2006/relationships/slideLayout" Target="/ppt/slideLayouts/slideLayout4.xml" Id="R6fde9d223c894051" /><Relationship Type="http://schemas.openxmlformats.org/officeDocument/2006/relationships/slideLayout" Target="/ppt/slideLayouts/slideLayout5.xml" Id="R8d80dde7e8e44d99" /><Relationship Type="http://schemas.openxmlformats.org/officeDocument/2006/relationships/slideLayout" Target="/ppt/slideLayouts/slideLayout6.xml" Id="Rbf373060497744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99773e83c64c73"/>
    <p:sldLayoutId xmlns:r="http://schemas.openxmlformats.org/officeDocument/2006/relationships" id="2147483650" r:id="R07a0cb2a4b8b442d"/>
    <p:sldLayoutId xmlns:r="http://schemas.openxmlformats.org/officeDocument/2006/relationships" id="2147483651" r:id="R1599d2d36ddc4242"/>
    <p:sldLayoutId xmlns:r="http://schemas.openxmlformats.org/officeDocument/2006/relationships" id="2147483652" r:id="R6fde9d223c894051"/>
    <p:sldLayoutId xmlns:r="http://schemas.openxmlformats.org/officeDocument/2006/relationships" id="2147483653" r:id="R8d80dde7e8e44d99"/>
    <p:sldLayoutId xmlns:r="http://schemas.openxmlformats.org/officeDocument/2006/relationships" id="2147483654" r:id="Rbf373060497744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e986f508b94037" /><Relationship Type="http://schemas.openxmlformats.org/officeDocument/2006/relationships/notesSlide" Target="/ppt/notesSlides/notesSlide1.xml" Id="Rab44463c94bc4621"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E5D51D0-5531-46DD-A965-B08FE66DC7A5}"/>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Peer Instruction</a:t>
            </a:r>
          </a:p>
        </p:txBody>
      </p:sp>
      <p:sp>
        <p:nvSpPr>
          <p:cNvPr id="2" name="">
            <a:extLst xmlns:a="http://schemas.openxmlformats.org/drawingml/2006/main">
              <a:ext uri="{FF2B5EF4-FFF2-40B4-BE49-F238E27FC236}">
                <a16:creationId xmlns:a16="http://schemas.microsoft.com/office/drawing/2014/main" id="{C95CE725-D05D-4E2D-AA49-B4AF01BC4158}"/>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D7B0F5CB-7AB9-4FB6-93E6-C7383F29B55F}"/>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773F6B-39DE-4CE7-AA9E-65BC6AB5FF2D}"/>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FDD0D617-5A32-4EA6-8053-288C54FC3215}"/>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FD4A08E6-3642-45DC-8531-A23CE6D957AF}"/>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7E2101C0-1CC1-4F93-A8F1-80B54A8452D5}"/>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Question  [Your conceptual question]</a:t>
            </a:r>
          </a:p>
        </p:txBody>
      </p:sp>
      <p:sp>
        <p:nvSpPr>
          <p:cNvPr id="8" name="">
            <a:extLst xmlns:a="http://schemas.openxmlformats.org/drawingml/2006/main">
              <a:ext uri="{FF2B5EF4-FFF2-40B4-BE49-F238E27FC236}">
                <a16:creationId xmlns:a16="http://schemas.microsoft.com/office/drawing/2014/main" id="{8293AF4F-5CEE-4D8F-B2B8-DE3D5971B9D5}"/>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7A0635FA-B727-4356-8A12-DFC9F9D96F96}"/>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92BEF28E-4081-4592-804A-0E073878A291}"/>
              </a:ext>
            </a:extLst>
          </p:cNvPr>
          <p:cNvSpPr>
            <a:spLocks xmlns:a="http://schemas.openxmlformats.org/drawingml/2006/main" noGrp="1"/>
          </p:cNvSpPr>
          <p:nvPr/>
        </p:nvSpPr>
        <p:spPr>
          <a:xfrm xmlns:a="http://schemas.openxmlformats.org/drawingml/2006/main">
            <a:off x="6353175"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Choices</a:t>
            </a:r>
          </a:p>
        </p:txBody>
      </p:sp>
      <p:sp>
        <p:nvSpPr>
          <p:cNvPr id="11" name="">
            <a:extLst xmlns:a="http://schemas.openxmlformats.org/drawingml/2006/main">
              <a:ext uri="{FF2B5EF4-FFF2-40B4-BE49-F238E27FC236}">
                <a16:creationId xmlns:a16="http://schemas.microsoft.com/office/drawing/2014/main" id="{9EF811C5-9266-4378-B77C-3B2DCA2B697F}"/>
              </a:ext>
            </a:extLst>
          </p:cNvPr>
          <p:cNvSpPr>
            <a:spLocks xmlns:a="http://schemas.openxmlformats.org/drawingml/2006/main" noGrp="1"/>
          </p:cNvSpPr>
          <p:nvPr/>
        </p:nvSpPr>
        <p:spPr>
          <a:xfrm xmlns:a="http://schemas.openxmlformats.org/drawingml/2006/main">
            <a:off x="6353175"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 [Option]</a:t>
            </a:r>
          </a:p>
          <a:p xmlns:a="http://schemas.openxmlformats.org/drawingml/2006/main">
            <a:pPr>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B [Option]</a:t>
            </a:r>
          </a:p>
          <a:p xmlns:a="http://schemas.openxmlformats.org/drawingml/2006/main">
            <a:pPr>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C [Option]</a:t>
            </a:r>
          </a:p>
          <a:p xmlns:a="http://schemas.openxmlformats.org/drawingml/2006/main">
            <a:pPr>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D [Option]</a:t>
            </a:r>
          </a:p>
        </p:txBody>
      </p:sp>
      <p:sp>
        <p:nvSpPr>
          <p:cNvPr id="12" name="">
            <a:extLst xmlns:a="http://schemas.openxmlformats.org/drawingml/2006/main">
              <a:ext uri="{FF2B5EF4-FFF2-40B4-BE49-F238E27FC236}">
                <a16:creationId xmlns:a16="http://schemas.microsoft.com/office/drawing/2014/main" id="{4B9C4E05-D841-4178-A4BA-FE67E3E8AC19}"/>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0B5FDF6E-28CA-4CA0-9C5E-FFD1C1C45A75}"/>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first choice and reason</a:t>
            </a:r>
          </a:p>
        </p:txBody>
      </p:sp>
      <p:sp>
        <p:nvSpPr>
          <p:cNvPr id="14" name="">
            <a:extLst xmlns:a="http://schemas.openxmlformats.org/drawingml/2006/main">
              <a:ext uri="{FF2B5EF4-FFF2-40B4-BE49-F238E27FC236}">
                <a16:creationId xmlns:a16="http://schemas.microsoft.com/office/drawing/2014/main" id="{483FE5B4-AD25-4F5D-BC6F-EE4BCD4D4324}"/>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1840C0A0-2167-4DBF-A410-872060C8C6B8}"/>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54EA168C-7E1D-4CEF-BD5A-D61901A2DC34}"/>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final choice and reason</a:t>
            </a:r>
          </a:p>
        </p:txBody>
      </p:sp>
      <p:sp>
        <p:nvSpPr>
          <p:cNvPr id="17" name="">
            <a:extLst xmlns:a="http://schemas.openxmlformats.org/drawingml/2006/main">
              <a:ext uri="{FF2B5EF4-FFF2-40B4-BE49-F238E27FC236}">
                <a16:creationId xmlns:a16="http://schemas.microsoft.com/office/drawing/2014/main" id="{42FD885D-CC4E-4AD3-8568-E625858C79F1}"/>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82232E78-7D85-4C73-951D-72C6DB78EBDC}"/>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07ACF6E-23EF-411F-9136-CB3D905B7E5E}"/>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33373FB5-14EF-435D-8E87-DA4B2E82384F}"/>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7725722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2026-10-07T20:46:05.4010000Z</dcterms:created>
  <dcterms:modified xsi:type="dcterms:W3CDTF">2026-10-07T20:46:05.4010000Z</dcterms:modified>
</coreProperties>
</file>