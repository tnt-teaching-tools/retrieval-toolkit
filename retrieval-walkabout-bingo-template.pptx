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ea85d77e2a48b5" /><Relationship Type="http://schemas.openxmlformats.org/officeDocument/2006/relationships/extended-properties" Target="/docProps/app.xml" Id="Rfc7710b821854ab4" /><Relationship Type="http://schemas.openxmlformats.org/officeDocument/2006/relationships/officeDocument" Target="/ppt/presentation.xml" Id="Rbfe455759f0b4836" /></Relationships>
</file>

<file path=ppt/presentation.xml><?xml version="1.0" encoding="utf-8"?>
<p:presentation xmlns:p="http://schemas.openxmlformats.org/presentationml/2006/main">
  <p:sldMasterIdLst>
    <p:sldMasterId xmlns:r="http://schemas.openxmlformats.org/officeDocument/2006/relationships" id="2147483648" r:id="R161fb13ff42042d8"/>
  </p:sldMasterIdLst>
  <p:notesMasterIdLst>
    <p:notesMasterId xmlns:r="http://schemas.openxmlformats.org/officeDocument/2006/relationships" r:id="R7f51f576c795482a"/>
  </p:notesMasterIdLst>
  <p:sldIdLst>
    <p:sldId xmlns:r="http://schemas.openxmlformats.org/officeDocument/2006/relationships" id="256" r:id="R0faecf672f2a47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b382e7705d4ec6" /><Relationship Type="http://schemas.openxmlformats.org/officeDocument/2006/relationships/slideMaster" Target="/ppt/slideMasters/slideMaster1.xml" Id="R161fb13ff42042d8" /><Relationship Type="http://schemas.openxmlformats.org/officeDocument/2006/relationships/notesMaster" Target="/ppt/notesMasters/notesMaster1.xml" Id="R7f51f576c795482a" /><Relationship Type="http://schemas.openxmlformats.org/officeDocument/2006/relationships/presProps" Target="/ppt/presProps.xml" Id="Rf1da321005f04fa3" /><Relationship Type="http://schemas.openxmlformats.org/officeDocument/2006/relationships/tableStyles" Target="/ppt/tableStyles.xml" Id="R6f7d37967e2d490c" /><Relationship Type="http://schemas.openxmlformats.org/officeDocument/2006/relationships/slide" Target="/ppt/slides/slide1.xml" Id="R0faecf672f2a47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94c84bff724f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0a2f733ce74e2c" /><Relationship Type="http://schemas.openxmlformats.org/officeDocument/2006/relationships/notesMaster" Target="/ppt/notesMasters/notesMaster1.xml" Id="R711f46d62ec74d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525e5eeeba46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88b5f9b0d546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0e521a67d147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1dab1965bc4e7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9dda834c7948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f38994a5f8842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65B2A18-7C63-4BD8-AFC9-399F6872B33C}"/>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DA34EB1-493E-458A-A71B-73862EE2D68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4E1B1F3-663B-43FA-9531-62E0330F7AA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0887FD6B-B7C8-4316-8AA6-288CC4BA2276}"/>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3C63D1A-5EFE-4B3A-A191-1BA4F2EA92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B85449A-2EFD-482A-9833-DD41CB663FC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910D4BA-94AB-432B-8F02-F60FD9C50A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B904A316-B8B3-4781-B6E6-8A887B42E26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B8EAE5B3-B32A-4FDC-9399-2B3730BD92D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B995B1E-03AC-4D2B-BD6D-4AA3A72F54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1978359-48BB-43BC-A4B8-49E272D35D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CE9264C-E37D-4F0B-8370-0D086818BD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5A8389B-5193-4357-82AB-A48233D46FA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42D2C74-EF91-49B3-964C-180DF5D772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1457572-CB99-429E-8506-5915516B8E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7757dd9c8d4e5b" /><Relationship Type="http://schemas.openxmlformats.org/officeDocument/2006/relationships/slideLayout" Target="/ppt/slideLayouts/slideLayout1.xml" Id="R8fd9f4df80da4e31" /><Relationship Type="http://schemas.openxmlformats.org/officeDocument/2006/relationships/slideLayout" Target="/ppt/slideLayouts/slideLayout2.xml" Id="R8cc60e72049a4450" /><Relationship Type="http://schemas.openxmlformats.org/officeDocument/2006/relationships/slideLayout" Target="/ppt/slideLayouts/slideLayout3.xml" Id="Raeb434026f49447e" /><Relationship Type="http://schemas.openxmlformats.org/officeDocument/2006/relationships/slideLayout" Target="/ppt/slideLayouts/slideLayout4.xml" Id="R924cb31a3a4d4a16" /><Relationship Type="http://schemas.openxmlformats.org/officeDocument/2006/relationships/slideLayout" Target="/ppt/slideLayouts/slideLayout5.xml" Id="Ra835c3a9c0a948d4" /><Relationship Type="http://schemas.openxmlformats.org/officeDocument/2006/relationships/slideLayout" Target="/ppt/slideLayouts/slideLayout6.xml" Id="R9ca0ef99fda647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d9f4df80da4e31"/>
    <p:sldLayoutId xmlns:r="http://schemas.openxmlformats.org/officeDocument/2006/relationships" id="2147483650" r:id="R8cc60e72049a4450"/>
    <p:sldLayoutId xmlns:r="http://schemas.openxmlformats.org/officeDocument/2006/relationships" id="2147483651" r:id="Raeb434026f49447e"/>
    <p:sldLayoutId xmlns:r="http://schemas.openxmlformats.org/officeDocument/2006/relationships" id="2147483652" r:id="R924cb31a3a4d4a16"/>
    <p:sldLayoutId xmlns:r="http://schemas.openxmlformats.org/officeDocument/2006/relationships" id="2147483653" r:id="Ra835c3a9c0a948d4"/>
    <p:sldLayoutId xmlns:r="http://schemas.openxmlformats.org/officeDocument/2006/relationships" id="2147483654" r:id="R9ca0ef99fda647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8affd41d644530" /><Relationship Type="http://schemas.openxmlformats.org/officeDocument/2006/relationships/notesSlide" Target="/ppt/notesSlides/notesSlide1.xml" Id="R0845314a8daa445f"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F420CD7-70D7-45C2-98AD-40186249CB89}"/>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Walkabout bingo</a:t>
            </a:r>
          </a:p>
        </p:txBody>
      </p:sp>
      <p:sp>
        <p:nvSpPr>
          <p:cNvPr id="2" name="">
            <a:extLst xmlns:a="http://schemas.openxmlformats.org/drawingml/2006/main">
              <a:ext uri="{FF2B5EF4-FFF2-40B4-BE49-F238E27FC236}">
                <a16:creationId xmlns:a16="http://schemas.microsoft.com/office/drawing/2014/main" id="{69314D68-DC63-46E7-A7B1-1C8EAFFAF3E0}"/>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4DD356E6-8086-488B-B046-4D3DF96A3A98}"/>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6A9FC5-1CD0-457A-AD01-98A7A21B6B2C}"/>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A7659577-11A9-4498-9A03-CCEF5CB5B516}"/>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937BE9C7-C531-42A5-87F3-1F1CF2EC835A}"/>
              </a:ext>
            </a:extLst>
          </p:cNvPr>
          <p:cNvSpPr>
            <a:spLocks xmlns:a="http://schemas.openxmlformats.org/drawingml/2006/main" noGrp="1"/>
          </p:cNvSpPr>
          <p:nvPr/>
        </p:nvSpPr>
        <p:spPr>
          <a:xfrm xmlns:a="http://schemas.openxmlformats.org/drawingml/2006/main">
            <a:off x="609600" y="22479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2CC6CB95-56AD-4DD0-A2A8-2FF18638DE94}"/>
              </a:ext>
            </a:extLst>
          </p:cNvPr>
          <p:cNvSpPr>
            <a:spLocks xmlns:a="http://schemas.openxmlformats.org/drawingml/2006/main" noGrp="1"/>
          </p:cNvSpPr>
          <p:nvPr/>
        </p:nvSpPr>
        <p:spPr>
          <a:xfrm xmlns:a="http://schemas.openxmlformats.org/drawingml/2006/main">
            <a:off x="7810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8" name="">
            <a:extLst xmlns:a="http://schemas.openxmlformats.org/drawingml/2006/main">
              <a:ext uri="{FF2B5EF4-FFF2-40B4-BE49-F238E27FC236}">
                <a16:creationId xmlns:a16="http://schemas.microsoft.com/office/drawing/2014/main" id="{4D467C94-EC4F-488F-A3DC-F64E5AF7D444}"/>
              </a:ext>
            </a:extLst>
          </p:cNvPr>
          <p:cNvSpPr>
            <a:spLocks xmlns:a="http://schemas.openxmlformats.org/drawingml/2006/main" noGrp="1"/>
          </p:cNvSpPr>
          <p:nvPr/>
        </p:nvSpPr>
        <p:spPr>
          <a:xfrm xmlns:a="http://schemas.openxmlformats.org/drawingml/2006/main">
            <a:off x="4324350" y="22479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DD9618CB-8316-4B29-8577-915230F15EE6}"/>
              </a:ext>
            </a:extLst>
          </p:cNvPr>
          <p:cNvSpPr>
            <a:spLocks xmlns:a="http://schemas.openxmlformats.org/drawingml/2006/main" noGrp="1"/>
          </p:cNvSpPr>
          <p:nvPr/>
        </p:nvSpPr>
        <p:spPr>
          <a:xfrm xmlns:a="http://schemas.openxmlformats.org/drawingml/2006/main">
            <a:off x="449580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10" name="">
            <a:extLst xmlns:a="http://schemas.openxmlformats.org/drawingml/2006/main">
              <a:ext uri="{FF2B5EF4-FFF2-40B4-BE49-F238E27FC236}">
                <a16:creationId xmlns:a16="http://schemas.microsoft.com/office/drawing/2014/main" id="{E3791167-3362-46AB-AE32-9AA75ED23D65}"/>
              </a:ext>
            </a:extLst>
          </p:cNvPr>
          <p:cNvSpPr>
            <a:spLocks xmlns:a="http://schemas.openxmlformats.org/drawingml/2006/main" noGrp="1"/>
          </p:cNvSpPr>
          <p:nvPr/>
        </p:nvSpPr>
        <p:spPr>
          <a:xfrm xmlns:a="http://schemas.openxmlformats.org/drawingml/2006/main">
            <a:off x="8039100" y="22479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FF45FDDB-D25A-4AE5-AF90-47782246CC28}"/>
              </a:ext>
            </a:extLst>
          </p:cNvPr>
          <p:cNvSpPr>
            <a:spLocks xmlns:a="http://schemas.openxmlformats.org/drawingml/2006/main" noGrp="1"/>
          </p:cNvSpPr>
          <p:nvPr/>
        </p:nvSpPr>
        <p:spPr>
          <a:xfrm xmlns:a="http://schemas.openxmlformats.org/drawingml/2006/main">
            <a:off x="82105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12" name="">
            <a:extLst xmlns:a="http://schemas.openxmlformats.org/drawingml/2006/main">
              <a:ext uri="{FF2B5EF4-FFF2-40B4-BE49-F238E27FC236}">
                <a16:creationId xmlns:a16="http://schemas.microsoft.com/office/drawing/2014/main" id="{BC71015C-4A1D-4F9C-98B6-F9F060467376}"/>
              </a:ext>
            </a:extLst>
          </p:cNvPr>
          <p:cNvSpPr>
            <a:spLocks xmlns:a="http://schemas.openxmlformats.org/drawingml/2006/main" noGrp="1"/>
          </p:cNvSpPr>
          <p:nvPr/>
        </p:nvSpPr>
        <p:spPr>
          <a:xfrm xmlns:a="http://schemas.openxmlformats.org/drawingml/2006/main">
            <a:off x="609600" y="34290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5EC751EE-40B9-4E9B-AD19-EDB9932CD7BC}"/>
              </a:ext>
            </a:extLst>
          </p:cNvPr>
          <p:cNvSpPr>
            <a:spLocks xmlns:a="http://schemas.openxmlformats.org/drawingml/2006/main" noGrp="1"/>
          </p:cNvSpPr>
          <p:nvPr/>
        </p:nvSpPr>
        <p:spPr>
          <a:xfrm xmlns:a="http://schemas.openxmlformats.org/drawingml/2006/main">
            <a:off x="78105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14" name="">
            <a:extLst xmlns:a="http://schemas.openxmlformats.org/drawingml/2006/main">
              <a:ext uri="{FF2B5EF4-FFF2-40B4-BE49-F238E27FC236}">
                <a16:creationId xmlns:a16="http://schemas.microsoft.com/office/drawing/2014/main" id="{2E42816D-21D5-4C80-AFA8-2D6A2842C90B}"/>
              </a:ext>
            </a:extLst>
          </p:cNvPr>
          <p:cNvSpPr>
            <a:spLocks xmlns:a="http://schemas.openxmlformats.org/drawingml/2006/main" noGrp="1"/>
          </p:cNvSpPr>
          <p:nvPr/>
        </p:nvSpPr>
        <p:spPr>
          <a:xfrm xmlns:a="http://schemas.openxmlformats.org/drawingml/2006/main">
            <a:off x="4324350" y="34290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5" name="">
            <a:extLst xmlns:a="http://schemas.openxmlformats.org/drawingml/2006/main">
              <a:ext uri="{FF2B5EF4-FFF2-40B4-BE49-F238E27FC236}">
                <a16:creationId xmlns:a16="http://schemas.microsoft.com/office/drawing/2014/main" id="{10B66188-C846-4119-884B-218951547199}"/>
              </a:ext>
            </a:extLst>
          </p:cNvPr>
          <p:cNvSpPr>
            <a:spLocks xmlns:a="http://schemas.openxmlformats.org/drawingml/2006/main" noGrp="1"/>
          </p:cNvSpPr>
          <p:nvPr/>
        </p:nvSpPr>
        <p:spPr>
          <a:xfrm xmlns:a="http://schemas.openxmlformats.org/drawingml/2006/main">
            <a:off x="449580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16" name="">
            <a:extLst xmlns:a="http://schemas.openxmlformats.org/drawingml/2006/main">
              <a:ext uri="{FF2B5EF4-FFF2-40B4-BE49-F238E27FC236}">
                <a16:creationId xmlns:a16="http://schemas.microsoft.com/office/drawing/2014/main" id="{1F8D8B1B-3E48-4205-ADCC-18BC43E6F2C2}"/>
              </a:ext>
            </a:extLst>
          </p:cNvPr>
          <p:cNvSpPr>
            <a:spLocks xmlns:a="http://schemas.openxmlformats.org/drawingml/2006/main" noGrp="1"/>
          </p:cNvSpPr>
          <p:nvPr/>
        </p:nvSpPr>
        <p:spPr>
          <a:xfrm xmlns:a="http://schemas.openxmlformats.org/drawingml/2006/main">
            <a:off x="8039100" y="34290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006FEB42-426A-43C0-9BCE-210969B847DD}"/>
              </a:ext>
            </a:extLst>
          </p:cNvPr>
          <p:cNvSpPr>
            <a:spLocks xmlns:a="http://schemas.openxmlformats.org/drawingml/2006/main" noGrp="1"/>
          </p:cNvSpPr>
          <p:nvPr/>
        </p:nvSpPr>
        <p:spPr>
          <a:xfrm xmlns:a="http://schemas.openxmlformats.org/drawingml/2006/main">
            <a:off x="821055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18" name="">
            <a:extLst xmlns:a="http://schemas.openxmlformats.org/drawingml/2006/main">
              <a:ext uri="{FF2B5EF4-FFF2-40B4-BE49-F238E27FC236}">
                <a16:creationId xmlns:a16="http://schemas.microsoft.com/office/drawing/2014/main" id="{0DB48B49-9981-4468-8D9A-CDBCABB81EE5}"/>
              </a:ext>
            </a:extLst>
          </p:cNvPr>
          <p:cNvSpPr>
            <a:spLocks xmlns:a="http://schemas.openxmlformats.org/drawingml/2006/main" noGrp="1"/>
          </p:cNvSpPr>
          <p:nvPr/>
        </p:nvSpPr>
        <p:spPr>
          <a:xfrm xmlns:a="http://schemas.openxmlformats.org/drawingml/2006/main">
            <a:off x="609600" y="46101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9" name="">
            <a:extLst xmlns:a="http://schemas.openxmlformats.org/drawingml/2006/main">
              <a:ext uri="{FF2B5EF4-FFF2-40B4-BE49-F238E27FC236}">
                <a16:creationId xmlns:a16="http://schemas.microsoft.com/office/drawing/2014/main" id="{37F68859-202A-47C9-B789-4DEAD4EEB164}"/>
              </a:ext>
            </a:extLst>
          </p:cNvPr>
          <p:cNvSpPr>
            <a:spLocks xmlns:a="http://schemas.openxmlformats.org/drawingml/2006/main" noGrp="1"/>
          </p:cNvSpPr>
          <p:nvPr/>
        </p:nvSpPr>
        <p:spPr>
          <a:xfrm xmlns:a="http://schemas.openxmlformats.org/drawingml/2006/main">
            <a:off x="78105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20" name="">
            <a:extLst xmlns:a="http://schemas.openxmlformats.org/drawingml/2006/main">
              <a:ext uri="{FF2B5EF4-FFF2-40B4-BE49-F238E27FC236}">
                <a16:creationId xmlns:a16="http://schemas.microsoft.com/office/drawing/2014/main" id="{3FFF3E0A-DC99-466A-91A6-F6AA7CB0160F}"/>
              </a:ext>
            </a:extLst>
          </p:cNvPr>
          <p:cNvSpPr>
            <a:spLocks xmlns:a="http://schemas.openxmlformats.org/drawingml/2006/main" noGrp="1"/>
          </p:cNvSpPr>
          <p:nvPr/>
        </p:nvSpPr>
        <p:spPr>
          <a:xfrm xmlns:a="http://schemas.openxmlformats.org/drawingml/2006/main">
            <a:off x="4324350" y="46101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1" name="">
            <a:extLst xmlns:a="http://schemas.openxmlformats.org/drawingml/2006/main">
              <a:ext uri="{FF2B5EF4-FFF2-40B4-BE49-F238E27FC236}">
                <a16:creationId xmlns:a16="http://schemas.microsoft.com/office/drawing/2014/main" id="{4D8CB1A1-2AF3-4A10-A9F5-46357D44E394}"/>
              </a:ext>
            </a:extLst>
          </p:cNvPr>
          <p:cNvSpPr>
            <a:spLocks xmlns:a="http://schemas.openxmlformats.org/drawingml/2006/main" noGrp="1"/>
          </p:cNvSpPr>
          <p:nvPr/>
        </p:nvSpPr>
        <p:spPr>
          <a:xfrm xmlns:a="http://schemas.openxmlformats.org/drawingml/2006/main">
            <a:off x="449580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22" name="">
            <a:extLst xmlns:a="http://schemas.openxmlformats.org/drawingml/2006/main">
              <a:ext uri="{FF2B5EF4-FFF2-40B4-BE49-F238E27FC236}">
                <a16:creationId xmlns:a16="http://schemas.microsoft.com/office/drawing/2014/main" id="{B353BCA6-CE56-4375-8CEC-FE86B11289B7}"/>
              </a:ext>
            </a:extLst>
          </p:cNvPr>
          <p:cNvSpPr>
            <a:spLocks xmlns:a="http://schemas.openxmlformats.org/drawingml/2006/main" noGrp="1"/>
          </p:cNvSpPr>
          <p:nvPr/>
        </p:nvSpPr>
        <p:spPr>
          <a:xfrm xmlns:a="http://schemas.openxmlformats.org/drawingml/2006/main">
            <a:off x="8039100" y="46101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23" name="">
            <a:extLst xmlns:a="http://schemas.openxmlformats.org/drawingml/2006/main">
              <a:ext uri="{FF2B5EF4-FFF2-40B4-BE49-F238E27FC236}">
                <a16:creationId xmlns:a16="http://schemas.microsoft.com/office/drawing/2014/main" id="{875FA37C-52D8-4681-B89C-6759643C4835}"/>
              </a:ext>
            </a:extLst>
          </p:cNvPr>
          <p:cNvSpPr>
            <a:spLocks xmlns:a="http://schemas.openxmlformats.org/drawingml/2006/main" noGrp="1"/>
          </p:cNvSpPr>
          <p:nvPr/>
        </p:nvSpPr>
        <p:spPr>
          <a:xfrm xmlns:a="http://schemas.openxmlformats.org/drawingml/2006/main">
            <a:off x="821055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24" name="">
            <a:extLst xmlns:a="http://schemas.openxmlformats.org/drawingml/2006/main">
              <a:ext uri="{FF2B5EF4-FFF2-40B4-BE49-F238E27FC236}">
                <a16:creationId xmlns:a16="http://schemas.microsoft.com/office/drawing/2014/main" id="{5F3EE7E1-1EC6-437F-94E8-898C0AC4C85B}"/>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B8E7385-0753-418D-97D0-235D39DE1278}"/>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6" name="">
            <a:extLst xmlns:a="http://schemas.openxmlformats.org/drawingml/2006/main">
              <a:ext uri="{FF2B5EF4-FFF2-40B4-BE49-F238E27FC236}">
                <a16:creationId xmlns:a16="http://schemas.microsoft.com/office/drawing/2014/main" id="{3218A305-A950-428B-88F9-5001080E93B1}"/>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20871105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2026-10-07T20:43:53.7820000Z</dcterms:created>
  <dcterms:modified xsi:type="dcterms:W3CDTF">2026-10-07T20:43:53.7820000Z</dcterms:modified>
</coreProperties>
</file>