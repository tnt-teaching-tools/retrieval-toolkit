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b303e4708948d0" /><Relationship Type="http://schemas.openxmlformats.org/officeDocument/2006/relationships/extended-properties" Target="/docProps/app.xml" Id="R29741e545497437d" /><Relationship Type="http://schemas.openxmlformats.org/officeDocument/2006/relationships/officeDocument" Target="/ppt/presentation.xml" Id="R44c46a70d34a4ff9" /></Relationships>
</file>

<file path=ppt/presentation.xml><?xml version="1.0" encoding="utf-8"?>
<p:presentation xmlns:p="http://schemas.openxmlformats.org/presentationml/2006/main">
  <p:sldMasterIdLst>
    <p:sldMasterId xmlns:r="http://schemas.openxmlformats.org/officeDocument/2006/relationships" id="2147483648" r:id="R0bf114167b8642fd"/>
  </p:sldMasterIdLst>
  <p:notesMasterIdLst>
    <p:notesMasterId xmlns:r="http://schemas.openxmlformats.org/officeDocument/2006/relationships" r:id="R0f86488e03134bde"/>
  </p:notesMasterIdLst>
  <p:sldIdLst>
    <p:sldId xmlns:r="http://schemas.openxmlformats.org/officeDocument/2006/relationships" id="256" r:id="R4eef4e8f1e5d41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58fc84041a4e36" /><Relationship Type="http://schemas.openxmlformats.org/officeDocument/2006/relationships/slideMaster" Target="/ppt/slideMasters/slideMaster1.xml" Id="R0bf114167b8642fd" /><Relationship Type="http://schemas.openxmlformats.org/officeDocument/2006/relationships/notesMaster" Target="/ppt/notesMasters/notesMaster1.xml" Id="R0f86488e03134bde" /><Relationship Type="http://schemas.openxmlformats.org/officeDocument/2006/relationships/presProps" Target="/ppt/presProps.xml" Id="R5654e51d83294d53" /><Relationship Type="http://schemas.openxmlformats.org/officeDocument/2006/relationships/tableStyles" Target="/ppt/tableStyles.xml" Id="Rb6d00b1d588d4893" /><Relationship Type="http://schemas.openxmlformats.org/officeDocument/2006/relationships/slide" Target="/ppt/slides/slide1.xml" Id="R4eef4e8f1e5d41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c0fb997139454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d83202646a41a1" /><Relationship Type="http://schemas.openxmlformats.org/officeDocument/2006/relationships/notesMaster" Target="/ppt/notesMasters/notesMaster1.xml" Id="R5816988c596e4f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Kate Jones — published Walkabout Bingo; summarised by Hall Houston</a:t>
            </a:r>
          </a:p>
          <a:p xmlns:a="http://schemas.openxmlformats.org/drawingml/2006/main">
            <a:r>
              <a:t/>
            </a:r>
          </a:p>
          <a:p xmlns:a="http://schemas.openxmlformats.org/drawingml/2006/main">
            <a:r>
              <a:t>https://www.tesol.org/blog/posts/9-ways-to-do-retrieval-practice-in-the-classroom/</a:t>
            </a:r>
          </a:p>
          <a:p xmlns:a="http://schemas.openxmlformats.org/drawingml/2006/main">
            <a:r>
              <a:t/>
            </a:r>
          </a:p>
          <a:p xmlns:a="http://schemas.openxmlformats.org/drawingml/2006/main">
            <a:r>
              <a:t>Houston attributes Walkabout Bingo to Jones’s Retrieval Practice book. This adaptation adds a private first attempt and a final individual recall, and removes the race to finish.</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https://tnt-teaching-tools.github.io/retrieval-toolkit/retrieval-walkabout-bingo.html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048ccaf48f408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315c2e85ec54b0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ba17675c1fd45a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d38242c31b426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0269dcb5f534cb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b510fb4e2064e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d1462e59284b23" /><Relationship Type="http://schemas.openxmlformats.org/officeDocument/2006/relationships/slideLayout" Target="/ppt/slideLayouts/slideLayout1.xml" Id="Ra49de6e520024f9d" /><Relationship Type="http://schemas.openxmlformats.org/officeDocument/2006/relationships/slideLayout" Target="/ppt/slideLayouts/slideLayout2.xml" Id="R863c85416bc04015" /><Relationship Type="http://schemas.openxmlformats.org/officeDocument/2006/relationships/slideLayout" Target="/ppt/slideLayouts/slideLayout3.xml" Id="Rcccc0f244f0d4840" /><Relationship Type="http://schemas.openxmlformats.org/officeDocument/2006/relationships/slideLayout" Target="/ppt/slideLayouts/slideLayout4.xml" Id="Rc409973404ee46c3" /><Relationship Type="http://schemas.openxmlformats.org/officeDocument/2006/relationships/slideLayout" Target="/ppt/slideLayouts/slideLayout5.xml" Id="R8485a925b0694e18" /><Relationship Type="http://schemas.openxmlformats.org/officeDocument/2006/relationships/slideLayout" Target="/ppt/slideLayouts/slideLayout6.xml" Id="Rf64012f822764f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9de6e520024f9d"/>
    <p:sldLayoutId xmlns:r="http://schemas.openxmlformats.org/officeDocument/2006/relationships" id="2147483650" r:id="R863c85416bc04015"/>
    <p:sldLayoutId xmlns:r="http://schemas.openxmlformats.org/officeDocument/2006/relationships" id="2147483651" r:id="Rcccc0f244f0d4840"/>
    <p:sldLayoutId xmlns:r="http://schemas.openxmlformats.org/officeDocument/2006/relationships" id="2147483652" r:id="Rc409973404ee46c3"/>
    <p:sldLayoutId xmlns:r="http://schemas.openxmlformats.org/officeDocument/2006/relationships" id="2147483653" r:id="R8485a925b0694e18"/>
    <p:sldLayoutId xmlns:r="http://schemas.openxmlformats.org/officeDocument/2006/relationships" id="2147483654" r:id="Rf64012f822764f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090fcedb1e2415a" /><Relationship Type="http://schemas.openxmlformats.org/officeDocument/2006/relationships/hyperlink" Target="https://www.tesol.org/blog/posts/9-ways-to-do-retrieval-practice-in-the-classroom/" TargetMode="External" Id="Re34444bfa7b44e6e" /><Relationship Type="http://schemas.openxmlformats.org/officeDocument/2006/relationships/notesSlide" Target="/ppt/notesSlides/notesSlide1.xml" Id="R29139939decf41e9"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602A4F5-36D6-43EF-9429-19ADA6E9EB52}"/>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Walkabout bingo</a:t>
            </a:r>
          </a:p>
        </p:txBody>
      </p:sp>
      <p:sp>
        <p:nvSpPr>
          <p:cNvPr id="2" name="">
            <a:extLst xmlns:a="http://schemas.openxmlformats.org/drawingml/2006/main">
              <a:ext uri="{FF2B5EF4-FFF2-40B4-BE49-F238E27FC236}">
                <a16:creationId xmlns:a16="http://schemas.microsoft.com/office/drawing/2014/main" id="{CCF822FA-DE09-4B4F-9F72-3E0F4907064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E37AAE2-8B23-4DD2-9166-5BD6DB6D80B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8216E9-2B79-419B-82D3-7D45E988B3BB}"/>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F8FF06C-3C7D-4833-9489-98BA4FD69ABE}"/>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A9A40362-57DE-4426-9E61-DAE350141DCD}"/>
              </a:ext>
            </a:extLst>
          </p:cNvPr>
          <p:cNvSpPr>
            <a:spLocks xmlns:a="http://schemas.openxmlformats.org/drawingml/2006/main" noGrp="1"/>
          </p:cNvSpPr>
          <p:nvPr/>
        </p:nvSpPr>
        <p:spPr>
          <a:xfrm xmlns:a="http://schemas.openxmlformats.org/drawingml/2006/main">
            <a:off x="6096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FA713F7C-187A-45A5-95AE-636428F01C0D}"/>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8" name="">
            <a:extLst xmlns:a="http://schemas.openxmlformats.org/drawingml/2006/main">
              <a:ext uri="{FF2B5EF4-FFF2-40B4-BE49-F238E27FC236}">
                <a16:creationId xmlns:a16="http://schemas.microsoft.com/office/drawing/2014/main" id="{507407DD-FFB2-4B9B-B9CE-9CDB63D5FA1A}"/>
              </a:ext>
            </a:extLst>
          </p:cNvPr>
          <p:cNvSpPr>
            <a:spLocks xmlns:a="http://schemas.openxmlformats.org/drawingml/2006/main" noGrp="1"/>
          </p:cNvSpPr>
          <p:nvPr/>
        </p:nvSpPr>
        <p:spPr>
          <a:xfrm xmlns:a="http://schemas.openxmlformats.org/drawingml/2006/main">
            <a:off x="4324350" y="22479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0A93D9A8-4322-42C3-8C6A-F218B82AF166}"/>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0" name="">
            <a:extLst xmlns:a="http://schemas.openxmlformats.org/drawingml/2006/main">
              <a:ext uri="{FF2B5EF4-FFF2-40B4-BE49-F238E27FC236}">
                <a16:creationId xmlns:a16="http://schemas.microsoft.com/office/drawing/2014/main" id="{3C2B13ED-2154-40E5-8AA8-6169E1CE629E}"/>
              </a:ext>
            </a:extLst>
          </p:cNvPr>
          <p:cNvSpPr>
            <a:spLocks xmlns:a="http://schemas.openxmlformats.org/drawingml/2006/main" noGrp="1"/>
          </p:cNvSpPr>
          <p:nvPr/>
        </p:nvSpPr>
        <p:spPr>
          <a:xfrm xmlns:a="http://schemas.openxmlformats.org/drawingml/2006/main">
            <a:off x="80391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BF51ACBB-577A-4F04-B70D-FED95734C942}"/>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2" name="">
            <a:extLst xmlns:a="http://schemas.openxmlformats.org/drawingml/2006/main">
              <a:ext uri="{FF2B5EF4-FFF2-40B4-BE49-F238E27FC236}">
                <a16:creationId xmlns:a16="http://schemas.microsoft.com/office/drawing/2014/main" id="{6D80D5B5-DC46-4C94-B45D-0CB97D6CC313}"/>
              </a:ext>
            </a:extLst>
          </p:cNvPr>
          <p:cNvSpPr>
            <a:spLocks xmlns:a="http://schemas.openxmlformats.org/drawingml/2006/main" noGrp="1"/>
          </p:cNvSpPr>
          <p:nvPr/>
        </p:nvSpPr>
        <p:spPr>
          <a:xfrm xmlns:a="http://schemas.openxmlformats.org/drawingml/2006/main">
            <a:off x="6096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1F6C5784-46CB-491C-A048-2D0D6F9756F7}"/>
              </a:ext>
            </a:extLst>
          </p:cNvPr>
          <p:cNvSpPr>
            <a:spLocks xmlns:a="http://schemas.openxmlformats.org/drawingml/2006/main" noGrp="1"/>
          </p:cNvSpPr>
          <p:nvPr/>
        </p:nvSpPr>
        <p:spPr>
          <a:xfrm xmlns:a="http://schemas.openxmlformats.org/drawingml/2006/main">
            <a:off x="7810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4" name="">
            <a:extLst xmlns:a="http://schemas.openxmlformats.org/drawingml/2006/main">
              <a:ext uri="{FF2B5EF4-FFF2-40B4-BE49-F238E27FC236}">
                <a16:creationId xmlns:a16="http://schemas.microsoft.com/office/drawing/2014/main" id="{B3D0B4E1-4F69-4DC6-8875-661C614471A7}"/>
              </a:ext>
            </a:extLst>
          </p:cNvPr>
          <p:cNvSpPr>
            <a:spLocks xmlns:a="http://schemas.openxmlformats.org/drawingml/2006/main" noGrp="1"/>
          </p:cNvSpPr>
          <p:nvPr/>
        </p:nvSpPr>
        <p:spPr>
          <a:xfrm xmlns:a="http://schemas.openxmlformats.org/drawingml/2006/main">
            <a:off x="4324350" y="34290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30A2FDBB-9B94-4234-A546-2F2558DC3C2E}"/>
              </a:ext>
            </a:extLst>
          </p:cNvPr>
          <p:cNvSpPr>
            <a:spLocks xmlns:a="http://schemas.openxmlformats.org/drawingml/2006/main" noGrp="1"/>
          </p:cNvSpPr>
          <p:nvPr/>
        </p:nvSpPr>
        <p:spPr>
          <a:xfrm xmlns:a="http://schemas.openxmlformats.org/drawingml/2006/main">
            <a:off x="449580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6" name="">
            <a:extLst xmlns:a="http://schemas.openxmlformats.org/drawingml/2006/main">
              <a:ext uri="{FF2B5EF4-FFF2-40B4-BE49-F238E27FC236}">
                <a16:creationId xmlns:a16="http://schemas.microsoft.com/office/drawing/2014/main" id="{E814C88D-043F-42EC-A4D7-17F52F128013}"/>
              </a:ext>
            </a:extLst>
          </p:cNvPr>
          <p:cNvSpPr>
            <a:spLocks xmlns:a="http://schemas.openxmlformats.org/drawingml/2006/main" noGrp="1"/>
          </p:cNvSpPr>
          <p:nvPr/>
        </p:nvSpPr>
        <p:spPr>
          <a:xfrm xmlns:a="http://schemas.openxmlformats.org/drawingml/2006/main">
            <a:off x="80391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716FDE6A-0D2E-4982-B30E-17CBC77F9A99}"/>
              </a:ext>
            </a:extLst>
          </p:cNvPr>
          <p:cNvSpPr>
            <a:spLocks xmlns:a="http://schemas.openxmlformats.org/drawingml/2006/main" noGrp="1"/>
          </p:cNvSpPr>
          <p:nvPr/>
        </p:nvSpPr>
        <p:spPr>
          <a:xfrm xmlns:a="http://schemas.openxmlformats.org/drawingml/2006/main">
            <a:off x="82105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8" name="">
            <a:extLst xmlns:a="http://schemas.openxmlformats.org/drawingml/2006/main">
              <a:ext uri="{FF2B5EF4-FFF2-40B4-BE49-F238E27FC236}">
                <a16:creationId xmlns:a16="http://schemas.microsoft.com/office/drawing/2014/main" id="{5AD26EBD-BCCF-4109-9964-F310E87EAB27}"/>
              </a:ext>
            </a:extLst>
          </p:cNvPr>
          <p:cNvSpPr>
            <a:spLocks xmlns:a="http://schemas.openxmlformats.org/drawingml/2006/main" noGrp="1"/>
          </p:cNvSpPr>
          <p:nvPr/>
        </p:nvSpPr>
        <p:spPr>
          <a:xfrm xmlns:a="http://schemas.openxmlformats.org/drawingml/2006/main">
            <a:off x="6096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E7CC5FD1-DE48-4985-80F1-8E647EF7F3D5}"/>
              </a:ext>
            </a:extLst>
          </p:cNvPr>
          <p:cNvSpPr>
            <a:spLocks xmlns:a="http://schemas.openxmlformats.org/drawingml/2006/main" noGrp="1"/>
          </p:cNvSpPr>
          <p:nvPr/>
        </p:nvSpPr>
        <p:spPr>
          <a:xfrm xmlns:a="http://schemas.openxmlformats.org/drawingml/2006/main">
            <a:off x="7810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20" name="">
            <a:extLst xmlns:a="http://schemas.openxmlformats.org/drawingml/2006/main">
              <a:ext uri="{FF2B5EF4-FFF2-40B4-BE49-F238E27FC236}">
                <a16:creationId xmlns:a16="http://schemas.microsoft.com/office/drawing/2014/main" id="{C02D816E-A700-4A03-9D33-2828C4D17967}"/>
              </a:ext>
            </a:extLst>
          </p:cNvPr>
          <p:cNvSpPr>
            <a:spLocks xmlns:a="http://schemas.openxmlformats.org/drawingml/2006/main" noGrp="1"/>
          </p:cNvSpPr>
          <p:nvPr/>
        </p:nvSpPr>
        <p:spPr>
          <a:xfrm xmlns:a="http://schemas.openxmlformats.org/drawingml/2006/main">
            <a:off x="4324350" y="46101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1" name="">
            <a:extLst xmlns:a="http://schemas.openxmlformats.org/drawingml/2006/main">
              <a:ext uri="{FF2B5EF4-FFF2-40B4-BE49-F238E27FC236}">
                <a16:creationId xmlns:a16="http://schemas.microsoft.com/office/drawing/2014/main" id="{84763EB3-4CC2-459C-A309-8F129EC901D0}"/>
              </a:ext>
            </a:extLst>
          </p:cNvPr>
          <p:cNvSpPr>
            <a:spLocks xmlns:a="http://schemas.openxmlformats.org/drawingml/2006/main" noGrp="1"/>
          </p:cNvSpPr>
          <p:nvPr/>
        </p:nvSpPr>
        <p:spPr>
          <a:xfrm xmlns:a="http://schemas.openxmlformats.org/drawingml/2006/main">
            <a:off x="449580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22" name="">
            <a:extLst xmlns:a="http://schemas.openxmlformats.org/drawingml/2006/main">
              <a:ext uri="{FF2B5EF4-FFF2-40B4-BE49-F238E27FC236}">
                <a16:creationId xmlns:a16="http://schemas.microsoft.com/office/drawing/2014/main" id="{E097A426-EEE5-4FCB-8D38-8F511057CC47}"/>
              </a:ext>
            </a:extLst>
          </p:cNvPr>
          <p:cNvSpPr>
            <a:spLocks xmlns:a="http://schemas.openxmlformats.org/drawingml/2006/main" noGrp="1"/>
          </p:cNvSpPr>
          <p:nvPr/>
        </p:nvSpPr>
        <p:spPr>
          <a:xfrm xmlns:a="http://schemas.openxmlformats.org/drawingml/2006/main">
            <a:off x="80391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3" name="">
            <a:extLst xmlns:a="http://schemas.openxmlformats.org/drawingml/2006/main">
              <a:ext uri="{FF2B5EF4-FFF2-40B4-BE49-F238E27FC236}">
                <a16:creationId xmlns:a16="http://schemas.microsoft.com/office/drawing/2014/main" id="{29241586-F5DA-4531-B04C-9D290E397F0D}"/>
              </a:ext>
            </a:extLst>
          </p:cNvPr>
          <p:cNvSpPr>
            <a:spLocks xmlns:a="http://schemas.openxmlformats.org/drawingml/2006/main" noGrp="1"/>
          </p:cNvSpPr>
          <p:nvPr/>
        </p:nvSpPr>
        <p:spPr>
          <a:xfrm xmlns:a="http://schemas.openxmlformats.org/drawingml/2006/main">
            <a:off x="82105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24" name="">
            <a:extLst xmlns:a="http://schemas.openxmlformats.org/drawingml/2006/main">
              <a:ext uri="{FF2B5EF4-FFF2-40B4-BE49-F238E27FC236}">
                <a16:creationId xmlns:a16="http://schemas.microsoft.com/office/drawing/2014/main" id="{FE93F883-495B-4854-A1DE-9D2F72E084D3}"/>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843CF4B-9D7F-4B97-9E14-6B12539530A6}"/>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2592ABD1-479E-4258-A97E-AF9308A0AA75}"/>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8" name="source-credit">
            <a:extLst xmlns:a="http://schemas.openxmlformats.org/drawingml/2006/main">
              <a:ext uri="{FF2B5EF4-FFF2-40B4-BE49-F238E27FC236}">
                <a16:creationId xmlns:a16="http://schemas.microsoft.com/office/drawing/2014/main" id="{F67B0302-B805-4415-9960-C5D91228C51D}"/>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e34444bfa7b44e6e"/>
              </a:rPr>
              <a:t>Kate Jones — published Walkabout Bingo; summarised by Hall Houston — original guidance</a:t>
            </a:r>
          </a:p>
        </p:txBody>
      </p:sp>
    </p:spTree>
    <p:extLst>
      <p:ext uri="{BB962C8B-B14F-4D97-AF65-F5344CB8AC3E}">
        <p14:creationId xmlns:p14="http://schemas.microsoft.com/office/powerpoint/2010/main" val="11481856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2026-10-08T06:09:10.5650000Z</dcterms:created>
  <dcterms:modified xsi:type="dcterms:W3CDTF">2026-10-08T06:09:10.5650000Z</dcterms:modified>
</coreProperties>
</file>