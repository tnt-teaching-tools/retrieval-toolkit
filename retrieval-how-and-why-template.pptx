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ae0a8ae08cc4f10" /><Relationship Type="http://schemas.openxmlformats.org/officeDocument/2006/relationships/extended-properties" Target="/docProps/app.xml" Id="Rc8e167e592274e7d" /><Relationship Type="http://schemas.openxmlformats.org/officeDocument/2006/relationships/officeDocument" Target="/ppt/presentation.xml" Id="R82f64073266d4847" /></Relationships>
</file>

<file path=ppt/presentation.xml><?xml version="1.0" encoding="utf-8"?>
<p:presentation xmlns:p="http://schemas.openxmlformats.org/presentationml/2006/main">
  <p:sldMasterIdLst>
    <p:sldMasterId xmlns:r="http://schemas.openxmlformats.org/officeDocument/2006/relationships" id="2147483648" r:id="R77b167955e8a4272"/>
  </p:sldMasterIdLst>
  <p:notesMasterIdLst>
    <p:notesMasterId xmlns:r="http://schemas.openxmlformats.org/officeDocument/2006/relationships" r:id="R5439fce2592b475e"/>
  </p:notesMasterIdLst>
  <p:sldIdLst>
    <p:sldId xmlns:r="http://schemas.openxmlformats.org/officeDocument/2006/relationships" id="256" r:id="R632c77f70b2e448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92e276c00db4b92" /><Relationship Type="http://schemas.openxmlformats.org/officeDocument/2006/relationships/slideMaster" Target="/ppt/slideMasters/slideMaster1.xml" Id="R77b167955e8a4272" /><Relationship Type="http://schemas.openxmlformats.org/officeDocument/2006/relationships/notesMaster" Target="/ppt/notesMasters/notesMaster1.xml" Id="R5439fce2592b475e" /><Relationship Type="http://schemas.openxmlformats.org/officeDocument/2006/relationships/presProps" Target="/ppt/presProps.xml" Id="R42fd01bd053c4930" /><Relationship Type="http://schemas.openxmlformats.org/officeDocument/2006/relationships/tableStyles" Target="/ppt/tableStyles.xml" Id="Rdd2eba058b584377" /><Relationship Type="http://schemas.openxmlformats.org/officeDocument/2006/relationships/slide" Target="/ppt/slides/slide1.xml" Id="R632c77f70b2e448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7b612ad3d240a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a9ff7d6f37045d0" /><Relationship Type="http://schemas.openxmlformats.org/officeDocument/2006/relationships/notesMaster" Target="/ppt/notesMasters/notesMaster1.xml" Id="R2efc2abb8a2e428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8a240197bc44b4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c61ec4aa26940b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a25fd96785a40e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7140820c1ef4e6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1dddacc94394c7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02434ebf9ec419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B1AE889-54C4-408D-BC67-D37A1764130C}"/>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EDF0BE9-DB23-486E-B12E-33C2FA9F3DF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BB6D5E0A-B6B8-4F1E-A9F3-5550C1B04D3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9BC4BC8F-0711-493C-8732-12C254F4F47F}"/>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7F68BBB4-7FAA-49F4-A175-88D2AE1C7A6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519F631A-E9AF-401F-85C2-18C5AE98E0F2}"/>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5482737-950B-4B21-80D1-5653DFE6D72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3CDA5CC9-CAEC-4A56-BC94-09152C8D294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36D71976-6B60-44E8-947E-636FF2BC6362}"/>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2B64053-BACE-4870-95B9-D798D94B8ED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893657B-EAA9-4940-B9F7-09EBB6951D0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6D8B9552-9E53-4706-8D75-D37FEBF893D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016FDDE-BFB7-48BD-B542-E0AF65400D8D}"/>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FC12379-8AA6-4E50-B35D-02C9FCA98E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AF18EC2-A43B-4760-A699-2BD30C880F8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e5671737b3341a6" /><Relationship Type="http://schemas.openxmlformats.org/officeDocument/2006/relationships/slideLayout" Target="/ppt/slideLayouts/slideLayout1.xml" Id="R8f9b202940c34e73" /><Relationship Type="http://schemas.openxmlformats.org/officeDocument/2006/relationships/slideLayout" Target="/ppt/slideLayouts/slideLayout2.xml" Id="Rae93ec4fdbb2474d" /><Relationship Type="http://schemas.openxmlformats.org/officeDocument/2006/relationships/slideLayout" Target="/ppt/slideLayouts/slideLayout3.xml" Id="R571f8f9dda7c4f7f" /><Relationship Type="http://schemas.openxmlformats.org/officeDocument/2006/relationships/slideLayout" Target="/ppt/slideLayouts/slideLayout4.xml" Id="R9adcb9390a8a493b" /><Relationship Type="http://schemas.openxmlformats.org/officeDocument/2006/relationships/slideLayout" Target="/ppt/slideLayouts/slideLayout5.xml" Id="Re59bcae2f72b4413" /><Relationship Type="http://schemas.openxmlformats.org/officeDocument/2006/relationships/slideLayout" Target="/ppt/slideLayouts/slideLayout6.xml" Id="R7f81bbdc0fda484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f9b202940c34e73"/>
    <p:sldLayoutId xmlns:r="http://schemas.openxmlformats.org/officeDocument/2006/relationships" id="2147483650" r:id="Rae93ec4fdbb2474d"/>
    <p:sldLayoutId xmlns:r="http://schemas.openxmlformats.org/officeDocument/2006/relationships" id="2147483651" r:id="R571f8f9dda7c4f7f"/>
    <p:sldLayoutId xmlns:r="http://schemas.openxmlformats.org/officeDocument/2006/relationships" id="2147483652" r:id="R9adcb9390a8a493b"/>
    <p:sldLayoutId xmlns:r="http://schemas.openxmlformats.org/officeDocument/2006/relationships" id="2147483653" r:id="Re59bcae2f72b4413"/>
    <p:sldLayoutId xmlns:r="http://schemas.openxmlformats.org/officeDocument/2006/relationships" id="2147483654" r:id="R7f81bbdc0fda484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825c7d2e90b41df" /><Relationship Type="http://schemas.openxmlformats.org/officeDocument/2006/relationships/notesSlide" Target="/ppt/notesSlides/notesSlide1.xml" Id="Rd45a9ffa8f434391"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065DC94-8C67-4CA2-86FD-35D7F8122356}"/>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How and why recall</a:t>
            </a:r>
          </a:p>
        </p:txBody>
      </p:sp>
      <p:sp>
        <p:nvSpPr>
          <p:cNvPr id="2" name="">
            <a:extLst xmlns:a="http://schemas.openxmlformats.org/drawingml/2006/main">
              <a:ext uri="{FF2B5EF4-FFF2-40B4-BE49-F238E27FC236}">
                <a16:creationId xmlns:a16="http://schemas.microsoft.com/office/drawing/2014/main" id="{06B10D23-7C9E-4770-A4EF-C32CF4019A8B}"/>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33E22316-A71D-4A77-96D1-0EC1CAFC7640}"/>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2EF3F75-5F4E-4825-A220-D83BAD917571}"/>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B5133C76-82FA-4DE2-98AE-F7163C8B9321}"/>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0F490D88-90CA-48D0-95DF-A349DCFEA204}"/>
              </a:ext>
            </a:extLst>
          </p:cNvPr>
          <p:cNvSpPr>
            <a:spLocks xmlns:a="http://schemas.openxmlformats.org/drawingml/2006/main" noGrp="1"/>
          </p:cNvSpPr>
          <p:nvPr/>
        </p:nvSpPr>
        <p:spPr>
          <a:xfrm xmlns:a="http://schemas.openxmlformats.org/drawingml/2006/main">
            <a:off x="609600" y="2247900"/>
            <a:ext cx="5400675"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D5F6405C-383F-4BD6-9F7A-6DB6AD69C9AD}"/>
              </a:ext>
            </a:extLst>
          </p:cNvPr>
          <p:cNvSpPr>
            <a:spLocks xmlns:a="http://schemas.openxmlformats.org/drawingml/2006/main" noGrp="1"/>
          </p:cNvSpPr>
          <p:nvPr/>
        </p:nvSpPr>
        <p:spPr>
          <a:xfrm xmlns:a="http://schemas.openxmlformats.org/drawingml/2006/main">
            <a:off x="781050"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How  [Your prompt]</a:t>
            </a:r>
          </a:p>
        </p:txBody>
      </p:sp>
      <p:sp>
        <p:nvSpPr>
          <p:cNvPr id="8" name="">
            <a:extLst xmlns:a="http://schemas.openxmlformats.org/drawingml/2006/main">
              <a:ext uri="{FF2B5EF4-FFF2-40B4-BE49-F238E27FC236}">
                <a16:creationId xmlns:a16="http://schemas.microsoft.com/office/drawing/2014/main" id="{D1433EAE-7B7F-49CF-A40B-774ABDB5FFE6}"/>
              </a:ext>
            </a:extLst>
          </p:cNvPr>
          <p:cNvSpPr>
            <a:spLocks xmlns:a="http://schemas.openxmlformats.org/drawingml/2006/main" noGrp="1"/>
          </p:cNvSpPr>
          <p:nvPr/>
        </p:nvSpPr>
        <p:spPr>
          <a:xfrm xmlns:a="http://schemas.openxmlformats.org/drawingml/2006/main">
            <a:off x="781050" y="2857500"/>
            <a:ext cx="5057775"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7F753F92-FC65-49F8-8AD2-63173D5CB188}"/>
              </a:ext>
            </a:extLst>
          </p:cNvPr>
          <p:cNvSpPr>
            <a:spLocks xmlns:a="http://schemas.openxmlformats.org/drawingml/2006/main" noGrp="1"/>
          </p:cNvSpPr>
          <p:nvPr/>
        </p:nvSpPr>
        <p:spPr>
          <a:xfrm xmlns:a="http://schemas.openxmlformats.org/drawingml/2006/main">
            <a:off x="6181725" y="2247900"/>
            <a:ext cx="5400675" cy="33718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9BA72407-8E62-46CF-916F-FABF016029D8}"/>
              </a:ext>
            </a:extLst>
          </p:cNvPr>
          <p:cNvSpPr>
            <a:spLocks xmlns:a="http://schemas.openxmlformats.org/drawingml/2006/main" noGrp="1"/>
          </p:cNvSpPr>
          <p:nvPr/>
        </p:nvSpPr>
        <p:spPr>
          <a:xfrm xmlns:a="http://schemas.openxmlformats.org/drawingml/2006/main">
            <a:off x="6353175"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Why  [Your prompt]</a:t>
            </a:r>
          </a:p>
        </p:txBody>
      </p:sp>
      <p:sp>
        <p:nvSpPr>
          <p:cNvPr id="11" name="">
            <a:extLst xmlns:a="http://schemas.openxmlformats.org/drawingml/2006/main">
              <a:ext uri="{FF2B5EF4-FFF2-40B4-BE49-F238E27FC236}">
                <a16:creationId xmlns:a16="http://schemas.microsoft.com/office/drawing/2014/main" id="{9318F299-A7AE-4F3B-8A45-43C59364EB86}"/>
              </a:ext>
            </a:extLst>
          </p:cNvPr>
          <p:cNvSpPr>
            <a:spLocks xmlns:a="http://schemas.openxmlformats.org/drawingml/2006/main" noGrp="1"/>
          </p:cNvSpPr>
          <p:nvPr/>
        </p:nvSpPr>
        <p:spPr>
          <a:xfrm xmlns:a="http://schemas.openxmlformats.org/drawingml/2006/main">
            <a:off x="6353175" y="2857500"/>
            <a:ext cx="5057775"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2" name="">
            <a:extLst xmlns:a="http://schemas.openxmlformats.org/drawingml/2006/main">
              <a:ext uri="{FF2B5EF4-FFF2-40B4-BE49-F238E27FC236}">
                <a16:creationId xmlns:a16="http://schemas.microsoft.com/office/drawing/2014/main" id="{E89B6B67-FA7F-409B-B743-0081BEE9946D}"/>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5D30A93-E44E-4912-82AD-174DC47C2CA9}"/>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4" name="">
            <a:extLst xmlns:a="http://schemas.openxmlformats.org/drawingml/2006/main">
              <a:ext uri="{FF2B5EF4-FFF2-40B4-BE49-F238E27FC236}">
                <a16:creationId xmlns:a16="http://schemas.microsoft.com/office/drawing/2014/main" id="{F13585D8-8BBE-4BB7-89E9-6B357EA3723E}"/>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71760624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2026-10-07T20:44:33.6590000Z</dcterms:created>
  <dcterms:modified xsi:type="dcterms:W3CDTF">2026-10-07T20:44:33.6590000Z</dcterms:modified>
</coreProperties>
</file>