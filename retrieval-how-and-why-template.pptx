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8d1157ea0942ad" /><Relationship Type="http://schemas.openxmlformats.org/officeDocument/2006/relationships/extended-properties" Target="/docProps/app.xml" Id="R25d87673093a411b" /><Relationship Type="http://schemas.openxmlformats.org/officeDocument/2006/relationships/officeDocument" Target="/ppt/presentation.xml" Id="R9ee18634b5ae45a2" /></Relationships>
</file>

<file path=ppt/presentation.xml><?xml version="1.0" encoding="utf-8"?>
<p:presentation xmlns:p="http://schemas.openxmlformats.org/presentationml/2006/main">
  <p:sldMasterIdLst>
    <p:sldMasterId xmlns:r="http://schemas.openxmlformats.org/officeDocument/2006/relationships" id="2147483648" r:id="R383b760386224544"/>
  </p:sldMasterIdLst>
  <p:notesMasterIdLst>
    <p:notesMasterId xmlns:r="http://schemas.openxmlformats.org/officeDocument/2006/relationships" r:id="R394bf768321c495a"/>
  </p:notesMasterIdLst>
  <p:sldIdLst>
    <p:sldId xmlns:r="http://schemas.openxmlformats.org/officeDocument/2006/relationships" id="256" r:id="Rbb80f67f187145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353ca5692a48af" /><Relationship Type="http://schemas.openxmlformats.org/officeDocument/2006/relationships/slideMaster" Target="/ppt/slideMasters/slideMaster1.xml" Id="R383b760386224544" /><Relationship Type="http://schemas.openxmlformats.org/officeDocument/2006/relationships/notesMaster" Target="/ppt/notesMasters/notesMaster1.xml" Id="R394bf768321c495a" /><Relationship Type="http://schemas.openxmlformats.org/officeDocument/2006/relationships/presProps" Target="/ppt/presProps.xml" Id="Rc35c280cca954ab1" /><Relationship Type="http://schemas.openxmlformats.org/officeDocument/2006/relationships/tableStyles" Target="/ppt/tableStyles.xml" Id="R5e7b919c2b8246de" /><Relationship Type="http://schemas.openxmlformats.org/officeDocument/2006/relationships/slide" Target="/ppt/slides/slide1.xml" Id="Rbb80f67f187145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4df1180b414e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b6259b84e44734" /><Relationship Type="http://schemas.openxmlformats.org/officeDocument/2006/relationships/notesMaster" Target="/ppt/notesMasters/notesMaster1.xml" Id="Rcfdd06a1eb1c47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The Learning Scientists — elaboration combined with retrieval</a:t>
            </a:r>
          </a:p>
          <a:p xmlns:a="http://schemas.openxmlformats.org/drawingml/2006/main">
            <a:r>
              <a:t/>
            </a:r>
          </a:p>
          <a:p xmlns:a="http://schemas.openxmlformats.org/drawingml/2006/main">
            <a:r>
              <a:t>https://www.learningscientists.org/blog/2017/9/14-1</a:t>
            </a:r>
          </a:p>
          <a:p xmlns:a="http://schemas.openxmlformats.org/drawingml/2006/main">
            <a:r>
              <a:t/>
            </a:r>
          </a:p>
          <a:p xmlns:a="http://schemas.openxmlformats.org/drawingml/2006/main">
            <a:r>
              <a:t>This guide adapts the Learning Scientists’ explanation of combining retrieval with elaboration. It is a shared learning approach, not a newly invented named activity.</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https://tnt-teaching-tools.github.io/retrieval-toolkit/retrieval-how-and-why.html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8d69b7300745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14f82fed274a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0f469fecac42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c8422e169e49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155b08083340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09b6bc9bf84e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1f7b01456441d2" /><Relationship Type="http://schemas.openxmlformats.org/officeDocument/2006/relationships/slideLayout" Target="/ppt/slideLayouts/slideLayout1.xml" Id="Reb000303d8f84d79" /><Relationship Type="http://schemas.openxmlformats.org/officeDocument/2006/relationships/slideLayout" Target="/ppt/slideLayouts/slideLayout2.xml" Id="Ra2eef4f779554288" /><Relationship Type="http://schemas.openxmlformats.org/officeDocument/2006/relationships/slideLayout" Target="/ppt/slideLayouts/slideLayout3.xml" Id="R2fb2216ab4d64f18" /><Relationship Type="http://schemas.openxmlformats.org/officeDocument/2006/relationships/slideLayout" Target="/ppt/slideLayouts/slideLayout4.xml" Id="R36c4e116e3d443ed" /><Relationship Type="http://schemas.openxmlformats.org/officeDocument/2006/relationships/slideLayout" Target="/ppt/slideLayouts/slideLayout5.xml" Id="R027e6946d3d5431c" /><Relationship Type="http://schemas.openxmlformats.org/officeDocument/2006/relationships/slideLayout" Target="/ppt/slideLayouts/slideLayout6.xml" Id="R743da6b6ab7241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000303d8f84d79"/>
    <p:sldLayoutId xmlns:r="http://schemas.openxmlformats.org/officeDocument/2006/relationships" id="2147483650" r:id="Ra2eef4f779554288"/>
    <p:sldLayoutId xmlns:r="http://schemas.openxmlformats.org/officeDocument/2006/relationships" id="2147483651" r:id="R2fb2216ab4d64f18"/>
    <p:sldLayoutId xmlns:r="http://schemas.openxmlformats.org/officeDocument/2006/relationships" id="2147483652" r:id="R36c4e116e3d443ed"/>
    <p:sldLayoutId xmlns:r="http://schemas.openxmlformats.org/officeDocument/2006/relationships" id="2147483653" r:id="R027e6946d3d5431c"/>
    <p:sldLayoutId xmlns:r="http://schemas.openxmlformats.org/officeDocument/2006/relationships" id="2147483654" r:id="R743da6b6ab7241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b321fba3d04283" /><Relationship Type="http://schemas.openxmlformats.org/officeDocument/2006/relationships/hyperlink" Target="https://www.learningscientists.org/blog/2017/9/14-1" TargetMode="External" Id="Rb4f7f8d6862647ee" /><Relationship Type="http://schemas.openxmlformats.org/officeDocument/2006/relationships/notesSlide" Target="/ppt/notesSlides/notesSlide1.xml" Id="R84572c6ef37e47ce"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64D2E2F-CAF3-4442-BEEA-738BA0523F45}"/>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How and why recall</a:t>
            </a:r>
          </a:p>
        </p:txBody>
      </p:sp>
      <p:sp>
        <p:nvSpPr>
          <p:cNvPr id="2" name="">
            <a:extLst xmlns:a="http://schemas.openxmlformats.org/drawingml/2006/main">
              <a:ext uri="{FF2B5EF4-FFF2-40B4-BE49-F238E27FC236}">
                <a16:creationId xmlns:a16="http://schemas.microsoft.com/office/drawing/2014/main" id="{C3773A36-1ADA-4079-9369-F45E3DBC72F8}"/>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F3E274ED-AD54-4252-B01B-ACE4C37F44C5}"/>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EEE37B-08B0-45AD-952C-6A771090E5C8}"/>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20910EED-81BE-4229-A921-DB3CD93B786E}"/>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32C607CA-93B7-47BC-B483-0F41D5005022}"/>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047895F9-5B93-4652-B1B8-44A359BE7744}"/>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How  [Your prompt]</a:t>
            </a:r>
          </a:p>
        </p:txBody>
      </p:sp>
      <p:sp>
        <p:nvSpPr>
          <p:cNvPr id="8" name="">
            <a:extLst xmlns:a="http://schemas.openxmlformats.org/drawingml/2006/main">
              <a:ext uri="{FF2B5EF4-FFF2-40B4-BE49-F238E27FC236}">
                <a16:creationId xmlns:a16="http://schemas.microsoft.com/office/drawing/2014/main" id="{070C33D8-6693-4419-A7FA-4F368E523735}"/>
              </a:ext>
            </a:extLst>
          </p:cNvPr>
          <p:cNvSpPr>
            <a:spLocks xmlns:a="http://schemas.openxmlformats.org/drawingml/2006/main" noGrp="1"/>
          </p:cNvSpPr>
          <p:nvPr/>
        </p:nvSpPr>
        <p:spPr>
          <a:xfrm xmlns:a="http://schemas.openxmlformats.org/drawingml/2006/main">
            <a:off x="781050" y="2857500"/>
            <a:ext cx="50577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EE77996A-B60C-4DB9-8FCA-467CCBBDC276}"/>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B48D68C5-7BED-4C50-BF39-86725790BE57}"/>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Why  [Your prompt]</a:t>
            </a:r>
          </a:p>
        </p:txBody>
      </p:sp>
      <p:sp>
        <p:nvSpPr>
          <p:cNvPr id="11" name="">
            <a:extLst xmlns:a="http://schemas.openxmlformats.org/drawingml/2006/main">
              <a:ext uri="{FF2B5EF4-FFF2-40B4-BE49-F238E27FC236}">
                <a16:creationId xmlns:a16="http://schemas.microsoft.com/office/drawing/2014/main" id="{A5270007-7E9D-40E7-AF58-6F5FC494B563}"/>
              </a:ext>
            </a:extLst>
          </p:cNvPr>
          <p:cNvSpPr>
            <a:spLocks xmlns:a="http://schemas.openxmlformats.org/drawingml/2006/main" noGrp="1"/>
          </p:cNvSpPr>
          <p:nvPr/>
        </p:nvSpPr>
        <p:spPr>
          <a:xfrm xmlns:a="http://schemas.openxmlformats.org/drawingml/2006/main">
            <a:off x="6353175" y="2857500"/>
            <a:ext cx="50577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70AA5A8B-0498-414D-B9D7-6DF810D65024}"/>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C8B1F08-7B43-4EC8-8B21-DBFF2A50C120}"/>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F4780658-EF79-451F-87C5-8C9063D858C4}"/>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AE5A0245-A636-4841-BBB7-860128856386}"/>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b4f7f8d6862647ee"/>
              </a:rPr>
              <a:t>The Learning Scientists — elaboration combined with retrieval — original guidance</a:t>
            </a:r>
          </a:p>
        </p:txBody>
      </p:sp>
    </p:spTree>
    <p:extLst>
      <p:ext uri="{BB962C8B-B14F-4D97-AF65-F5344CB8AC3E}">
        <p14:creationId xmlns:p14="http://schemas.microsoft.com/office/powerpoint/2010/main" val="21099698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2026-10-08T06:09:52.8620000Z</dcterms:created>
  <dcterms:modified xsi:type="dcterms:W3CDTF">2026-10-08T06:09:52.8620000Z</dcterms:modified>
</coreProperties>
</file>