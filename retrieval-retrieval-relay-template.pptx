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ee927fefb54026" /><Relationship Type="http://schemas.openxmlformats.org/officeDocument/2006/relationships/extended-properties" Target="/docProps/app.xml" Id="Re6f5a28eb177401c" /><Relationship Type="http://schemas.openxmlformats.org/officeDocument/2006/relationships/officeDocument" Target="/ppt/presentation.xml" Id="Rbcdc7312157147e8" /></Relationships>
</file>

<file path=ppt/presentation.xml><?xml version="1.0" encoding="utf-8"?>
<p:presentation xmlns:p="http://schemas.openxmlformats.org/presentationml/2006/main">
  <p:sldMasterIdLst>
    <p:sldMasterId xmlns:r="http://schemas.openxmlformats.org/officeDocument/2006/relationships" id="2147483648" r:id="Rdfb1718a4ba4482b"/>
  </p:sldMasterIdLst>
  <p:notesMasterIdLst>
    <p:notesMasterId xmlns:r="http://schemas.openxmlformats.org/officeDocument/2006/relationships" r:id="R364f8d743bfa41e3"/>
  </p:notesMasterIdLst>
  <p:sldIdLst>
    <p:sldId xmlns:r="http://schemas.openxmlformats.org/officeDocument/2006/relationships" id="256" r:id="Rec67201d5ef544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32d866f1924c23" /><Relationship Type="http://schemas.openxmlformats.org/officeDocument/2006/relationships/slideMaster" Target="/ppt/slideMasters/slideMaster1.xml" Id="Rdfb1718a4ba4482b" /><Relationship Type="http://schemas.openxmlformats.org/officeDocument/2006/relationships/notesMaster" Target="/ppt/notesMasters/notesMaster1.xml" Id="R364f8d743bfa41e3" /><Relationship Type="http://schemas.openxmlformats.org/officeDocument/2006/relationships/presProps" Target="/ppt/presProps.xml" Id="R38ac82cc88ec480d" /><Relationship Type="http://schemas.openxmlformats.org/officeDocument/2006/relationships/tableStyles" Target="/ppt/tableStyles.xml" Id="R72f9833ff0f0420c" /><Relationship Type="http://schemas.openxmlformats.org/officeDocument/2006/relationships/slide" Target="/ppt/slides/slide1.xml" Id="Rec67201d5ef544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168dc90c2f4b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df1a9704214ff6" /><Relationship Type="http://schemas.openxmlformats.org/officeDocument/2006/relationships/notesMaster" Target="/ppt/notesMasters/notesMaster1.xml" Id="R61482614f14e49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Retrieval Relay, Seneca CPD</a:t>
            </a:r>
          </a:p>
          <a:p xmlns:a="http://schemas.openxmlformats.org/drawingml/2006/main">
            <a:r>
              <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Kate Jones describes Retrieval Relay Race in her public TILE article and her Seneca CPD. This independently written seated adaptation adds an individual response before each team turn and prioritises accuracy over speed.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https://tnt-teaching-tools.github.io/retrieval-toolkit/retrieval-retrieval-relay.html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ec9d46e9ee41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19a57785e44a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953557a98940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3bbf13727c4c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560d44e4514f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359494b1324f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d398abab524ea4" /><Relationship Type="http://schemas.openxmlformats.org/officeDocument/2006/relationships/slideLayout" Target="/ppt/slideLayouts/slideLayout1.xml" Id="R3a0db7a4150d48d4" /><Relationship Type="http://schemas.openxmlformats.org/officeDocument/2006/relationships/slideLayout" Target="/ppt/slideLayouts/slideLayout2.xml" Id="Re12d63e2877b4027" /><Relationship Type="http://schemas.openxmlformats.org/officeDocument/2006/relationships/slideLayout" Target="/ppt/slideLayouts/slideLayout3.xml" Id="Rd0d2028fde9640a6" /><Relationship Type="http://schemas.openxmlformats.org/officeDocument/2006/relationships/slideLayout" Target="/ppt/slideLayouts/slideLayout4.xml" Id="R941a62061ad44c87" /><Relationship Type="http://schemas.openxmlformats.org/officeDocument/2006/relationships/slideLayout" Target="/ppt/slideLayouts/slideLayout5.xml" Id="Rf02da253300c4412" /><Relationship Type="http://schemas.openxmlformats.org/officeDocument/2006/relationships/slideLayout" Target="/ppt/slideLayouts/slideLayout6.xml" Id="Rca474f67c50e40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0db7a4150d48d4"/>
    <p:sldLayoutId xmlns:r="http://schemas.openxmlformats.org/officeDocument/2006/relationships" id="2147483650" r:id="Re12d63e2877b4027"/>
    <p:sldLayoutId xmlns:r="http://schemas.openxmlformats.org/officeDocument/2006/relationships" id="2147483651" r:id="Rd0d2028fde9640a6"/>
    <p:sldLayoutId xmlns:r="http://schemas.openxmlformats.org/officeDocument/2006/relationships" id="2147483652" r:id="R941a62061ad44c87"/>
    <p:sldLayoutId xmlns:r="http://schemas.openxmlformats.org/officeDocument/2006/relationships" id="2147483653" r:id="Rf02da253300c4412"/>
    <p:sldLayoutId xmlns:r="http://schemas.openxmlformats.org/officeDocument/2006/relationships" id="2147483654" r:id="Rca474f67c50e40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ea06e11aa04a3e" /><Relationship Type="http://schemas.openxmlformats.org/officeDocument/2006/relationships/hyperlink" Target="https://tile.psy.gla.ac.uk/2019/12/03/tile-share-best-practice-retrieval-practice-research-and-resources-for-every-classroom-by-kate-jones/" TargetMode="External" Id="R0a3c976db3e94224" /><Relationship Type="http://schemas.openxmlformats.org/officeDocument/2006/relationships/notesSlide" Target="/ppt/notesSlides/notesSlide1.xml" Id="R819f356548844e6a"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8ACDEEB-20A3-4C57-B8F6-7E97D2CA1E3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Retrieval relay</a:t>
            </a:r>
          </a:p>
        </p:txBody>
      </p:sp>
      <p:sp>
        <p:nvSpPr>
          <p:cNvPr id="2" name="">
            <a:extLst xmlns:a="http://schemas.openxmlformats.org/drawingml/2006/main">
              <a:ext uri="{FF2B5EF4-FFF2-40B4-BE49-F238E27FC236}">
                <a16:creationId xmlns:a16="http://schemas.microsoft.com/office/drawing/2014/main" id="{8228406C-9711-4F1D-9F59-72A6CE9C8A4B}"/>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4089EFB5-19E8-47E0-9189-2C2298C6E4F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18F956-9FD6-4727-BD75-22C79AAC6F6F}"/>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112C8509-4F95-430B-B4AB-FDC7A3731F20}"/>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D4E47E26-CC7B-42A9-86C1-A241857F502E}"/>
              </a:ext>
            </a:extLst>
          </p:cNvPr>
          <p:cNvSpPr>
            <a:spLocks xmlns:a="http://schemas.openxmlformats.org/drawingml/2006/main" noGrp="1"/>
          </p:cNvSpPr>
          <p:nvPr/>
        </p:nvSpPr>
        <p:spPr>
          <a:xfrm xmlns:a="http://schemas.openxmlformats.org/drawingml/2006/main">
            <a:off x="609600" y="2247900"/>
            <a:ext cx="5400675"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1458C04-62B0-4B98-AEE3-DFBE3418C191}"/>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1  [Your prompt]</a:t>
            </a:r>
          </a:p>
        </p:txBody>
      </p:sp>
      <p:sp>
        <p:nvSpPr>
          <p:cNvPr id="8" name="">
            <a:extLst xmlns:a="http://schemas.openxmlformats.org/drawingml/2006/main">
              <a:ext uri="{FF2B5EF4-FFF2-40B4-BE49-F238E27FC236}">
                <a16:creationId xmlns:a16="http://schemas.microsoft.com/office/drawing/2014/main" id="{A2F88C7E-3383-4FB4-B9FA-20F2FC4A3F48}"/>
              </a:ext>
            </a:extLst>
          </p:cNvPr>
          <p:cNvSpPr>
            <a:spLocks xmlns:a="http://schemas.openxmlformats.org/drawingml/2006/main" noGrp="1"/>
          </p:cNvSpPr>
          <p:nvPr/>
        </p:nvSpPr>
        <p:spPr>
          <a:xfrm xmlns:a="http://schemas.openxmlformats.org/drawingml/2006/main">
            <a:off x="6181725" y="2247900"/>
            <a:ext cx="5400675"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2C3D7EB2-C11A-47CD-BBB8-0E03B884888C}"/>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2  [Your prompt]</a:t>
            </a:r>
          </a:p>
        </p:txBody>
      </p:sp>
      <p:sp>
        <p:nvSpPr>
          <p:cNvPr id="10" name="">
            <a:extLst xmlns:a="http://schemas.openxmlformats.org/drawingml/2006/main">
              <a:ext uri="{FF2B5EF4-FFF2-40B4-BE49-F238E27FC236}">
                <a16:creationId xmlns:a16="http://schemas.microsoft.com/office/drawing/2014/main" id="{E9FE25DE-C679-4010-88AE-951697258C06}"/>
              </a:ext>
            </a:extLst>
          </p:cNvPr>
          <p:cNvSpPr>
            <a:spLocks xmlns:a="http://schemas.openxmlformats.org/drawingml/2006/main" noGrp="1"/>
          </p:cNvSpPr>
          <p:nvPr/>
        </p:nvSpPr>
        <p:spPr>
          <a:xfrm xmlns:a="http://schemas.openxmlformats.org/drawingml/2006/main">
            <a:off x="609600" y="3429000"/>
            <a:ext cx="5400675"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9EBA479B-03FA-43BD-905A-C51684F8F92D}"/>
              </a:ext>
            </a:extLst>
          </p:cNvPr>
          <p:cNvSpPr>
            <a:spLocks xmlns:a="http://schemas.openxmlformats.org/drawingml/2006/main" noGrp="1"/>
          </p:cNvSpPr>
          <p:nvPr/>
        </p:nvSpPr>
        <p:spPr>
          <a:xfrm xmlns:a="http://schemas.openxmlformats.org/drawingml/2006/main">
            <a:off x="781050" y="35623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3  [Your prompt]</a:t>
            </a:r>
          </a:p>
        </p:txBody>
      </p:sp>
      <p:sp>
        <p:nvSpPr>
          <p:cNvPr id="12" name="">
            <a:extLst xmlns:a="http://schemas.openxmlformats.org/drawingml/2006/main">
              <a:ext uri="{FF2B5EF4-FFF2-40B4-BE49-F238E27FC236}">
                <a16:creationId xmlns:a16="http://schemas.microsoft.com/office/drawing/2014/main" id="{50C8A26E-F865-400E-83C5-9561A7F1B4CB}"/>
              </a:ext>
            </a:extLst>
          </p:cNvPr>
          <p:cNvSpPr>
            <a:spLocks xmlns:a="http://schemas.openxmlformats.org/drawingml/2006/main" noGrp="1"/>
          </p:cNvSpPr>
          <p:nvPr/>
        </p:nvSpPr>
        <p:spPr>
          <a:xfrm xmlns:a="http://schemas.openxmlformats.org/drawingml/2006/main">
            <a:off x="6181725" y="3429000"/>
            <a:ext cx="5400675"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52D6E15E-62B8-4089-A6B5-11EA078894EF}"/>
              </a:ext>
            </a:extLst>
          </p:cNvPr>
          <p:cNvSpPr>
            <a:spLocks xmlns:a="http://schemas.openxmlformats.org/drawingml/2006/main" noGrp="1"/>
          </p:cNvSpPr>
          <p:nvPr/>
        </p:nvSpPr>
        <p:spPr>
          <a:xfrm xmlns:a="http://schemas.openxmlformats.org/drawingml/2006/main">
            <a:off x="6353175" y="35623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4  [Your prompt]</a:t>
            </a:r>
          </a:p>
        </p:txBody>
      </p:sp>
      <p:sp>
        <p:nvSpPr>
          <p:cNvPr id="14" name="">
            <a:extLst xmlns:a="http://schemas.openxmlformats.org/drawingml/2006/main">
              <a:ext uri="{FF2B5EF4-FFF2-40B4-BE49-F238E27FC236}">
                <a16:creationId xmlns:a16="http://schemas.microsoft.com/office/drawing/2014/main" id="{AC5306E4-5701-49BC-AC12-A53C4E7CDA06}"/>
              </a:ext>
            </a:extLst>
          </p:cNvPr>
          <p:cNvSpPr>
            <a:spLocks xmlns:a="http://schemas.openxmlformats.org/drawingml/2006/main" noGrp="1"/>
          </p:cNvSpPr>
          <p:nvPr/>
        </p:nvSpPr>
        <p:spPr>
          <a:xfrm xmlns:a="http://schemas.openxmlformats.org/drawingml/2006/main">
            <a:off x="609600" y="4610100"/>
            <a:ext cx="5400675"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821F1F44-2037-434D-B66A-CB64064127B6}"/>
              </a:ext>
            </a:extLst>
          </p:cNvPr>
          <p:cNvSpPr>
            <a:spLocks xmlns:a="http://schemas.openxmlformats.org/drawingml/2006/main" noGrp="1"/>
          </p:cNvSpPr>
          <p:nvPr/>
        </p:nvSpPr>
        <p:spPr>
          <a:xfrm xmlns:a="http://schemas.openxmlformats.org/drawingml/2006/main">
            <a:off x="781050" y="47434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5  [Your prompt]</a:t>
            </a:r>
          </a:p>
        </p:txBody>
      </p:sp>
      <p:sp>
        <p:nvSpPr>
          <p:cNvPr id="16" name="">
            <a:extLst xmlns:a="http://schemas.openxmlformats.org/drawingml/2006/main">
              <a:ext uri="{FF2B5EF4-FFF2-40B4-BE49-F238E27FC236}">
                <a16:creationId xmlns:a16="http://schemas.microsoft.com/office/drawing/2014/main" id="{E36F1916-C12B-4636-9EA1-8CC6178DE159}"/>
              </a:ext>
            </a:extLst>
          </p:cNvPr>
          <p:cNvSpPr>
            <a:spLocks xmlns:a="http://schemas.openxmlformats.org/drawingml/2006/main" noGrp="1"/>
          </p:cNvSpPr>
          <p:nvPr/>
        </p:nvSpPr>
        <p:spPr>
          <a:xfrm xmlns:a="http://schemas.openxmlformats.org/drawingml/2006/main">
            <a:off x="6181725" y="4610100"/>
            <a:ext cx="5400675"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681D431F-841C-433E-980D-10EB95BEFA17}"/>
              </a:ext>
            </a:extLst>
          </p:cNvPr>
          <p:cNvSpPr>
            <a:spLocks xmlns:a="http://schemas.openxmlformats.org/drawingml/2006/main" noGrp="1"/>
          </p:cNvSpPr>
          <p:nvPr/>
        </p:nvSpPr>
        <p:spPr>
          <a:xfrm xmlns:a="http://schemas.openxmlformats.org/drawingml/2006/main">
            <a:off x="6353175" y="47434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6  [Your prompt]</a:t>
            </a:r>
          </a:p>
        </p:txBody>
      </p:sp>
      <p:sp>
        <p:nvSpPr>
          <p:cNvPr id="18" name="">
            <a:extLst xmlns:a="http://schemas.openxmlformats.org/drawingml/2006/main">
              <a:ext uri="{FF2B5EF4-FFF2-40B4-BE49-F238E27FC236}">
                <a16:creationId xmlns:a16="http://schemas.microsoft.com/office/drawing/2014/main" id="{4C5209C5-FEDE-43BD-B52A-36BB55F0BCF5}"/>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B7AFA4-DB66-4423-9D05-591EB355A7D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E1BCC65E-D31A-471C-87F9-20BFEF37FCC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1AD46E56-7205-4E85-86FF-EB1EE02519F1}"/>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0a3c976db3e94224"/>
              </a:rPr>
              <a:t>Kate Jones — Retrieval Relay, Seneca CPD — original guidance</a:t>
            </a:r>
          </a:p>
        </p:txBody>
      </p:sp>
    </p:spTree>
    <p:extLst>
      <p:ext uri="{BB962C8B-B14F-4D97-AF65-F5344CB8AC3E}">
        <p14:creationId xmlns:p14="http://schemas.microsoft.com/office/powerpoint/2010/main" val="7165477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2026-10-08T06:09:03.1820000Z</dcterms:created>
  <dcterms:modified xsi:type="dcterms:W3CDTF">2026-10-08T06:09:03.1820000Z</dcterms:modified>
</coreProperties>
</file>