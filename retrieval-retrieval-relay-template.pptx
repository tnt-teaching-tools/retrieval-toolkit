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6f35504d0dd4fa1" /><Relationship Type="http://schemas.openxmlformats.org/officeDocument/2006/relationships/extended-properties" Target="/docProps/app.xml" Id="R2b9d8aa73c834825" /><Relationship Type="http://schemas.openxmlformats.org/officeDocument/2006/relationships/officeDocument" Target="/ppt/presentation.xml" Id="R70b44d307aef421c" /></Relationships>
</file>

<file path=ppt/presentation.xml><?xml version="1.0" encoding="utf-8"?>
<p:presentation xmlns:p="http://schemas.openxmlformats.org/presentationml/2006/main">
  <p:sldMasterIdLst>
    <p:sldMasterId xmlns:r="http://schemas.openxmlformats.org/officeDocument/2006/relationships" id="2147483648" r:id="R1ceb46b0a3594019"/>
  </p:sldMasterIdLst>
  <p:notesMasterIdLst>
    <p:notesMasterId xmlns:r="http://schemas.openxmlformats.org/officeDocument/2006/relationships" r:id="Rfd4049a914cc4e5e"/>
  </p:notesMasterIdLst>
  <p:sldIdLst>
    <p:sldId xmlns:r="http://schemas.openxmlformats.org/officeDocument/2006/relationships" id="256" r:id="R3b59caa211d143c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50078b3cd104e65" /><Relationship Type="http://schemas.openxmlformats.org/officeDocument/2006/relationships/slideMaster" Target="/ppt/slideMasters/slideMaster1.xml" Id="R1ceb46b0a3594019" /><Relationship Type="http://schemas.openxmlformats.org/officeDocument/2006/relationships/notesMaster" Target="/ppt/notesMasters/notesMaster1.xml" Id="Rfd4049a914cc4e5e" /><Relationship Type="http://schemas.openxmlformats.org/officeDocument/2006/relationships/presProps" Target="/ppt/presProps.xml" Id="Rdc5945f1185d49f9" /><Relationship Type="http://schemas.openxmlformats.org/officeDocument/2006/relationships/tableStyles" Target="/ppt/tableStyles.xml" Id="Rb8b175f8b19640ab" /><Relationship Type="http://schemas.openxmlformats.org/officeDocument/2006/relationships/slide" Target="/ppt/slides/slide1.xml" Id="R3b59caa211d143c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afb21272542483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1c84b79d744699" /><Relationship Type="http://schemas.openxmlformats.org/officeDocument/2006/relationships/notesMaster" Target="/ppt/notesMasters/notesMaster1.xml" Id="Redde10c3cefe47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92ceeec3e8b4a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dcddc827cee433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913dfbf491c41a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90f660dce4cc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744c4a2766748c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525d235d7ca4db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3D4901C-CA29-4DB6-B1DD-896C00AAFF1F}"/>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1E6A1BA-EF20-40EF-9971-CAB3F6EFEB6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033FFF72-223E-4ADD-AB71-44EFAF5AED4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943B640-EA9C-4FA6-9CBE-3681A609ADBF}"/>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634032FF-BCA0-49D8-80B2-ED437C78301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59BD819-1CC2-4EC0-A061-9F233E1EB8B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F5F06BF-EA55-4C07-BA83-C799CBB8996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3E06C04C-B8A5-403E-B8DF-06416DD335F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38E13ED-BAEF-48F2-BD0B-6EF706E8A1C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46D8A87-F6FA-4C90-B626-DE0FE0785E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F8105F8-5CDB-4D4D-BE52-9998712821F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9FB8C66-1A14-4540-B7BC-73B137949AC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85C94C-9EC6-4381-B58A-4CBE4B9149B1}"/>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49A8C47-035C-44C2-9470-000AE49712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283CDBC-908A-4F65-B2E5-467A5C24D6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e01dc0b23d4fa8" /><Relationship Type="http://schemas.openxmlformats.org/officeDocument/2006/relationships/slideLayout" Target="/ppt/slideLayouts/slideLayout1.xml" Id="Rb237bb32898346d9" /><Relationship Type="http://schemas.openxmlformats.org/officeDocument/2006/relationships/slideLayout" Target="/ppt/slideLayouts/slideLayout2.xml" Id="Rd6062646259e4d49" /><Relationship Type="http://schemas.openxmlformats.org/officeDocument/2006/relationships/slideLayout" Target="/ppt/slideLayouts/slideLayout3.xml" Id="Re68f5fd9c73f4cf5" /><Relationship Type="http://schemas.openxmlformats.org/officeDocument/2006/relationships/slideLayout" Target="/ppt/slideLayouts/slideLayout4.xml" Id="Rb74f0b30be5b40a7" /><Relationship Type="http://schemas.openxmlformats.org/officeDocument/2006/relationships/slideLayout" Target="/ppt/slideLayouts/slideLayout5.xml" Id="R193a4daca3934cdb" /><Relationship Type="http://schemas.openxmlformats.org/officeDocument/2006/relationships/slideLayout" Target="/ppt/slideLayouts/slideLayout6.xml" Id="R4ff8e24a543e4aa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237bb32898346d9"/>
    <p:sldLayoutId xmlns:r="http://schemas.openxmlformats.org/officeDocument/2006/relationships" id="2147483650" r:id="Rd6062646259e4d49"/>
    <p:sldLayoutId xmlns:r="http://schemas.openxmlformats.org/officeDocument/2006/relationships" id="2147483651" r:id="Re68f5fd9c73f4cf5"/>
    <p:sldLayoutId xmlns:r="http://schemas.openxmlformats.org/officeDocument/2006/relationships" id="2147483652" r:id="Rb74f0b30be5b40a7"/>
    <p:sldLayoutId xmlns:r="http://schemas.openxmlformats.org/officeDocument/2006/relationships" id="2147483653" r:id="R193a4daca3934cdb"/>
    <p:sldLayoutId xmlns:r="http://schemas.openxmlformats.org/officeDocument/2006/relationships" id="2147483654" r:id="R4ff8e24a543e4aa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03092a48fed4edf" /><Relationship Type="http://schemas.openxmlformats.org/officeDocument/2006/relationships/notesSlide" Target="/ppt/notesSlides/notesSlide1.xml" Id="R00d599d9f5dd478c"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6C03C08-D8C8-477A-A7B5-1D505BA3D0DF}"/>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Retrieval relay</a:t>
            </a:r>
          </a:p>
        </p:txBody>
      </p:sp>
      <p:sp>
        <p:nvSpPr>
          <p:cNvPr id="2" name="">
            <a:extLst xmlns:a="http://schemas.openxmlformats.org/drawingml/2006/main">
              <a:ext uri="{FF2B5EF4-FFF2-40B4-BE49-F238E27FC236}">
                <a16:creationId xmlns:a16="http://schemas.microsoft.com/office/drawing/2014/main" id="{2A283462-83EB-4CEE-AFFA-43104ACBE189}"/>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98DCA54B-31F6-46D6-8FE5-A2921B8F8CFD}"/>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DEBD770-3795-498C-9C10-FD49318FF6AB}"/>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B1BE1F54-05FA-4B57-BFEC-A693E7F0ECA1}"/>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B132CD3E-5877-47F2-9482-DAB7083CCC7A}"/>
              </a:ext>
            </a:extLst>
          </p:cNvPr>
          <p:cNvSpPr>
            <a:spLocks xmlns:a="http://schemas.openxmlformats.org/drawingml/2006/main" noGrp="1"/>
          </p:cNvSpPr>
          <p:nvPr/>
        </p:nvSpPr>
        <p:spPr>
          <a:xfrm xmlns:a="http://schemas.openxmlformats.org/drawingml/2006/main">
            <a:off x="609600" y="2247900"/>
            <a:ext cx="5400675"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7449F37B-2696-4E35-9BD0-C1AA2D7B329C}"/>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1  [Your prompt]</a:t>
            </a:r>
          </a:p>
        </p:txBody>
      </p:sp>
      <p:sp>
        <p:nvSpPr>
          <p:cNvPr id="8" name="">
            <a:extLst xmlns:a="http://schemas.openxmlformats.org/drawingml/2006/main">
              <a:ext uri="{FF2B5EF4-FFF2-40B4-BE49-F238E27FC236}">
                <a16:creationId xmlns:a16="http://schemas.microsoft.com/office/drawing/2014/main" id="{058A0903-9689-44F1-AE1D-DED4C6C9DB43}"/>
              </a:ext>
            </a:extLst>
          </p:cNvPr>
          <p:cNvSpPr>
            <a:spLocks xmlns:a="http://schemas.openxmlformats.org/drawingml/2006/main" noGrp="1"/>
          </p:cNvSpPr>
          <p:nvPr/>
        </p:nvSpPr>
        <p:spPr>
          <a:xfrm xmlns:a="http://schemas.openxmlformats.org/drawingml/2006/main">
            <a:off x="6181725" y="2247900"/>
            <a:ext cx="5400675"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93597772-4333-4850-B4D1-9266AE3F5B6C}"/>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2  [Your prompt]</a:t>
            </a:r>
          </a:p>
        </p:txBody>
      </p:sp>
      <p:sp>
        <p:nvSpPr>
          <p:cNvPr id="10" name="">
            <a:extLst xmlns:a="http://schemas.openxmlformats.org/drawingml/2006/main">
              <a:ext uri="{FF2B5EF4-FFF2-40B4-BE49-F238E27FC236}">
                <a16:creationId xmlns:a16="http://schemas.microsoft.com/office/drawing/2014/main" id="{70DD4BE8-D516-40AF-AEB2-A9BCDB25BD35}"/>
              </a:ext>
            </a:extLst>
          </p:cNvPr>
          <p:cNvSpPr>
            <a:spLocks xmlns:a="http://schemas.openxmlformats.org/drawingml/2006/main" noGrp="1"/>
          </p:cNvSpPr>
          <p:nvPr/>
        </p:nvSpPr>
        <p:spPr>
          <a:xfrm xmlns:a="http://schemas.openxmlformats.org/drawingml/2006/main">
            <a:off x="609600" y="3429000"/>
            <a:ext cx="5400675"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B1E21051-9960-431A-BD44-39FA39B7FAA1}"/>
              </a:ext>
            </a:extLst>
          </p:cNvPr>
          <p:cNvSpPr>
            <a:spLocks xmlns:a="http://schemas.openxmlformats.org/drawingml/2006/main" noGrp="1"/>
          </p:cNvSpPr>
          <p:nvPr/>
        </p:nvSpPr>
        <p:spPr>
          <a:xfrm xmlns:a="http://schemas.openxmlformats.org/drawingml/2006/main">
            <a:off x="781050" y="35623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3  [Your prompt]</a:t>
            </a:r>
          </a:p>
        </p:txBody>
      </p:sp>
      <p:sp>
        <p:nvSpPr>
          <p:cNvPr id="12" name="">
            <a:extLst xmlns:a="http://schemas.openxmlformats.org/drawingml/2006/main">
              <a:ext uri="{FF2B5EF4-FFF2-40B4-BE49-F238E27FC236}">
                <a16:creationId xmlns:a16="http://schemas.microsoft.com/office/drawing/2014/main" id="{34A18EB1-472F-4912-9FA9-E27C1AFE1DC9}"/>
              </a:ext>
            </a:extLst>
          </p:cNvPr>
          <p:cNvSpPr>
            <a:spLocks xmlns:a="http://schemas.openxmlformats.org/drawingml/2006/main" noGrp="1"/>
          </p:cNvSpPr>
          <p:nvPr/>
        </p:nvSpPr>
        <p:spPr>
          <a:xfrm xmlns:a="http://schemas.openxmlformats.org/drawingml/2006/main">
            <a:off x="6181725" y="3429000"/>
            <a:ext cx="5400675"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5771C32C-8463-46EF-82C0-759DDDE0B0EE}"/>
              </a:ext>
            </a:extLst>
          </p:cNvPr>
          <p:cNvSpPr>
            <a:spLocks xmlns:a="http://schemas.openxmlformats.org/drawingml/2006/main" noGrp="1"/>
          </p:cNvSpPr>
          <p:nvPr/>
        </p:nvSpPr>
        <p:spPr>
          <a:xfrm xmlns:a="http://schemas.openxmlformats.org/drawingml/2006/main">
            <a:off x="6353175" y="35623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4  [Your prompt]</a:t>
            </a:r>
          </a:p>
        </p:txBody>
      </p:sp>
      <p:sp>
        <p:nvSpPr>
          <p:cNvPr id="14" name="">
            <a:extLst xmlns:a="http://schemas.openxmlformats.org/drawingml/2006/main">
              <a:ext uri="{FF2B5EF4-FFF2-40B4-BE49-F238E27FC236}">
                <a16:creationId xmlns:a16="http://schemas.microsoft.com/office/drawing/2014/main" id="{F46448C4-8F07-41B9-BA38-656944A10FFF}"/>
              </a:ext>
            </a:extLst>
          </p:cNvPr>
          <p:cNvSpPr>
            <a:spLocks xmlns:a="http://schemas.openxmlformats.org/drawingml/2006/main" noGrp="1"/>
          </p:cNvSpPr>
          <p:nvPr/>
        </p:nvSpPr>
        <p:spPr>
          <a:xfrm xmlns:a="http://schemas.openxmlformats.org/drawingml/2006/main">
            <a:off x="609600" y="4610100"/>
            <a:ext cx="5400675"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5" name="">
            <a:extLst xmlns:a="http://schemas.openxmlformats.org/drawingml/2006/main">
              <a:ext uri="{FF2B5EF4-FFF2-40B4-BE49-F238E27FC236}">
                <a16:creationId xmlns:a16="http://schemas.microsoft.com/office/drawing/2014/main" id="{6C001827-0AA7-43AD-9DB4-D059DCB41318}"/>
              </a:ext>
            </a:extLst>
          </p:cNvPr>
          <p:cNvSpPr>
            <a:spLocks xmlns:a="http://schemas.openxmlformats.org/drawingml/2006/main" noGrp="1"/>
          </p:cNvSpPr>
          <p:nvPr/>
        </p:nvSpPr>
        <p:spPr>
          <a:xfrm xmlns:a="http://schemas.openxmlformats.org/drawingml/2006/main">
            <a:off x="781050" y="47434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5  [Your prompt]</a:t>
            </a:r>
          </a:p>
        </p:txBody>
      </p:sp>
      <p:sp>
        <p:nvSpPr>
          <p:cNvPr id="16" name="">
            <a:extLst xmlns:a="http://schemas.openxmlformats.org/drawingml/2006/main">
              <a:ext uri="{FF2B5EF4-FFF2-40B4-BE49-F238E27FC236}">
                <a16:creationId xmlns:a16="http://schemas.microsoft.com/office/drawing/2014/main" id="{BD5F662F-4411-4817-B248-49E36F00A275}"/>
              </a:ext>
            </a:extLst>
          </p:cNvPr>
          <p:cNvSpPr>
            <a:spLocks xmlns:a="http://schemas.openxmlformats.org/drawingml/2006/main" noGrp="1"/>
          </p:cNvSpPr>
          <p:nvPr/>
        </p:nvSpPr>
        <p:spPr>
          <a:xfrm xmlns:a="http://schemas.openxmlformats.org/drawingml/2006/main">
            <a:off x="6181725" y="4610100"/>
            <a:ext cx="5400675"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F2F7177C-F124-4C2D-A01B-801AE026A38E}"/>
              </a:ext>
            </a:extLst>
          </p:cNvPr>
          <p:cNvSpPr>
            <a:spLocks xmlns:a="http://schemas.openxmlformats.org/drawingml/2006/main" noGrp="1"/>
          </p:cNvSpPr>
          <p:nvPr/>
        </p:nvSpPr>
        <p:spPr>
          <a:xfrm xmlns:a="http://schemas.openxmlformats.org/drawingml/2006/main">
            <a:off x="6353175" y="47434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Round 6  [Your prompt]</a:t>
            </a:r>
          </a:p>
        </p:txBody>
      </p:sp>
      <p:sp>
        <p:nvSpPr>
          <p:cNvPr id="18" name="">
            <a:extLst xmlns:a="http://schemas.openxmlformats.org/drawingml/2006/main">
              <a:ext uri="{FF2B5EF4-FFF2-40B4-BE49-F238E27FC236}">
                <a16:creationId xmlns:a16="http://schemas.microsoft.com/office/drawing/2014/main" id="{65C65655-FED3-47B7-AA0A-3B4B5258C5DC}"/>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B1187D3-5643-4199-B27D-83C72B308C9B}"/>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A4A166D1-F33A-478E-9B2D-9E48CBE87CCF}"/>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1673513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2026-10-07T20:43:47.1190000Z</dcterms:created>
  <dcterms:modified xsi:type="dcterms:W3CDTF">2026-10-07T20:43:47.1190000Z</dcterms:modified>
</coreProperties>
</file>