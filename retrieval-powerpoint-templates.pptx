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171fde6216414e" /><Relationship Type="http://schemas.openxmlformats.org/officeDocument/2006/relationships/extended-properties" Target="/docProps/app.xml" Id="R00df274843ab4a70" /><Relationship Type="http://schemas.openxmlformats.org/officeDocument/2006/relationships/officeDocument" Target="/ppt/presentation.xml" Id="R1bd23b267a234690" /></Relationships>
</file>

<file path=ppt/presentation.xml><?xml version="1.0" encoding="utf-8"?>
<p:presentation xmlns:p="http://schemas.openxmlformats.org/presentationml/2006/main">
  <p:sldMasterIdLst>
    <p:sldMasterId xmlns:r="http://schemas.openxmlformats.org/officeDocument/2006/relationships" id="2147483648" r:id="R90df198c423e4612"/>
  </p:sldMasterIdLst>
  <p:notesMasterIdLst>
    <p:notesMasterId xmlns:r="http://schemas.openxmlformats.org/officeDocument/2006/relationships" r:id="R3435537cd5b14986"/>
  </p:notesMasterIdLst>
  <p:sldIdLst>
    <p:sldId xmlns:r="http://schemas.openxmlformats.org/officeDocument/2006/relationships" id="256" r:id="R9c3bb41bd5cc4611"/>
    <p:sldId xmlns:r="http://schemas.openxmlformats.org/officeDocument/2006/relationships" id="257" r:id="R8be681b6ad7a476d"/>
    <p:sldId xmlns:r="http://schemas.openxmlformats.org/officeDocument/2006/relationships" id="258" r:id="R64d15ba779784190"/>
    <p:sldId xmlns:r="http://schemas.openxmlformats.org/officeDocument/2006/relationships" id="259" r:id="Rb46a39a2f023446c"/>
    <p:sldId xmlns:r="http://schemas.openxmlformats.org/officeDocument/2006/relationships" id="260" r:id="R61946317d13b40ce"/>
    <p:sldId xmlns:r="http://schemas.openxmlformats.org/officeDocument/2006/relationships" id="261" r:id="R71269754b3254bb5"/>
    <p:sldId xmlns:r="http://schemas.openxmlformats.org/officeDocument/2006/relationships" id="262" r:id="Rdabe2bc6369f4e6e"/>
    <p:sldId xmlns:r="http://schemas.openxmlformats.org/officeDocument/2006/relationships" id="263" r:id="Refc7b225051f469c"/>
    <p:sldId xmlns:r="http://schemas.openxmlformats.org/officeDocument/2006/relationships" id="264" r:id="Reabd1c57f9a44e0e"/>
    <p:sldId xmlns:r="http://schemas.openxmlformats.org/officeDocument/2006/relationships" id="265" r:id="R66edee11677e4783"/>
    <p:sldId xmlns:r="http://schemas.openxmlformats.org/officeDocument/2006/relationships" id="266" r:id="R713c8dbf67d4447f"/>
    <p:sldId xmlns:r="http://schemas.openxmlformats.org/officeDocument/2006/relationships" id="267" r:id="Rb4c0a42861c94acb"/>
    <p:sldId xmlns:r="http://schemas.openxmlformats.org/officeDocument/2006/relationships" id="268" r:id="Rb9044885cfb743de"/>
    <p:sldId xmlns:r="http://schemas.openxmlformats.org/officeDocument/2006/relationships" id="269" r:id="R31dc9109b6554506"/>
    <p:sldId xmlns:r="http://schemas.openxmlformats.org/officeDocument/2006/relationships" id="270" r:id="R9e044f94b4324eaa"/>
    <p:sldId xmlns:r="http://schemas.openxmlformats.org/officeDocument/2006/relationships" id="271" r:id="Rd3d09440796449ab"/>
    <p:sldId xmlns:r="http://schemas.openxmlformats.org/officeDocument/2006/relationships" id="272" r:id="R707c9451c30047ee"/>
    <p:sldId xmlns:r="http://schemas.openxmlformats.org/officeDocument/2006/relationships" id="273" r:id="R13b201a01d0846e1"/>
    <p:sldId xmlns:r="http://schemas.openxmlformats.org/officeDocument/2006/relationships" id="274" r:id="Rca15b7f709704222"/>
    <p:sldId xmlns:r="http://schemas.openxmlformats.org/officeDocument/2006/relationships" id="275" r:id="R79fba7077e0244ae"/>
    <p:sldId xmlns:r="http://schemas.openxmlformats.org/officeDocument/2006/relationships" id="276" r:id="R31c1c497efb84dcc"/>
    <p:sldId xmlns:r="http://schemas.openxmlformats.org/officeDocument/2006/relationships" id="277" r:id="Rfef145bb07494444"/>
    <p:sldId xmlns:r="http://schemas.openxmlformats.org/officeDocument/2006/relationships" id="278" r:id="Rd7ca0d582fb84f48"/>
    <p:sldId xmlns:r="http://schemas.openxmlformats.org/officeDocument/2006/relationships" id="279" r:id="R6857de124e0e4f2c"/>
    <p:sldId xmlns:r="http://schemas.openxmlformats.org/officeDocument/2006/relationships" id="280" r:id="R0c2c0c6cbdf5498a"/>
    <p:sldId xmlns:r="http://schemas.openxmlformats.org/officeDocument/2006/relationships" id="281" r:id="R2520dff614194cb2"/>
    <p:sldId xmlns:r="http://schemas.openxmlformats.org/officeDocument/2006/relationships" id="282" r:id="Rd72d248f4c5f4d7c"/>
    <p:sldId xmlns:r="http://schemas.openxmlformats.org/officeDocument/2006/relationships" id="283" r:id="Ra24b9662942e4c8a"/>
    <p:sldId xmlns:r="http://schemas.openxmlformats.org/officeDocument/2006/relationships" id="284" r:id="R19cf1ac0b40046f8"/>
    <p:sldId xmlns:r="http://schemas.openxmlformats.org/officeDocument/2006/relationships" id="285" r:id="Re8f044d0715c4cf6"/>
    <p:sldId xmlns:r="http://schemas.openxmlformats.org/officeDocument/2006/relationships" id="286" r:id="R2a164d76450d45d6"/>
    <p:sldId xmlns:r="http://schemas.openxmlformats.org/officeDocument/2006/relationships" id="287" r:id="R74c99728999d4a5e"/>
    <p:sldId xmlns:r="http://schemas.openxmlformats.org/officeDocument/2006/relationships" id="288" r:id="Rf6d850cf15e1493f"/>
    <p:sldId xmlns:r="http://schemas.openxmlformats.org/officeDocument/2006/relationships" id="289" r:id="R33f2e1a76e444900"/>
    <p:sldId xmlns:r="http://schemas.openxmlformats.org/officeDocument/2006/relationships" id="290" r:id="R1778a61eac904a9c"/>
    <p:sldId xmlns:r="http://schemas.openxmlformats.org/officeDocument/2006/relationships" id="291" r:id="R676b60e0284f4c65"/>
    <p:sldId xmlns:r="http://schemas.openxmlformats.org/officeDocument/2006/relationships" id="292" r:id="R4f6a4735ffa24446"/>
    <p:sldId xmlns:r="http://schemas.openxmlformats.org/officeDocument/2006/relationships" id="293" r:id="R97880ccf01b54174"/>
    <p:sldId xmlns:r="http://schemas.openxmlformats.org/officeDocument/2006/relationships" id="294" r:id="Ra1d740a8d8f94d1c"/>
    <p:sldId xmlns:r="http://schemas.openxmlformats.org/officeDocument/2006/relationships" id="295" r:id="R703b8ba1bceb4c0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741a1ba2ce34806" /><Relationship Type="http://schemas.openxmlformats.org/officeDocument/2006/relationships/slideMaster" Target="/ppt/slideMasters/slideMaster1.xml" Id="R90df198c423e4612" /><Relationship Type="http://schemas.openxmlformats.org/officeDocument/2006/relationships/notesMaster" Target="/ppt/notesMasters/notesMaster1.xml" Id="R3435537cd5b14986" /><Relationship Type="http://schemas.openxmlformats.org/officeDocument/2006/relationships/presProps" Target="/ppt/presProps.xml" Id="R0ec55ebade13457b" /><Relationship Type="http://schemas.openxmlformats.org/officeDocument/2006/relationships/tableStyles" Target="/ppt/tableStyles.xml" Id="Rbf96414bbad2421e" /><Relationship Type="http://schemas.openxmlformats.org/officeDocument/2006/relationships/slide" Target="/ppt/slides/slide1.xml" Id="R9c3bb41bd5cc4611" /><Relationship Type="http://schemas.openxmlformats.org/officeDocument/2006/relationships/slide" Target="/ppt/slides/slide2.xml" Id="R8be681b6ad7a476d" /><Relationship Type="http://schemas.openxmlformats.org/officeDocument/2006/relationships/slide" Target="/ppt/slides/slide3.xml" Id="R64d15ba779784190" /><Relationship Type="http://schemas.openxmlformats.org/officeDocument/2006/relationships/slide" Target="/ppt/slides/slide4.xml" Id="Rb46a39a2f023446c" /><Relationship Type="http://schemas.openxmlformats.org/officeDocument/2006/relationships/slide" Target="/ppt/slides/slide5.xml" Id="R61946317d13b40ce" /><Relationship Type="http://schemas.openxmlformats.org/officeDocument/2006/relationships/slide" Target="/ppt/slides/slide6.xml" Id="R71269754b3254bb5" /><Relationship Type="http://schemas.openxmlformats.org/officeDocument/2006/relationships/slide" Target="/ppt/slides/slide7.xml" Id="Rdabe2bc6369f4e6e" /><Relationship Type="http://schemas.openxmlformats.org/officeDocument/2006/relationships/slide" Target="/ppt/slides/slide8.xml" Id="Refc7b225051f469c" /><Relationship Type="http://schemas.openxmlformats.org/officeDocument/2006/relationships/slide" Target="/ppt/slides/slide9.xml" Id="Reabd1c57f9a44e0e" /><Relationship Type="http://schemas.openxmlformats.org/officeDocument/2006/relationships/slide" Target="/ppt/slides/slide10.xml" Id="R66edee11677e4783" /><Relationship Type="http://schemas.openxmlformats.org/officeDocument/2006/relationships/slide" Target="/ppt/slides/slide11.xml" Id="R713c8dbf67d4447f" /><Relationship Type="http://schemas.openxmlformats.org/officeDocument/2006/relationships/slide" Target="/ppt/slides/slide12.xml" Id="Rb4c0a42861c94acb" /><Relationship Type="http://schemas.openxmlformats.org/officeDocument/2006/relationships/slide" Target="/ppt/slides/slide13.xml" Id="Rb9044885cfb743de" /><Relationship Type="http://schemas.openxmlformats.org/officeDocument/2006/relationships/slide" Target="/ppt/slides/slide14.xml" Id="R31dc9109b6554506" /><Relationship Type="http://schemas.openxmlformats.org/officeDocument/2006/relationships/slide" Target="/ppt/slides/slide15.xml" Id="R9e044f94b4324eaa" /><Relationship Type="http://schemas.openxmlformats.org/officeDocument/2006/relationships/slide" Target="/ppt/slides/slide16.xml" Id="Rd3d09440796449ab" /><Relationship Type="http://schemas.openxmlformats.org/officeDocument/2006/relationships/slide" Target="/ppt/slides/slide17.xml" Id="R707c9451c30047ee" /><Relationship Type="http://schemas.openxmlformats.org/officeDocument/2006/relationships/slide" Target="/ppt/slides/slide18.xml" Id="R13b201a01d0846e1" /><Relationship Type="http://schemas.openxmlformats.org/officeDocument/2006/relationships/slide" Target="/ppt/slides/slide19.xml" Id="Rca15b7f709704222" /><Relationship Type="http://schemas.openxmlformats.org/officeDocument/2006/relationships/slide" Target="/ppt/slides/slide20.xml" Id="R79fba7077e0244ae" /><Relationship Type="http://schemas.openxmlformats.org/officeDocument/2006/relationships/slide" Target="/ppt/slides/slide21.xml" Id="R31c1c497efb84dcc" /><Relationship Type="http://schemas.openxmlformats.org/officeDocument/2006/relationships/slide" Target="/ppt/slides/slide22.xml" Id="Rfef145bb07494444" /><Relationship Type="http://schemas.openxmlformats.org/officeDocument/2006/relationships/slide" Target="/ppt/slides/slide23.xml" Id="Rd7ca0d582fb84f48" /><Relationship Type="http://schemas.openxmlformats.org/officeDocument/2006/relationships/slide" Target="/ppt/slides/slide24.xml" Id="R6857de124e0e4f2c" /><Relationship Type="http://schemas.openxmlformats.org/officeDocument/2006/relationships/slide" Target="/ppt/slides/slide25.xml" Id="R0c2c0c6cbdf5498a" /><Relationship Type="http://schemas.openxmlformats.org/officeDocument/2006/relationships/slide" Target="/ppt/slides/slide26.xml" Id="R2520dff614194cb2" /><Relationship Type="http://schemas.openxmlformats.org/officeDocument/2006/relationships/slide" Target="/ppt/slides/slide27.xml" Id="Rd72d248f4c5f4d7c" /><Relationship Type="http://schemas.openxmlformats.org/officeDocument/2006/relationships/slide" Target="/ppt/slides/slide28.xml" Id="Ra24b9662942e4c8a" /><Relationship Type="http://schemas.openxmlformats.org/officeDocument/2006/relationships/slide" Target="/ppt/slides/slide29.xml" Id="R19cf1ac0b40046f8" /><Relationship Type="http://schemas.openxmlformats.org/officeDocument/2006/relationships/slide" Target="/ppt/slides/slide30.xml" Id="Re8f044d0715c4cf6" /><Relationship Type="http://schemas.openxmlformats.org/officeDocument/2006/relationships/slide" Target="/ppt/slides/slide31.xml" Id="R2a164d76450d45d6" /><Relationship Type="http://schemas.openxmlformats.org/officeDocument/2006/relationships/slide" Target="/ppt/slides/slide32.xml" Id="R74c99728999d4a5e" /><Relationship Type="http://schemas.openxmlformats.org/officeDocument/2006/relationships/slide" Target="/ppt/slides/slide33.xml" Id="Rf6d850cf15e1493f" /><Relationship Type="http://schemas.openxmlformats.org/officeDocument/2006/relationships/slide" Target="/ppt/slides/slide34.xml" Id="R33f2e1a76e444900" /><Relationship Type="http://schemas.openxmlformats.org/officeDocument/2006/relationships/slide" Target="/ppt/slides/slide35.xml" Id="R1778a61eac904a9c" /><Relationship Type="http://schemas.openxmlformats.org/officeDocument/2006/relationships/slide" Target="/ppt/slides/slide36.xml" Id="R676b60e0284f4c65" /><Relationship Type="http://schemas.openxmlformats.org/officeDocument/2006/relationships/slide" Target="/ppt/slides/slide37.xml" Id="R4f6a4735ffa24446" /><Relationship Type="http://schemas.openxmlformats.org/officeDocument/2006/relationships/slide" Target="/ppt/slides/slide38.xml" Id="R97880ccf01b54174" /><Relationship Type="http://schemas.openxmlformats.org/officeDocument/2006/relationships/slide" Target="/ppt/slides/slide39.xml" Id="Ra1d740a8d8f94d1c" /><Relationship Type="http://schemas.openxmlformats.org/officeDocument/2006/relationships/slide" Target="/ppt/slides/slide40.xml" Id="R703b8ba1bceb4c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35c3f4ebd449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ec4962593f4869" /><Relationship Type="http://schemas.openxmlformats.org/officeDocument/2006/relationships/notesMaster" Target="/ppt/notesMasters/notesMaster1.xml" Id="Rf2166a0b13cd42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10803949ff46d8" /><Relationship Type="http://schemas.openxmlformats.org/officeDocument/2006/relationships/notesMaster" Target="/ppt/notesMasters/notesMaster1.xml" Id="R1a579a13c02a41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6a135b7fe04c8d" /><Relationship Type="http://schemas.openxmlformats.org/officeDocument/2006/relationships/notesMaster" Target="/ppt/notesMasters/notesMaster1.xml" Id="Rf9d6755c320747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3a052cdce84c96" /><Relationship Type="http://schemas.openxmlformats.org/officeDocument/2006/relationships/notesMaster" Target="/ppt/notesMasters/notesMaster1.xml" Id="R579c88c9980c47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f8e39881cd47f0" /><Relationship Type="http://schemas.openxmlformats.org/officeDocument/2006/relationships/notesMaster" Target="/ppt/notesMasters/notesMaster1.xml" Id="Rc4ce16b01c5749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1cd613c304fe4213" /><Relationship Type="http://schemas.openxmlformats.org/officeDocument/2006/relationships/notesMaster" Target="/ppt/notesMasters/notesMaster1.xml" Id="R9249edc3b81442d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d7ea5d77805493c" /><Relationship Type="http://schemas.openxmlformats.org/officeDocument/2006/relationships/notesMaster" Target="/ppt/notesMasters/notesMaster1.xml" Id="Rbeefcfbb9e304d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159d6ee73041cc" /><Relationship Type="http://schemas.openxmlformats.org/officeDocument/2006/relationships/notesMaster" Target="/ppt/notesMasters/notesMaster1.xml" Id="R411dd0340f1e4cd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a49fbf528b480f" /><Relationship Type="http://schemas.openxmlformats.org/officeDocument/2006/relationships/notesMaster" Target="/ppt/notesMasters/notesMaster1.xml" Id="R39ed89b7362e43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e5ccc2cf9be4bd5" /><Relationship Type="http://schemas.openxmlformats.org/officeDocument/2006/relationships/notesMaster" Target="/ppt/notesMasters/notesMaster1.xml" Id="R0c54ab2f6eef4c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dfbd29d60934bbe" /><Relationship Type="http://schemas.openxmlformats.org/officeDocument/2006/relationships/notesMaster" Target="/ppt/notesMasters/notesMaster1.xml" Id="R1a770bc3ec984af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40a727303d74119" /><Relationship Type="http://schemas.openxmlformats.org/officeDocument/2006/relationships/notesMaster" Target="/ppt/notesMasters/notesMaster1.xml" Id="R55e90241534b426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d50964d1f5f4b04" /><Relationship Type="http://schemas.openxmlformats.org/officeDocument/2006/relationships/notesMaster" Target="/ppt/notesMasters/notesMaster1.xml" Id="R9616550bf32d4ee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99f080094014967" /><Relationship Type="http://schemas.openxmlformats.org/officeDocument/2006/relationships/notesMaster" Target="/ppt/notesMasters/notesMaster1.xml" Id="Rafccf9b319e94a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daf1525098c4888" /><Relationship Type="http://schemas.openxmlformats.org/officeDocument/2006/relationships/notesMaster" Target="/ppt/notesMasters/notesMaster1.xml" Id="Rfb7fc1e40129424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747ddbede094e07" /><Relationship Type="http://schemas.openxmlformats.org/officeDocument/2006/relationships/notesMaster" Target="/ppt/notesMasters/notesMaster1.xml" Id="Rf954932fda44420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b67f4f7d874a01" /><Relationship Type="http://schemas.openxmlformats.org/officeDocument/2006/relationships/notesMaster" Target="/ppt/notesMasters/notesMaster1.xml" Id="R742360824c464a3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4fd7829a3ce436b" /><Relationship Type="http://schemas.openxmlformats.org/officeDocument/2006/relationships/notesMaster" Target="/ppt/notesMasters/notesMaster1.xml" Id="R6b80c5d207ee411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dc99dc9345f426a" /><Relationship Type="http://schemas.openxmlformats.org/officeDocument/2006/relationships/notesMaster" Target="/ppt/notesMasters/notesMaster1.xml" Id="Re4f93e91cdf1453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fc95beebdf04a6e" /><Relationship Type="http://schemas.openxmlformats.org/officeDocument/2006/relationships/notesMaster" Target="/ppt/notesMasters/notesMaster1.xml" Id="Rae31f5a2b06144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25927bac1e46cb" /><Relationship Type="http://schemas.openxmlformats.org/officeDocument/2006/relationships/notesMaster" Target="/ppt/notesMasters/notesMaster1.xml" Id="Rcd345c63b5a241b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2b4d3db709743ef" /><Relationship Type="http://schemas.openxmlformats.org/officeDocument/2006/relationships/notesMaster" Target="/ppt/notesMasters/notesMaster1.xml" Id="R216ca2ae28424c7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46d031048a348f5" /><Relationship Type="http://schemas.openxmlformats.org/officeDocument/2006/relationships/notesMaster" Target="/ppt/notesMasters/notesMaster1.xml" Id="Ra1856411d8bf464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49ca0e35507415d" /><Relationship Type="http://schemas.openxmlformats.org/officeDocument/2006/relationships/notesMaster" Target="/ppt/notesMasters/notesMaster1.xml" Id="R7557a191316946b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5f8e292fc254c1f" /><Relationship Type="http://schemas.openxmlformats.org/officeDocument/2006/relationships/notesMaster" Target="/ppt/notesMasters/notesMaster1.xml" Id="R8235269645ff43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9bf07674c514bdb" /><Relationship Type="http://schemas.openxmlformats.org/officeDocument/2006/relationships/notesMaster" Target="/ppt/notesMasters/notesMaster1.xml" Id="R3ffea7819bc4430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ba12c40719b4736" /><Relationship Type="http://schemas.openxmlformats.org/officeDocument/2006/relationships/notesMaster" Target="/ppt/notesMasters/notesMaster1.xml" Id="R5f7026e21aa240e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f70d8fad7414de8" /><Relationship Type="http://schemas.openxmlformats.org/officeDocument/2006/relationships/notesMaster" Target="/ppt/notesMasters/notesMaster1.xml" Id="Rfbffe689c2764e5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63a8922716f4464" /><Relationship Type="http://schemas.openxmlformats.org/officeDocument/2006/relationships/notesMaster" Target="/ppt/notesMasters/notesMaster1.xml" Id="R5887b80ae0cf49b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7c0e9b9bfa84d54" /><Relationship Type="http://schemas.openxmlformats.org/officeDocument/2006/relationships/notesMaster" Target="/ppt/notesMasters/notesMaster1.xml" Id="R54ebe0b1c65741c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16c4f1da8f94dd1" /><Relationship Type="http://schemas.openxmlformats.org/officeDocument/2006/relationships/notesMaster" Target="/ppt/notesMasters/notesMaster1.xml" Id="Rcc89ecdbd8c54b9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e6964248bfa4c35" /><Relationship Type="http://schemas.openxmlformats.org/officeDocument/2006/relationships/notesMaster" Target="/ppt/notesMasters/notesMaster1.xml" Id="Rda1e24a25833469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34cdaa723974a72" /><Relationship Type="http://schemas.openxmlformats.org/officeDocument/2006/relationships/notesMaster" Target="/ppt/notesMasters/notesMaster1.xml" Id="Rdeed8326c4fc4ae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889af379e854230" /><Relationship Type="http://schemas.openxmlformats.org/officeDocument/2006/relationships/notesMaster" Target="/ppt/notesMasters/notesMaster1.xml" Id="Ra3629f4fdd6e442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fb1c99d8db848b2" /><Relationship Type="http://schemas.openxmlformats.org/officeDocument/2006/relationships/notesMaster" Target="/ppt/notesMasters/notesMaster1.xml" Id="R2bf4eb176ebb492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bf99d0127c64bd6" /><Relationship Type="http://schemas.openxmlformats.org/officeDocument/2006/relationships/notesMaster" Target="/ppt/notesMasters/notesMaster1.xml" Id="R14397c08756c406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6faad6267574796" /><Relationship Type="http://schemas.openxmlformats.org/officeDocument/2006/relationships/notesMaster" Target="/ppt/notesMasters/notesMaster1.xml" Id="R1dafe7055b584a3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62de6c3c5d94ea5" /><Relationship Type="http://schemas.openxmlformats.org/officeDocument/2006/relationships/notesMaster" Target="/ppt/notesMasters/notesMaster1.xml" Id="R427936daa0a2480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e72d15042b147b8" /><Relationship Type="http://schemas.openxmlformats.org/officeDocument/2006/relationships/notesMaster" Target="/ppt/notesMasters/notesMaster1.xml" Id="Rf8422355d1444b6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3995c2db74941c6" /><Relationship Type="http://schemas.openxmlformats.org/officeDocument/2006/relationships/notesMaster" Target="/ppt/notesMasters/notesMaster1.xml" Id="Rfe5b3c6d05934f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aae7e9cb8948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906538021cd4b3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267d8bfbbbf41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3f37c97291443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89e655a81c3445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71bfc2aa8041d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91a084f0dd4425" /><Relationship Type="http://schemas.openxmlformats.org/officeDocument/2006/relationships/slideLayout" Target="/ppt/slideLayouts/slideLayout1.xml" Id="Ree0415a70f9c4d52" /><Relationship Type="http://schemas.openxmlformats.org/officeDocument/2006/relationships/slideLayout" Target="/ppt/slideLayouts/slideLayout2.xml" Id="R782880de646d4cdc" /><Relationship Type="http://schemas.openxmlformats.org/officeDocument/2006/relationships/slideLayout" Target="/ppt/slideLayouts/slideLayout3.xml" Id="R9c299bf26bd64330" /><Relationship Type="http://schemas.openxmlformats.org/officeDocument/2006/relationships/slideLayout" Target="/ppt/slideLayouts/slideLayout4.xml" Id="R862acb804d024944" /><Relationship Type="http://schemas.openxmlformats.org/officeDocument/2006/relationships/slideLayout" Target="/ppt/slideLayouts/slideLayout5.xml" Id="R9af5366e40a346f4" /><Relationship Type="http://schemas.openxmlformats.org/officeDocument/2006/relationships/slideLayout" Target="/ppt/slideLayouts/slideLayout6.xml" Id="R747676fe761141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0415a70f9c4d52"/>
    <p:sldLayoutId xmlns:r="http://schemas.openxmlformats.org/officeDocument/2006/relationships" id="2147483650" r:id="R782880de646d4cdc"/>
    <p:sldLayoutId xmlns:r="http://schemas.openxmlformats.org/officeDocument/2006/relationships" id="2147483651" r:id="R9c299bf26bd64330"/>
    <p:sldLayoutId xmlns:r="http://schemas.openxmlformats.org/officeDocument/2006/relationships" id="2147483652" r:id="R862acb804d024944"/>
    <p:sldLayoutId xmlns:r="http://schemas.openxmlformats.org/officeDocument/2006/relationships" id="2147483653" r:id="R9af5366e40a346f4"/>
    <p:sldLayoutId xmlns:r="http://schemas.openxmlformats.org/officeDocument/2006/relationships" id="2147483654" r:id="R747676fe761141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037d42175e463a" /><Relationship Type="http://schemas.openxmlformats.org/officeDocument/2006/relationships/notesSlide" Target="/ppt/notesSlides/notesSlide1.xml" Id="Rda7aeab4141546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507823ad1d44b97" /><Relationship Type="http://schemas.openxmlformats.org/officeDocument/2006/relationships/notesSlide" Target="/ppt/notesSlides/notesSlide2.xml" Id="R89c85aac74a443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99b1c6765047be" /><Relationship Type="http://schemas.openxmlformats.org/officeDocument/2006/relationships/notesSlide" Target="/ppt/notesSlides/notesSlide3.xml" Id="R5d9712ad7c6c42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cb48a68d73b415a" /><Relationship Type="http://schemas.openxmlformats.org/officeDocument/2006/relationships/notesSlide" Target="/ppt/notesSlides/notesSlide4.xml" Id="R999006a9e9e54c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c2476f457a24cfa" /><Relationship Type="http://schemas.openxmlformats.org/officeDocument/2006/relationships/notesSlide" Target="/ppt/notesSlides/notesSlide5.xml" Id="Rc06359956d36412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29aaf8ce88543da" /><Relationship Type="http://schemas.openxmlformats.org/officeDocument/2006/relationships/notesSlide" Target="/ppt/notesSlides/notesSlide6.xml" Id="R1699c28a3c334c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c7292264b0742f2" /><Relationship Type="http://schemas.openxmlformats.org/officeDocument/2006/relationships/notesSlide" Target="/ppt/notesSlides/notesSlide7.xml" Id="R61cb54f6cad446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20d4efe2b5e481f" /><Relationship Type="http://schemas.openxmlformats.org/officeDocument/2006/relationships/notesSlide" Target="/ppt/notesSlides/notesSlide8.xml" Id="R32f2a636cef748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2a755b3a76f446b" /><Relationship Type="http://schemas.openxmlformats.org/officeDocument/2006/relationships/notesSlide" Target="/ppt/notesSlides/notesSlide9.xml" Id="R695626e738a74c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2e9554075a64e44" /><Relationship Type="http://schemas.openxmlformats.org/officeDocument/2006/relationships/notesSlide" Target="/ppt/notesSlides/notesSlide10.xml" Id="Rc7779872e1cd403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57bfbb9a84c92" /><Relationship Type="http://schemas.openxmlformats.org/officeDocument/2006/relationships/notesSlide" Target="/ppt/notesSlides/notesSlide11.xml" Id="R5c0ea85571a248a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9f58d31ddb64125" /><Relationship Type="http://schemas.openxmlformats.org/officeDocument/2006/relationships/notesSlide" Target="/ppt/notesSlides/notesSlide12.xml" Id="R105b4c905fa848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7871935ccc24167" /><Relationship Type="http://schemas.openxmlformats.org/officeDocument/2006/relationships/notesSlide" Target="/ppt/notesSlides/notesSlide13.xml" Id="R4ff7151bdec8412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b58a5217d69461e" /><Relationship Type="http://schemas.openxmlformats.org/officeDocument/2006/relationships/notesSlide" Target="/ppt/notesSlides/notesSlide14.xml" Id="R449efbb26e8d436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939793687074e12" /><Relationship Type="http://schemas.openxmlformats.org/officeDocument/2006/relationships/notesSlide" Target="/ppt/notesSlides/notesSlide15.xml" Id="Ra5c6179db13443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6ac0411315a47ff" /><Relationship Type="http://schemas.openxmlformats.org/officeDocument/2006/relationships/notesSlide" Target="/ppt/notesSlides/notesSlide16.xml" Id="R09909ed513f0489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065dbdcd3db4c4e" /><Relationship Type="http://schemas.openxmlformats.org/officeDocument/2006/relationships/notesSlide" Target="/ppt/notesSlides/notesSlide17.xml" Id="R7160b3e2c17f49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e9aef0058dd4753" /><Relationship Type="http://schemas.openxmlformats.org/officeDocument/2006/relationships/notesSlide" Target="/ppt/notesSlides/notesSlide18.xml" Id="R52111289979b4f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8c531b2bf7342dd" /><Relationship Type="http://schemas.openxmlformats.org/officeDocument/2006/relationships/notesSlide" Target="/ppt/notesSlides/notesSlide19.xml" Id="Rdacc7c205cd84d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0b4712a112b4494" /><Relationship Type="http://schemas.openxmlformats.org/officeDocument/2006/relationships/notesSlide" Target="/ppt/notesSlides/notesSlide20.xml" Id="R2d0a94e83cff481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f5477437f2149c8" /><Relationship Type="http://schemas.openxmlformats.org/officeDocument/2006/relationships/notesSlide" Target="/ppt/notesSlides/notesSlide21.xml" Id="R1afc956710f446d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e6767ec60614065" /><Relationship Type="http://schemas.openxmlformats.org/officeDocument/2006/relationships/notesSlide" Target="/ppt/notesSlides/notesSlide22.xml" Id="R2c871fd8664547b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e8f527ac5ce4118" /><Relationship Type="http://schemas.openxmlformats.org/officeDocument/2006/relationships/notesSlide" Target="/ppt/notesSlides/notesSlide23.xml" Id="R43ddbecddf8b415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47de0246835428e" /><Relationship Type="http://schemas.openxmlformats.org/officeDocument/2006/relationships/notesSlide" Target="/ppt/notesSlides/notesSlide24.xml" Id="R596ec02d589f47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3055346c32e4b60" /><Relationship Type="http://schemas.openxmlformats.org/officeDocument/2006/relationships/notesSlide" Target="/ppt/notesSlides/notesSlide25.xml" Id="Re559fe6240d64f1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51a27cfc2a84019" /><Relationship Type="http://schemas.openxmlformats.org/officeDocument/2006/relationships/notesSlide" Target="/ppt/notesSlides/notesSlide26.xml" Id="R2dda1d0624654cd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13cd4b62d904d6d" /><Relationship Type="http://schemas.openxmlformats.org/officeDocument/2006/relationships/notesSlide" Target="/ppt/notesSlides/notesSlide27.xml" Id="Rd130e8bad5be4e2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6e325f1a06b475c" /><Relationship Type="http://schemas.openxmlformats.org/officeDocument/2006/relationships/notesSlide" Target="/ppt/notesSlides/notesSlide28.xml" Id="Rbdf71218c35c460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10edb359e8b4d3b" /><Relationship Type="http://schemas.openxmlformats.org/officeDocument/2006/relationships/notesSlide" Target="/ppt/notesSlides/notesSlide29.xml" Id="Rae12daf0c770473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8dfd54f595b4197" /><Relationship Type="http://schemas.openxmlformats.org/officeDocument/2006/relationships/notesSlide" Target="/ppt/notesSlides/notesSlide30.xml" Id="Rdf28aba127fb4bf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abd53bfa5574e33" /><Relationship Type="http://schemas.openxmlformats.org/officeDocument/2006/relationships/notesSlide" Target="/ppt/notesSlides/notesSlide31.xml" Id="R57700be65309401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ba428f48ab14c23" /><Relationship Type="http://schemas.openxmlformats.org/officeDocument/2006/relationships/notesSlide" Target="/ppt/notesSlides/notesSlide32.xml" Id="R319f42e7118544f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04e605980644235" /><Relationship Type="http://schemas.openxmlformats.org/officeDocument/2006/relationships/notesSlide" Target="/ppt/notesSlides/notesSlide33.xml" Id="R064f567b61064f3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387f70c215c4a7e" /><Relationship Type="http://schemas.openxmlformats.org/officeDocument/2006/relationships/notesSlide" Target="/ppt/notesSlides/notesSlide34.xml" Id="R1f86f2a24a1d4a7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707b7f53f554646" /><Relationship Type="http://schemas.openxmlformats.org/officeDocument/2006/relationships/notesSlide" Target="/ppt/notesSlides/notesSlide35.xml" Id="R615bb8ad44a2449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5199fd22bfe49ad" /><Relationship Type="http://schemas.openxmlformats.org/officeDocument/2006/relationships/notesSlide" Target="/ppt/notesSlides/notesSlide36.xml" Id="R25f746fb2bb549f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37a0abcf25944a9" /><Relationship Type="http://schemas.openxmlformats.org/officeDocument/2006/relationships/notesSlide" Target="/ppt/notesSlides/notesSlide37.xml" Id="R382f13405b2845a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2a525571e104fee" /><Relationship Type="http://schemas.openxmlformats.org/officeDocument/2006/relationships/notesSlide" Target="/ppt/notesSlides/notesSlide38.xml" Id="R5d04db64312146e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730064756b24647" /><Relationship Type="http://schemas.openxmlformats.org/officeDocument/2006/relationships/notesSlide" Target="/ppt/notesSlides/notesSlide39.xml" Id="R653c6b1f90cb41b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7c7fb86a5c54ef5" /><Relationship Type="http://schemas.openxmlformats.org/officeDocument/2006/relationships/notesSlide" Target="/ppt/notesSlides/notesSlide40.xml" Id="R6f4bd1310f3f430b"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5ADE340-A98E-4AF1-80C4-500860FD10A7}"/>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Brain dump</a:t>
            </a:r>
          </a:p>
        </p:txBody>
      </p:sp>
      <p:sp>
        <p:nvSpPr>
          <p:cNvPr id="2" name="">
            <a:extLst xmlns:a="http://schemas.openxmlformats.org/drawingml/2006/main">
              <a:ext uri="{FF2B5EF4-FFF2-40B4-BE49-F238E27FC236}">
                <a16:creationId xmlns:a16="http://schemas.microsoft.com/office/drawing/2014/main" id="{BED7E4D4-3006-4EE7-9CB8-57619850A63F}"/>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0934B3D0-1ED8-4469-958A-C6E1EC348A7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66B70D9-AE15-46CE-AF5D-15366041CE45}"/>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1F493A79-BF7B-4193-B2AE-94D3C2C5852B}"/>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471E217B-17E7-4A3B-A66E-16EC849C0C86}"/>
              </a:ext>
            </a:extLst>
          </p:cNvPr>
          <p:cNvSpPr>
            <a:spLocks xmlns:a="http://schemas.openxmlformats.org/drawingml/2006/main" noGrp="1"/>
          </p:cNvSpPr>
          <p:nvPr/>
        </p:nvSpPr>
        <p:spPr>
          <a:xfrm xmlns:a="http://schemas.openxmlformats.org/drawingml/2006/main">
            <a:off x="609600" y="2247900"/>
            <a:ext cx="10972800" cy="27622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8CA1DA19-54D4-431C-B47A-D88990BD20E2}"/>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422415-EC80-4A97-BCFE-272D0172F166}"/>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ADE85D0B-979B-4C47-BB4E-6F717DC943D9}"/>
              </a:ext>
            </a:extLst>
          </p:cNvPr>
          <p:cNvSpPr>
            <a:spLocks xmlns:a="http://schemas.openxmlformats.org/drawingml/2006/main" noGrp="1"/>
          </p:cNvSpPr>
          <p:nvPr/>
        </p:nvSpPr>
        <p:spPr>
          <a:xfrm xmlns:a="http://schemas.openxmlformats.org/drawingml/2006/main">
            <a:off x="1352550" y="2466975"/>
            <a:ext cx="10039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What can you remember?</a:t>
            </a:r>
          </a:p>
        </p:txBody>
      </p:sp>
      <p:sp>
        <p:nvSpPr>
          <p:cNvPr id="10" name="">
            <a:extLst xmlns:a="http://schemas.openxmlformats.org/drawingml/2006/main">
              <a:ext uri="{FF2B5EF4-FFF2-40B4-BE49-F238E27FC236}">
                <a16:creationId xmlns:a16="http://schemas.microsoft.com/office/drawing/2014/main" id="{A82ED4D3-A921-491F-9E8F-062622355DFA}"/>
              </a:ext>
            </a:extLst>
          </p:cNvPr>
          <p:cNvSpPr>
            <a:spLocks xmlns:a="http://schemas.openxmlformats.org/drawingml/2006/main" noGrp="1"/>
          </p:cNvSpPr>
          <p:nvPr/>
        </p:nvSpPr>
        <p:spPr>
          <a:xfrm xmlns:a="http://schemas.openxmlformats.org/drawingml/2006/main">
            <a:off x="819150" y="2990850"/>
            <a:ext cx="1055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recall focus or headings]</a:t>
            </a:r>
          </a:p>
        </p:txBody>
      </p:sp>
      <p:sp>
        <p:nvSpPr>
          <p:cNvPr id="11" name="">
            <a:extLst xmlns:a="http://schemas.openxmlformats.org/drawingml/2006/main">
              <a:ext uri="{FF2B5EF4-FFF2-40B4-BE49-F238E27FC236}">
                <a16:creationId xmlns:a16="http://schemas.microsoft.com/office/drawing/2014/main" id="{5C7D2C46-3E82-4394-B19A-2E1D95F70264}"/>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Write, sketch and connect ideas from memory.</a:t>
            </a:r>
          </a:p>
        </p:txBody>
      </p:sp>
      <p:sp>
        <p:nvSpPr>
          <p:cNvPr id="12" name="">
            <a:extLst xmlns:a="http://schemas.openxmlformats.org/drawingml/2006/main">
              <a:ext uri="{FF2B5EF4-FFF2-40B4-BE49-F238E27FC236}">
                <a16:creationId xmlns:a16="http://schemas.microsoft.com/office/drawing/2014/main" id="{C6CE889B-5008-4A98-AB48-3962B891ECF7}"/>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D047181-144B-4BF5-AE08-6C85E81D7AF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91104FB0-7577-47C5-B781-8726ACEAF78C}"/>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31395853"/>
      </p:ext>
    </p:extLst>
  </p:cSld>
</p:sld>
</file>

<file path=ppt/slides/slide2.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FA4ECA8-5A12-4F97-B0E9-11AC6D42A68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Two things</a:t>
            </a:r>
          </a:p>
        </p:txBody>
      </p:sp>
      <p:sp>
        <p:nvSpPr>
          <p:cNvPr id="2" name="">
            <a:extLst xmlns:a="http://schemas.openxmlformats.org/drawingml/2006/main">
              <a:ext uri="{FF2B5EF4-FFF2-40B4-BE49-F238E27FC236}">
                <a16:creationId xmlns:a16="http://schemas.microsoft.com/office/drawing/2014/main" id="{22AA72FD-9701-43A1-B172-F9F04EA1D166}"/>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24423866-4970-4C70-B6C3-44982E0C81D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97B064-8FFC-4FC2-85C1-C097A637E06D}"/>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05D7071B-A8B3-4B50-BB17-3C59624907C0}"/>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F2A5499E-92E0-400F-9E75-8259B63EDDED}"/>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42E32AC8-F941-48FD-A049-2ED0F1BA9703}"/>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E35D84-E34A-4D37-B80B-7CE3BDF34BFD}"/>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D8E55DDA-478D-41C4-83AC-67F389588293}"/>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First thing I remember</a:t>
            </a:r>
          </a:p>
        </p:txBody>
      </p:sp>
      <p:sp>
        <p:nvSpPr>
          <p:cNvPr id="10" name="">
            <a:extLst xmlns:a="http://schemas.openxmlformats.org/drawingml/2006/main">
              <a:ext uri="{FF2B5EF4-FFF2-40B4-BE49-F238E27FC236}">
                <a16:creationId xmlns:a16="http://schemas.microsoft.com/office/drawing/2014/main" id="{405F1849-D402-494F-8981-9ADE479F56CF}"/>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focus]</a:t>
            </a:r>
          </a:p>
        </p:txBody>
      </p:sp>
      <p:sp>
        <p:nvSpPr>
          <p:cNvPr id="11" name="">
            <a:extLst xmlns:a="http://schemas.openxmlformats.org/drawingml/2006/main">
              <a:ext uri="{FF2B5EF4-FFF2-40B4-BE49-F238E27FC236}">
                <a16:creationId xmlns:a16="http://schemas.microsoft.com/office/drawing/2014/main" id="{D68D5197-72BD-495A-B679-9275984DD633}"/>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DE5E6575-D2D0-4ED3-A5A7-03E93299AF23}"/>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F44990B-1975-469F-BF73-EBEAC805B90A}"/>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44579963-085C-441B-B088-CEC84330D10C}"/>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Second thing I remember</a:t>
            </a:r>
          </a:p>
        </p:txBody>
      </p:sp>
      <p:sp>
        <p:nvSpPr>
          <p:cNvPr id="15" name="">
            <a:extLst xmlns:a="http://schemas.openxmlformats.org/drawingml/2006/main">
              <a:ext uri="{FF2B5EF4-FFF2-40B4-BE49-F238E27FC236}">
                <a16:creationId xmlns:a16="http://schemas.microsoft.com/office/drawing/2014/main" id="{2E773E04-723F-4F45-A43C-AEE9D9931CAC}"/>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focus]</a:t>
            </a:r>
          </a:p>
        </p:txBody>
      </p:sp>
      <p:sp>
        <p:nvSpPr>
          <p:cNvPr id="16" name="">
            <a:extLst xmlns:a="http://schemas.openxmlformats.org/drawingml/2006/main">
              <a:ext uri="{FF2B5EF4-FFF2-40B4-BE49-F238E27FC236}">
                <a16:creationId xmlns:a16="http://schemas.microsoft.com/office/drawing/2014/main" id="{2934985C-04A3-4511-B9BB-74A156DF5A3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5CE409A-BF55-4BBF-9713-0E870533622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615C5123-6047-49F0-8E15-26EAD43430D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65003737"/>
      </p:ext>
    </p:extLst>
  </p:cSld>
</p:sld>
</file>

<file path=ppt/slides/slide3.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DC4B4CC-C5BD-4015-A39B-F1E458E30DE3}"/>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Cops and robbers</a:t>
            </a:r>
          </a:p>
        </p:txBody>
      </p:sp>
      <p:sp>
        <p:nvSpPr>
          <p:cNvPr id="2" name="">
            <a:extLst xmlns:a="http://schemas.openxmlformats.org/drawingml/2006/main">
              <a:ext uri="{FF2B5EF4-FFF2-40B4-BE49-F238E27FC236}">
                <a16:creationId xmlns:a16="http://schemas.microsoft.com/office/drawing/2014/main" id="{A7E9E724-A5CB-4883-AF30-389C8C467E7C}"/>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17EA8003-51EF-4FC4-8522-CEB9A903D7B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727240-A969-49F7-B935-9DA53D049C9F}"/>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419670C9-AED1-4198-9335-545859F5BD01}"/>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C12B61E7-0C83-40B4-9D54-991616B6815E}"/>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18B02E81-B434-4542-ADAA-E2BC82AB18F9}"/>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71DA34A-3EF0-491F-B089-775731844007}"/>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810D4ED0-6C0F-446C-9333-314436B93A3D}"/>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My recall</a:t>
            </a:r>
          </a:p>
        </p:txBody>
      </p:sp>
      <p:sp>
        <p:nvSpPr>
          <p:cNvPr id="10" name="">
            <a:extLst xmlns:a="http://schemas.openxmlformats.org/drawingml/2006/main">
              <a:ext uri="{FF2B5EF4-FFF2-40B4-BE49-F238E27FC236}">
                <a16:creationId xmlns:a16="http://schemas.microsoft.com/office/drawing/2014/main" id="{AA4C2EC3-EA44-4D11-8AED-8A0049BC0A1D}"/>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independent recall focus]</a:t>
            </a:r>
          </a:p>
        </p:txBody>
      </p:sp>
      <p:sp>
        <p:nvSpPr>
          <p:cNvPr id="11" name="">
            <a:extLst xmlns:a="http://schemas.openxmlformats.org/drawingml/2006/main">
              <a:ext uri="{FF2B5EF4-FFF2-40B4-BE49-F238E27FC236}">
                <a16:creationId xmlns:a16="http://schemas.microsoft.com/office/drawing/2014/main" id="{B187E39C-BD6F-4C9A-862A-E65F34433EE6}"/>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350EF7B1-4286-4552-9018-DA62C364368B}"/>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095964E-4C0F-4A89-BC4A-4D18EE001C3C}"/>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D79CAE27-31C3-4781-BDEA-A4B03D3C5651}"/>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From peers</a:t>
            </a:r>
          </a:p>
        </p:txBody>
      </p:sp>
      <p:sp>
        <p:nvSpPr>
          <p:cNvPr id="15" name="">
            <a:extLst xmlns:a="http://schemas.openxmlformats.org/drawingml/2006/main">
              <a:ext uri="{FF2B5EF4-FFF2-40B4-BE49-F238E27FC236}">
                <a16:creationId xmlns:a16="http://schemas.microsoft.com/office/drawing/2014/main" id="{A78E290A-A94C-4325-B609-3A60BA187B34}"/>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sharing instructions]</a:t>
            </a:r>
          </a:p>
        </p:txBody>
      </p:sp>
      <p:sp>
        <p:nvSpPr>
          <p:cNvPr id="16" name="">
            <a:extLst xmlns:a="http://schemas.openxmlformats.org/drawingml/2006/main">
              <a:ext uri="{FF2B5EF4-FFF2-40B4-BE49-F238E27FC236}">
                <a16:creationId xmlns:a16="http://schemas.microsoft.com/office/drawing/2014/main" id="{DC94CB9B-8838-46BA-9D58-4FDB8BC1389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AB36D83-45E9-4DF0-8F35-E840EB1DA50B}"/>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C8FAFD3B-A9EE-42B1-8B6D-CE5A0B823C4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691838274"/>
      </p:ext>
    </p:extLst>
  </p:cSld>
</p:sld>
</file>

<file path=ppt/slides/slide4.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E2BBAE02-A42E-418F-A476-43710D3050E3}"/>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challenge grid</a:t>
            </a:r>
          </a:p>
        </p:txBody>
      </p:sp>
      <p:sp>
        <p:nvSpPr>
          <p:cNvPr id="2" name="">
            <a:extLst xmlns:a="http://schemas.openxmlformats.org/drawingml/2006/main">
              <a:ext uri="{FF2B5EF4-FFF2-40B4-BE49-F238E27FC236}">
                <a16:creationId xmlns:a16="http://schemas.microsoft.com/office/drawing/2014/main" id="{45E27243-9E36-48F8-B2DB-9626A3BC480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6D5854DB-D2A8-4C4A-BACE-890F36C6A4B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B9D28B-7D79-43D2-A08B-5DA0112E2ACE}"/>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9F08B302-D73A-4BA4-B489-89A91A97B996}"/>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57634DC5-2EE1-4EA9-865E-1CE3E1C673F2}"/>
              </a:ext>
            </a:extLst>
          </p:cNvPr>
          <p:cNvSpPr>
            <a:spLocks xmlns:a="http://schemas.openxmlformats.org/drawingml/2006/main" noGrp="1"/>
          </p:cNvSpPr>
          <p:nvPr/>
        </p:nvSpPr>
        <p:spPr>
          <a:xfrm xmlns:a="http://schemas.openxmlformats.org/drawingml/2006/main">
            <a:off x="6096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2A729403-A7EB-4868-9E09-61E9902DE8ED}"/>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1CA030-EA90-46C7-8C77-20F07F5970BA}"/>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C11CB193-2B85-4CCD-A879-501B63C28BC4}"/>
              </a:ext>
            </a:extLst>
          </p:cNvPr>
          <p:cNvSpPr>
            <a:spLocks xmlns:a="http://schemas.openxmlformats.org/drawingml/2006/main" noGrp="1"/>
          </p:cNvSpPr>
          <p:nvPr/>
        </p:nvSpPr>
        <p:spPr>
          <a:xfrm xmlns:a="http://schemas.openxmlformats.org/drawingml/2006/main">
            <a:off x="13525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lesson</a:t>
            </a:r>
          </a:p>
        </p:txBody>
      </p:sp>
      <p:sp>
        <p:nvSpPr>
          <p:cNvPr id="10" name="">
            <a:extLst xmlns:a="http://schemas.openxmlformats.org/drawingml/2006/main">
              <a:ext uri="{FF2B5EF4-FFF2-40B4-BE49-F238E27FC236}">
                <a16:creationId xmlns:a16="http://schemas.microsoft.com/office/drawing/2014/main" id="{CBF41510-C643-49FA-AA93-B54641EC2ED5}"/>
              </a:ext>
            </a:extLst>
          </p:cNvPr>
          <p:cNvSpPr>
            <a:spLocks xmlns:a="http://schemas.openxmlformats.org/drawingml/2006/main" noGrp="1"/>
          </p:cNvSpPr>
          <p:nvPr/>
        </p:nvSpPr>
        <p:spPr>
          <a:xfrm xmlns:a="http://schemas.openxmlformats.org/drawingml/2006/main">
            <a:off x="8191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E5639D9C-A5EA-43B5-A7DF-5D74E2D41E1E}"/>
              </a:ext>
            </a:extLst>
          </p:cNvPr>
          <p:cNvSpPr>
            <a:spLocks xmlns:a="http://schemas.openxmlformats.org/drawingml/2006/main" noGrp="1"/>
          </p:cNvSpPr>
          <p:nvPr/>
        </p:nvSpPr>
        <p:spPr>
          <a:xfrm xmlns:a="http://schemas.openxmlformats.org/drawingml/2006/main">
            <a:off x="4324350" y="224790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8F8DC454-0BFA-48DD-BE32-8E8F91E41F13}"/>
              </a:ext>
            </a:extLst>
          </p:cNvPr>
          <p:cNvSpPr>
            <a:spLocks xmlns:a="http://schemas.openxmlformats.org/drawingml/2006/main" noGrp="1"/>
          </p:cNvSpPr>
          <p:nvPr/>
        </p:nvSpPr>
        <p:spPr>
          <a:xfrm xmlns:a="http://schemas.openxmlformats.org/drawingml/2006/main">
            <a:off x="451485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EB7CB0-1C99-4956-B9AB-B342853FAAE1}"/>
              </a:ext>
            </a:extLst>
          </p:cNvPr>
          <p:cNvSpPr>
            <a:spLocks xmlns:a="http://schemas.openxmlformats.org/drawingml/2006/main" noGrp="1"/>
          </p:cNvSpPr>
          <p:nvPr/>
        </p:nvSpPr>
        <p:spPr>
          <a:xfrm xmlns:a="http://schemas.openxmlformats.org/drawingml/2006/main">
            <a:off x="457200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82EDB737-507B-4B02-9DBE-4CA41E85E0B9}"/>
              </a:ext>
            </a:extLst>
          </p:cNvPr>
          <p:cNvSpPr>
            <a:spLocks xmlns:a="http://schemas.openxmlformats.org/drawingml/2006/main" noGrp="1"/>
          </p:cNvSpPr>
          <p:nvPr/>
        </p:nvSpPr>
        <p:spPr>
          <a:xfrm xmlns:a="http://schemas.openxmlformats.org/drawingml/2006/main">
            <a:off x="506730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week</a:t>
            </a:r>
          </a:p>
        </p:txBody>
      </p:sp>
      <p:sp>
        <p:nvSpPr>
          <p:cNvPr id="15" name="">
            <a:extLst xmlns:a="http://schemas.openxmlformats.org/drawingml/2006/main">
              <a:ext uri="{FF2B5EF4-FFF2-40B4-BE49-F238E27FC236}">
                <a16:creationId xmlns:a16="http://schemas.microsoft.com/office/drawing/2014/main" id="{795B61F4-6C55-422F-B869-0168644A207E}"/>
              </a:ext>
            </a:extLst>
          </p:cNvPr>
          <p:cNvSpPr>
            <a:spLocks xmlns:a="http://schemas.openxmlformats.org/drawingml/2006/main" noGrp="1"/>
          </p:cNvSpPr>
          <p:nvPr/>
        </p:nvSpPr>
        <p:spPr>
          <a:xfrm xmlns:a="http://schemas.openxmlformats.org/drawingml/2006/main">
            <a:off x="453390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6" name="">
            <a:extLst xmlns:a="http://schemas.openxmlformats.org/drawingml/2006/main">
              <a:ext uri="{FF2B5EF4-FFF2-40B4-BE49-F238E27FC236}">
                <a16:creationId xmlns:a16="http://schemas.microsoft.com/office/drawing/2014/main" id="{011A5116-9206-43BC-801B-8899F89B0EE4}"/>
              </a:ext>
            </a:extLst>
          </p:cNvPr>
          <p:cNvSpPr>
            <a:spLocks xmlns:a="http://schemas.openxmlformats.org/drawingml/2006/main" noGrp="1"/>
          </p:cNvSpPr>
          <p:nvPr/>
        </p:nvSpPr>
        <p:spPr>
          <a:xfrm xmlns:a="http://schemas.openxmlformats.org/drawingml/2006/main">
            <a:off x="80391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1E61C8D6-8F5D-4291-B5DC-86127F1D5A3A}"/>
              </a:ext>
            </a:extLst>
          </p:cNvPr>
          <p:cNvSpPr>
            <a:spLocks xmlns:a="http://schemas.openxmlformats.org/drawingml/2006/main" noGrp="1"/>
          </p:cNvSpPr>
          <p:nvPr/>
        </p:nvSpPr>
        <p:spPr>
          <a:xfrm xmlns:a="http://schemas.openxmlformats.org/drawingml/2006/main">
            <a:off x="82296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2260840-8545-47F3-81BB-6C12BC47417A}"/>
              </a:ext>
            </a:extLst>
          </p:cNvPr>
          <p:cNvSpPr>
            <a:spLocks xmlns:a="http://schemas.openxmlformats.org/drawingml/2006/main" noGrp="1"/>
          </p:cNvSpPr>
          <p:nvPr/>
        </p:nvSpPr>
        <p:spPr>
          <a:xfrm xmlns:a="http://schemas.openxmlformats.org/drawingml/2006/main">
            <a:off x="82867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9D8540B0-E51D-4420-A5FD-41064C4D6F5B}"/>
              </a:ext>
            </a:extLst>
          </p:cNvPr>
          <p:cNvSpPr>
            <a:spLocks xmlns:a="http://schemas.openxmlformats.org/drawingml/2006/main" noGrp="1"/>
          </p:cNvSpPr>
          <p:nvPr/>
        </p:nvSpPr>
        <p:spPr>
          <a:xfrm xmlns:a="http://schemas.openxmlformats.org/drawingml/2006/main">
            <a:off x="87820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Earlier learning</a:t>
            </a:r>
          </a:p>
        </p:txBody>
      </p:sp>
      <p:sp>
        <p:nvSpPr>
          <p:cNvPr id="20" name="">
            <a:extLst xmlns:a="http://schemas.openxmlformats.org/drawingml/2006/main">
              <a:ext uri="{FF2B5EF4-FFF2-40B4-BE49-F238E27FC236}">
                <a16:creationId xmlns:a16="http://schemas.microsoft.com/office/drawing/2014/main" id="{2831C406-8371-4455-B2EC-D8976A484CAC}"/>
              </a:ext>
            </a:extLst>
          </p:cNvPr>
          <p:cNvSpPr>
            <a:spLocks xmlns:a="http://schemas.openxmlformats.org/drawingml/2006/main" noGrp="1"/>
          </p:cNvSpPr>
          <p:nvPr/>
        </p:nvSpPr>
        <p:spPr>
          <a:xfrm xmlns:a="http://schemas.openxmlformats.org/drawingml/2006/main">
            <a:off x="82486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1" name="">
            <a:extLst xmlns:a="http://schemas.openxmlformats.org/drawingml/2006/main">
              <a:ext uri="{FF2B5EF4-FFF2-40B4-BE49-F238E27FC236}">
                <a16:creationId xmlns:a16="http://schemas.microsoft.com/office/drawing/2014/main" id="{DD023A83-F7ED-44B9-81FA-51C04E0CD911}"/>
              </a:ext>
            </a:extLst>
          </p:cNvPr>
          <p:cNvSpPr>
            <a:spLocks xmlns:a="http://schemas.openxmlformats.org/drawingml/2006/main" noGrp="1"/>
          </p:cNvSpPr>
          <p:nvPr/>
        </p:nvSpPr>
        <p:spPr>
          <a:xfrm xmlns:a="http://schemas.openxmlformats.org/drawingml/2006/main">
            <a:off x="6096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141AE5B8-9C3E-4CA6-A4EC-87629B3DF3DD}"/>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6254626-9EBC-45A5-BF48-62B37A7668D8}"/>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28A649DB-D43A-43A1-A20A-90A1CB30418E}"/>
              </a:ext>
            </a:extLst>
          </p:cNvPr>
          <p:cNvSpPr>
            <a:spLocks xmlns:a="http://schemas.openxmlformats.org/drawingml/2006/main" noGrp="1"/>
          </p:cNvSpPr>
          <p:nvPr/>
        </p:nvSpPr>
        <p:spPr>
          <a:xfrm xmlns:a="http://schemas.openxmlformats.org/drawingml/2006/main">
            <a:off x="13525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lesson</a:t>
            </a:r>
          </a:p>
        </p:txBody>
      </p:sp>
      <p:sp>
        <p:nvSpPr>
          <p:cNvPr id="25" name="">
            <a:extLst xmlns:a="http://schemas.openxmlformats.org/drawingml/2006/main">
              <a:ext uri="{FF2B5EF4-FFF2-40B4-BE49-F238E27FC236}">
                <a16:creationId xmlns:a16="http://schemas.microsoft.com/office/drawing/2014/main" id="{42D86831-CABF-48EE-9345-51135BBE8960}"/>
              </a:ext>
            </a:extLst>
          </p:cNvPr>
          <p:cNvSpPr>
            <a:spLocks xmlns:a="http://schemas.openxmlformats.org/drawingml/2006/main" noGrp="1"/>
          </p:cNvSpPr>
          <p:nvPr/>
        </p:nvSpPr>
        <p:spPr>
          <a:xfrm xmlns:a="http://schemas.openxmlformats.org/drawingml/2006/main">
            <a:off x="8191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6" name="">
            <a:extLst xmlns:a="http://schemas.openxmlformats.org/drawingml/2006/main">
              <a:ext uri="{FF2B5EF4-FFF2-40B4-BE49-F238E27FC236}">
                <a16:creationId xmlns:a16="http://schemas.microsoft.com/office/drawing/2014/main" id="{E4B51D97-75CC-4B20-88D3-0F61F87B509E}"/>
              </a:ext>
            </a:extLst>
          </p:cNvPr>
          <p:cNvSpPr>
            <a:spLocks xmlns:a="http://schemas.openxmlformats.org/drawingml/2006/main" noGrp="1"/>
          </p:cNvSpPr>
          <p:nvPr/>
        </p:nvSpPr>
        <p:spPr>
          <a:xfrm xmlns:a="http://schemas.openxmlformats.org/drawingml/2006/main">
            <a:off x="4324350" y="401955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7" name="">
            <a:extLst xmlns:a="http://schemas.openxmlformats.org/drawingml/2006/main">
              <a:ext uri="{FF2B5EF4-FFF2-40B4-BE49-F238E27FC236}">
                <a16:creationId xmlns:a16="http://schemas.microsoft.com/office/drawing/2014/main" id="{31CCB655-B5E4-45DC-B71C-DE58CAB0D3F4}"/>
              </a:ext>
            </a:extLst>
          </p:cNvPr>
          <p:cNvSpPr>
            <a:spLocks xmlns:a="http://schemas.openxmlformats.org/drawingml/2006/main" noGrp="1"/>
          </p:cNvSpPr>
          <p:nvPr/>
        </p:nvSpPr>
        <p:spPr>
          <a:xfrm xmlns:a="http://schemas.openxmlformats.org/drawingml/2006/main">
            <a:off x="451485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CDA7782B-D419-4DAE-BE3B-2CA0142C3191}"/>
              </a:ext>
            </a:extLst>
          </p:cNvPr>
          <p:cNvSpPr>
            <a:spLocks xmlns:a="http://schemas.openxmlformats.org/drawingml/2006/main" noGrp="1"/>
          </p:cNvSpPr>
          <p:nvPr/>
        </p:nvSpPr>
        <p:spPr>
          <a:xfrm xmlns:a="http://schemas.openxmlformats.org/drawingml/2006/main">
            <a:off x="457200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05</a:t>
            </a:r>
          </a:p>
        </p:txBody>
      </p:sp>
      <p:sp>
        <p:nvSpPr>
          <p:cNvPr id="29" name="">
            <a:extLst xmlns:a="http://schemas.openxmlformats.org/drawingml/2006/main">
              <a:ext uri="{FF2B5EF4-FFF2-40B4-BE49-F238E27FC236}">
                <a16:creationId xmlns:a16="http://schemas.microsoft.com/office/drawing/2014/main" id="{238C64B5-BABA-40F6-81C5-2F5D5A33A514}"/>
              </a:ext>
            </a:extLst>
          </p:cNvPr>
          <p:cNvSpPr>
            <a:spLocks xmlns:a="http://schemas.openxmlformats.org/drawingml/2006/main" noGrp="1"/>
          </p:cNvSpPr>
          <p:nvPr/>
        </p:nvSpPr>
        <p:spPr>
          <a:xfrm xmlns:a="http://schemas.openxmlformats.org/drawingml/2006/main">
            <a:off x="506730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week</a:t>
            </a:r>
          </a:p>
        </p:txBody>
      </p:sp>
      <p:sp>
        <p:nvSpPr>
          <p:cNvPr id="30" name="">
            <a:extLst xmlns:a="http://schemas.openxmlformats.org/drawingml/2006/main">
              <a:ext uri="{FF2B5EF4-FFF2-40B4-BE49-F238E27FC236}">
                <a16:creationId xmlns:a16="http://schemas.microsoft.com/office/drawing/2014/main" id="{E2BCD399-7F5A-45D9-84E5-0FCE4B234D94}"/>
              </a:ext>
            </a:extLst>
          </p:cNvPr>
          <p:cNvSpPr>
            <a:spLocks xmlns:a="http://schemas.openxmlformats.org/drawingml/2006/main" noGrp="1"/>
          </p:cNvSpPr>
          <p:nvPr/>
        </p:nvSpPr>
        <p:spPr>
          <a:xfrm xmlns:a="http://schemas.openxmlformats.org/drawingml/2006/main">
            <a:off x="453390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1" name="">
            <a:extLst xmlns:a="http://schemas.openxmlformats.org/drawingml/2006/main">
              <a:ext uri="{FF2B5EF4-FFF2-40B4-BE49-F238E27FC236}">
                <a16:creationId xmlns:a16="http://schemas.microsoft.com/office/drawing/2014/main" id="{EFCC0C14-3C6D-4C64-8467-E8B2DF7B7E03}"/>
              </a:ext>
            </a:extLst>
          </p:cNvPr>
          <p:cNvSpPr>
            <a:spLocks xmlns:a="http://schemas.openxmlformats.org/drawingml/2006/main" noGrp="1"/>
          </p:cNvSpPr>
          <p:nvPr/>
        </p:nvSpPr>
        <p:spPr>
          <a:xfrm xmlns:a="http://schemas.openxmlformats.org/drawingml/2006/main">
            <a:off x="80391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32" name="">
            <a:extLst xmlns:a="http://schemas.openxmlformats.org/drawingml/2006/main">
              <a:ext uri="{FF2B5EF4-FFF2-40B4-BE49-F238E27FC236}">
                <a16:creationId xmlns:a16="http://schemas.microsoft.com/office/drawing/2014/main" id="{6B657ACB-2C06-49F2-A074-56441750C2E8}"/>
              </a:ext>
            </a:extLst>
          </p:cNvPr>
          <p:cNvSpPr>
            <a:spLocks xmlns:a="http://schemas.openxmlformats.org/drawingml/2006/main" noGrp="1"/>
          </p:cNvSpPr>
          <p:nvPr/>
        </p:nvSpPr>
        <p:spPr>
          <a:xfrm xmlns:a="http://schemas.openxmlformats.org/drawingml/2006/main">
            <a:off x="82296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82B6024C-5D99-4B2C-8CDD-DBF17636A70E}"/>
              </a:ext>
            </a:extLst>
          </p:cNvPr>
          <p:cNvSpPr>
            <a:spLocks xmlns:a="http://schemas.openxmlformats.org/drawingml/2006/main" noGrp="1"/>
          </p:cNvSpPr>
          <p:nvPr/>
        </p:nvSpPr>
        <p:spPr>
          <a:xfrm xmlns:a="http://schemas.openxmlformats.org/drawingml/2006/main">
            <a:off x="82867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06</a:t>
            </a:r>
          </a:p>
        </p:txBody>
      </p:sp>
      <p:sp>
        <p:nvSpPr>
          <p:cNvPr id="34" name="">
            <a:extLst xmlns:a="http://schemas.openxmlformats.org/drawingml/2006/main">
              <a:ext uri="{FF2B5EF4-FFF2-40B4-BE49-F238E27FC236}">
                <a16:creationId xmlns:a16="http://schemas.microsoft.com/office/drawing/2014/main" id="{DE8F4061-D556-4F1F-A14A-A7BD9F778A11}"/>
              </a:ext>
            </a:extLst>
          </p:cNvPr>
          <p:cNvSpPr>
            <a:spLocks xmlns:a="http://schemas.openxmlformats.org/drawingml/2006/main" noGrp="1"/>
          </p:cNvSpPr>
          <p:nvPr/>
        </p:nvSpPr>
        <p:spPr>
          <a:xfrm xmlns:a="http://schemas.openxmlformats.org/drawingml/2006/main">
            <a:off x="87820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Earlier learning</a:t>
            </a:r>
          </a:p>
        </p:txBody>
      </p:sp>
      <p:sp>
        <p:nvSpPr>
          <p:cNvPr id="35" name="">
            <a:extLst xmlns:a="http://schemas.openxmlformats.org/drawingml/2006/main">
              <a:ext uri="{FF2B5EF4-FFF2-40B4-BE49-F238E27FC236}">
                <a16:creationId xmlns:a16="http://schemas.microsoft.com/office/drawing/2014/main" id="{0A2439D2-42D5-4052-A061-5E8E4097DF46}"/>
              </a:ext>
            </a:extLst>
          </p:cNvPr>
          <p:cNvSpPr>
            <a:spLocks xmlns:a="http://schemas.openxmlformats.org/drawingml/2006/main" noGrp="1"/>
          </p:cNvSpPr>
          <p:nvPr/>
        </p:nvSpPr>
        <p:spPr>
          <a:xfrm xmlns:a="http://schemas.openxmlformats.org/drawingml/2006/main">
            <a:off x="82486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6" name="">
            <a:extLst xmlns:a="http://schemas.openxmlformats.org/drawingml/2006/main">
              <a:ext uri="{FF2B5EF4-FFF2-40B4-BE49-F238E27FC236}">
                <a16:creationId xmlns:a16="http://schemas.microsoft.com/office/drawing/2014/main" id="{65006D97-FC1C-4F3F-9723-12EF224D5FB6}"/>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BF029D17-2407-4561-A7C3-59E7A77EFE34}"/>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8" name="">
            <a:extLst xmlns:a="http://schemas.openxmlformats.org/drawingml/2006/main">
              <a:ext uri="{FF2B5EF4-FFF2-40B4-BE49-F238E27FC236}">
                <a16:creationId xmlns:a16="http://schemas.microsoft.com/office/drawing/2014/main" id="{A414D58D-12C7-451C-9E47-AED7093075A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229861586"/>
      </p:ext>
    </p:extLst>
  </p:cSld>
</p:sld>
</file>

<file path=ppt/slides/slide5.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960B0DB-116C-4FC1-A107-597C1CFA11B7}"/>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Quiz–Quiz–Trade</a:t>
            </a:r>
          </a:p>
        </p:txBody>
      </p:sp>
      <p:sp>
        <p:nvSpPr>
          <p:cNvPr id="2" name="">
            <a:extLst xmlns:a="http://schemas.openxmlformats.org/drawingml/2006/main">
              <a:ext uri="{FF2B5EF4-FFF2-40B4-BE49-F238E27FC236}">
                <a16:creationId xmlns:a16="http://schemas.microsoft.com/office/drawing/2014/main" id="{B8C649AB-7AF3-4301-AA4A-4719889CCFA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A167679-68C0-4E05-9D0A-65B4AA00734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5EA7D4-CA7A-4BEF-867B-AEC1EA105E4B}"/>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E3D60F7D-A138-4A8C-A047-C4648AA4B55A}"/>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45C34636-F96B-450E-B53B-507B8955EEA9}"/>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BAB090B0-F8F2-46B6-9763-2692CA2E6A40}"/>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94DB12F-3945-4123-8EC7-51A4F39A5A23}"/>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B197B807-9949-4160-971D-F2F875D847E6}"/>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side</a:t>
            </a:r>
          </a:p>
        </p:txBody>
      </p:sp>
      <p:sp>
        <p:nvSpPr>
          <p:cNvPr id="10" name="">
            <a:extLst xmlns:a="http://schemas.openxmlformats.org/drawingml/2006/main">
              <a:ext uri="{FF2B5EF4-FFF2-40B4-BE49-F238E27FC236}">
                <a16:creationId xmlns:a16="http://schemas.microsoft.com/office/drawing/2014/main" id="{D85ED923-78DA-438C-B1BA-3634D56D762F}"/>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526C3BA9-D6B3-4E4B-B5CA-BCBDB6ADD871}"/>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04C74A52-74E6-4240-9A3E-16A5468E554A}"/>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D9FF9B-9840-4D58-882D-23EFEB749B14}"/>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18CF8332-128E-4A20-AD9A-F41BAE894BFF}"/>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Answer side</a:t>
            </a:r>
          </a:p>
        </p:txBody>
      </p:sp>
      <p:sp>
        <p:nvSpPr>
          <p:cNvPr id="15" name="">
            <a:extLst xmlns:a="http://schemas.openxmlformats.org/drawingml/2006/main">
              <a:ext uri="{FF2B5EF4-FFF2-40B4-BE49-F238E27FC236}">
                <a16:creationId xmlns:a16="http://schemas.microsoft.com/office/drawing/2014/main" id="{4DEF900A-DAC3-4D5C-8027-1A2A4FAA1E73}"/>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checked answer]</a:t>
            </a:r>
          </a:p>
        </p:txBody>
      </p:sp>
      <p:sp>
        <p:nvSpPr>
          <p:cNvPr id="16" name="">
            <a:extLst xmlns:a="http://schemas.openxmlformats.org/drawingml/2006/main">
              <a:ext uri="{FF2B5EF4-FFF2-40B4-BE49-F238E27FC236}">
                <a16:creationId xmlns:a16="http://schemas.microsoft.com/office/drawing/2014/main" id="{971AA990-C062-4423-863F-29C972514106}"/>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4FDB424-18F1-4ADC-962E-9CF5C15F042F}"/>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478EC6D9-2FA3-4B94-BC29-6A916A24F9F6}"/>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69132744"/>
      </p:ext>
    </p:extLst>
  </p:cSld>
</p:sld>
</file>

<file path=ppt/slides/slide6.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57FD904-9475-4233-A3AE-FDA809A391C5}"/>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Roulette</a:t>
            </a:r>
          </a:p>
        </p:txBody>
      </p:sp>
      <p:sp>
        <p:nvSpPr>
          <p:cNvPr id="2" name="">
            <a:extLst xmlns:a="http://schemas.openxmlformats.org/drawingml/2006/main">
              <a:ext uri="{FF2B5EF4-FFF2-40B4-BE49-F238E27FC236}">
                <a16:creationId xmlns:a16="http://schemas.microsoft.com/office/drawing/2014/main" id="{DAAC5D83-443F-4759-9A91-0B31D7AB7342}"/>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0FF2D8D-2F2F-46F9-9144-6D71473A019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331510-DDD5-4B6F-ABA0-F9B952129C6C}"/>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4A9E6791-1294-4D20-8BD4-EBBE6D6F4976}"/>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63DED87D-804D-4588-99C8-A419F2D10F7D}"/>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7072A3FB-B208-433E-89D5-F2D6D6DD54E4}"/>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6CDBC9-70A1-4A1C-B5C1-1632161EB5E0}"/>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56C845D2-0182-4059-8566-2E23D4A15147}"/>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1</a:t>
            </a:r>
          </a:p>
        </p:txBody>
      </p:sp>
      <p:sp>
        <p:nvSpPr>
          <p:cNvPr id="10" name="">
            <a:extLst xmlns:a="http://schemas.openxmlformats.org/drawingml/2006/main">
              <a:ext uri="{FF2B5EF4-FFF2-40B4-BE49-F238E27FC236}">
                <a16:creationId xmlns:a16="http://schemas.microsoft.com/office/drawing/2014/main" id="{A8175731-E28C-4540-980E-0463F2A8862C}"/>
              </a:ext>
            </a:extLst>
          </p:cNvPr>
          <p:cNvSpPr>
            <a:spLocks xmlns:a="http://schemas.openxmlformats.org/drawingml/2006/main" noGrp="1"/>
          </p:cNvSpPr>
          <p:nvPr/>
        </p:nvSpPr>
        <p:spPr>
          <a:xfrm xmlns:a="http://schemas.openxmlformats.org/drawingml/2006/main">
            <a:off x="819150"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11" name="">
            <a:extLst xmlns:a="http://schemas.openxmlformats.org/drawingml/2006/main">
              <a:ext uri="{FF2B5EF4-FFF2-40B4-BE49-F238E27FC236}">
                <a16:creationId xmlns:a16="http://schemas.microsoft.com/office/drawing/2014/main" id="{38A73EFF-F3FC-495C-B2EC-DB57AD74C5B5}"/>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24BB038C-EA93-4862-A0CA-D21C0693F1A2}"/>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D60B5B-600E-4B16-A71D-9E1FF21B251D}"/>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E56FE262-374F-4541-B3D7-12DB23C69295}"/>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2</a:t>
            </a:r>
          </a:p>
        </p:txBody>
      </p:sp>
      <p:sp>
        <p:nvSpPr>
          <p:cNvPr id="15" name="">
            <a:extLst xmlns:a="http://schemas.openxmlformats.org/drawingml/2006/main">
              <a:ext uri="{FF2B5EF4-FFF2-40B4-BE49-F238E27FC236}">
                <a16:creationId xmlns:a16="http://schemas.microsoft.com/office/drawing/2014/main" id="{F79C35F5-1D7B-4B1B-BB0B-AAD1216CAA7A}"/>
              </a:ext>
            </a:extLst>
          </p:cNvPr>
          <p:cNvSpPr>
            <a:spLocks xmlns:a="http://schemas.openxmlformats.org/drawingml/2006/main" noGrp="1"/>
          </p:cNvSpPr>
          <p:nvPr/>
        </p:nvSpPr>
        <p:spPr>
          <a:xfrm xmlns:a="http://schemas.openxmlformats.org/drawingml/2006/main">
            <a:off x="6391275"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16" name="">
            <a:extLst xmlns:a="http://schemas.openxmlformats.org/drawingml/2006/main">
              <a:ext uri="{FF2B5EF4-FFF2-40B4-BE49-F238E27FC236}">
                <a16:creationId xmlns:a16="http://schemas.microsoft.com/office/drawing/2014/main" id="{E6DEAE08-2282-417B-B023-EE3700935117}"/>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DBACF712-721E-4A45-87DD-C436E5B6BDE5}"/>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65EDD95-C9C4-4622-9073-C999AE69B8EB}"/>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61D8A381-B96E-4C54-926A-5142B7BCAA3A}"/>
              </a:ext>
            </a:extLst>
          </p:cNvPr>
          <p:cNvSpPr>
            <a:spLocks xmlns:a="http://schemas.openxmlformats.org/drawingml/2006/main" noGrp="1"/>
          </p:cNvSpPr>
          <p:nvPr/>
        </p:nvSpPr>
        <p:spPr>
          <a:xfrm xmlns:a="http://schemas.openxmlformats.org/drawingml/2006/main">
            <a:off x="1352550"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3</a:t>
            </a:r>
          </a:p>
        </p:txBody>
      </p:sp>
      <p:sp>
        <p:nvSpPr>
          <p:cNvPr id="20" name="">
            <a:extLst xmlns:a="http://schemas.openxmlformats.org/drawingml/2006/main">
              <a:ext uri="{FF2B5EF4-FFF2-40B4-BE49-F238E27FC236}">
                <a16:creationId xmlns:a16="http://schemas.microsoft.com/office/drawing/2014/main" id="{2A44B919-CFE6-4C86-9513-48AE86D9E271}"/>
              </a:ext>
            </a:extLst>
          </p:cNvPr>
          <p:cNvSpPr>
            <a:spLocks xmlns:a="http://schemas.openxmlformats.org/drawingml/2006/main" noGrp="1"/>
          </p:cNvSpPr>
          <p:nvPr/>
        </p:nvSpPr>
        <p:spPr>
          <a:xfrm xmlns:a="http://schemas.openxmlformats.org/drawingml/2006/main">
            <a:off x="819150"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21" name="">
            <a:extLst xmlns:a="http://schemas.openxmlformats.org/drawingml/2006/main">
              <a:ext uri="{FF2B5EF4-FFF2-40B4-BE49-F238E27FC236}">
                <a16:creationId xmlns:a16="http://schemas.microsoft.com/office/drawing/2014/main" id="{9B965FDA-D1DC-47A7-B1E0-7BD57D910A3C}"/>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0D0EB753-EB52-4D9E-A7E4-C4202468EB53}"/>
              </a:ext>
            </a:extLst>
          </p:cNvPr>
          <p:cNvSpPr>
            <a:spLocks xmlns:a="http://schemas.openxmlformats.org/drawingml/2006/main" noGrp="1"/>
          </p:cNvSpPr>
          <p:nvPr/>
        </p:nvSpPr>
        <p:spPr>
          <a:xfrm xmlns:a="http://schemas.openxmlformats.org/drawingml/2006/main">
            <a:off x="6372225"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475406F-E656-4E3D-B9DA-92FCE7D86E73}"/>
              </a:ext>
            </a:extLst>
          </p:cNvPr>
          <p:cNvSpPr>
            <a:spLocks xmlns:a="http://schemas.openxmlformats.org/drawingml/2006/main" noGrp="1"/>
          </p:cNvSpPr>
          <p:nvPr/>
        </p:nvSpPr>
        <p:spPr>
          <a:xfrm xmlns:a="http://schemas.openxmlformats.org/drawingml/2006/main">
            <a:off x="6429375"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3639F398-C627-48B0-A708-CBD6B5563C7B}"/>
              </a:ext>
            </a:extLst>
          </p:cNvPr>
          <p:cNvSpPr>
            <a:spLocks xmlns:a="http://schemas.openxmlformats.org/drawingml/2006/main" noGrp="1"/>
          </p:cNvSpPr>
          <p:nvPr/>
        </p:nvSpPr>
        <p:spPr>
          <a:xfrm xmlns:a="http://schemas.openxmlformats.org/drawingml/2006/main">
            <a:off x="6924675"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4</a:t>
            </a:r>
          </a:p>
        </p:txBody>
      </p:sp>
      <p:sp>
        <p:nvSpPr>
          <p:cNvPr id="25" name="">
            <a:extLst xmlns:a="http://schemas.openxmlformats.org/drawingml/2006/main">
              <a:ext uri="{FF2B5EF4-FFF2-40B4-BE49-F238E27FC236}">
                <a16:creationId xmlns:a16="http://schemas.microsoft.com/office/drawing/2014/main" id="{B953AD76-95A4-4198-906D-EDF0B8AC78B5}"/>
              </a:ext>
            </a:extLst>
          </p:cNvPr>
          <p:cNvSpPr>
            <a:spLocks xmlns:a="http://schemas.openxmlformats.org/drawingml/2006/main" noGrp="1"/>
          </p:cNvSpPr>
          <p:nvPr/>
        </p:nvSpPr>
        <p:spPr>
          <a:xfrm xmlns:a="http://schemas.openxmlformats.org/drawingml/2006/main">
            <a:off x="6391275"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26" name="">
            <a:extLst xmlns:a="http://schemas.openxmlformats.org/drawingml/2006/main">
              <a:ext uri="{FF2B5EF4-FFF2-40B4-BE49-F238E27FC236}">
                <a16:creationId xmlns:a16="http://schemas.microsoft.com/office/drawing/2014/main" id="{EFF21504-660D-4FC0-9598-2F3F3B5467E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BB5F296-B4CB-44A9-877F-FE320122B5EC}"/>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8" name="">
            <a:extLst xmlns:a="http://schemas.openxmlformats.org/drawingml/2006/main">
              <a:ext uri="{FF2B5EF4-FFF2-40B4-BE49-F238E27FC236}">
                <a16:creationId xmlns:a16="http://schemas.microsoft.com/office/drawing/2014/main" id="{2C5EFD5B-0AAC-42C1-9FC5-05C9536277BA}"/>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012480884"/>
      </p:ext>
    </p:extLst>
  </p:cSld>
</p:sld>
</file>

<file path=ppt/slides/slide7.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3145AA0-631E-4DAE-9971-F57899FB4E1C}"/>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Flashcard practice</a:t>
            </a:r>
          </a:p>
        </p:txBody>
      </p:sp>
      <p:sp>
        <p:nvSpPr>
          <p:cNvPr id="2" name="">
            <a:extLst xmlns:a="http://schemas.openxmlformats.org/drawingml/2006/main">
              <a:ext uri="{FF2B5EF4-FFF2-40B4-BE49-F238E27FC236}">
                <a16:creationId xmlns:a16="http://schemas.microsoft.com/office/drawing/2014/main" id="{4E14A0C6-CCF6-4F36-84CB-1CE3B9291E8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E64AF56D-2C82-407D-96EC-280A7893BDF4}"/>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2639446-85A0-4E9D-9050-1E4974677EC6}"/>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7E6AC45D-6148-4F04-8B67-A07F9816AA7D}"/>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0DF10FA8-3745-4E8F-8E04-E87CD8F2BA09}"/>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B0F74334-4697-4A4C-AA80-7CECD8FF1EC4}"/>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509A88-44E9-4DC7-AEF9-BDDCF81B9BCF}"/>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6910A11B-5E8F-452D-B862-95172856761C}"/>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side</a:t>
            </a:r>
          </a:p>
        </p:txBody>
      </p:sp>
      <p:sp>
        <p:nvSpPr>
          <p:cNvPr id="10" name="">
            <a:extLst xmlns:a="http://schemas.openxmlformats.org/drawingml/2006/main">
              <a:ext uri="{FF2B5EF4-FFF2-40B4-BE49-F238E27FC236}">
                <a16:creationId xmlns:a16="http://schemas.microsoft.com/office/drawing/2014/main" id="{2B3896F5-719D-4FA3-920B-6F1C66CF47C9}"/>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C765E228-F84F-41F8-A363-DA5E2CA84BFC}"/>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35911FAE-8933-4DF0-9CF0-E77A5987E6DC}"/>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3BCF6AA-145D-4939-9FAD-5D1CEB5E115E}"/>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50897C9D-5C3B-4F68-9277-93ED05F9F22A}"/>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Answer side</a:t>
            </a:r>
          </a:p>
        </p:txBody>
      </p:sp>
      <p:sp>
        <p:nvSpPr>
          <p:cNvPr id="15" name="">
            <a:extLst xmlns:a="http://schemas.openxmlformats.org/drawingml/2006/main">
              <a:ext uri="{FF2B5EF4-FFF2-40B4-BE49-F238E27FC236}">
                <a16:creationId xmlns:a16="http://schemas.microsoft.com/office/drawing/2014/main" id="{1A513988-C711-441C-856B-4C86778199D7}"/>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checked answer]</a:t>
            </a:r>
          </a:p>
        </p:txBody>
      </p:sp>
      <p:sp>
        <p:nvSpPr>
          <p:cNvPr id="16" name="">
            <a:extLst xmlns:a="http://schemas.openxmlformats.org/drawingml/2006/main">
              <a:ext uri="{FF2B5EF4-FFF2-40B4-BE49-F238E27FC236}">
                <a16:creationId xmlns:a16="http://schemas.microsoft.com/office/drawing/2014/main" id="{D0B6113E-B59F-4D37-9F9D-92653AF8434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688A463-6E57-4187-9467-51B1E73EF14C}"/>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D90B0C99-5248-4998-AF87-C18866F2D11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959519757"/>
      </p:ext>
    </p:extLst>
  </p:cSld>
</p:sld>
</file>

<file path=ppt/slides/slide8.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A2FB8A3-CAEB-4FCA-B6D9-C3668D25D8A9}"/>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Whiteboard recall</a:t>
            </a:r>
          </a:p>
        </p:txBody>
      </p:sp>
      <p:sp>
        <p:nvSpPr>
          <p:cNvPr id="2" name="">
            <a:extLst xmlns:a="http://schemas.openxmlformats.org/drawingml/2006/main">
              <a:ext uri="{FF2B5EF4-FFF2-40B4-BE49-F238E27FC236}">
                <a16:creationId xmlns:a16="http://schemas.microsoft.com/office/drawing/2014/main" id="{99635D03-44FA-433C-82F2-5572E64CC417}"/>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16016C89-43A1-4434-8DDE-6BA45F6A72C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F06FFC-E316-42B5-9DB2-E3CDE885771A}"/>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7D94187B-6F9F-42CA-A30F-CB806930FCAA}"/>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C932F68C-CCAD-4E68-8936-DE4B663EC701}"/>
              </a:ext>
            </a:extLst>
          </p:cNvPr>
          <p:cNvSpPr>
            <a:spLocks xmlns:a="http://schemas.openxmlformats.org/drawingml/2006/main" noGrp="1"/>
          </p:cNvSpPr>
          <p:nvPr/>
        </p:nvSpPr>
        <p:spPr>
          <a:xfrm xmlns:a="http://schemas.openxmlformats.org/drawingml/2006/main">
            <a:off x="609600" y="2247900"/>
            <a:ext cx="10972800" cy="27622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9981734-AC99-4918-9561-AD1E81B27AF6}"/>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0F55DD-5614-4D42-9EAD-A2198AB46E75}"/>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AF666CA6-EE5F-4B33-A778-BC7A98CCA343}"/>
              </a:ext>
            </a:extLst>
          </p:cNvPr>
          <p:cNvSpPr>
            <a:spLocks xmlns:a="http://schemas.openxmlformats.org/drawingml/2006/main" noGrp="1"/>
          </p:cNvSpPr>
          <p:nvPr/>
        </p:nvSpPr>
        <p:spPr>
          <a:xfrm xmlns:a="http://schemas.openxmlformats.org/drawingml/2006/main">
            <a:off x="1352550" y="2466975"/>
            <a:ext cx="10039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Think first</a:t>
            </a:r>
          </a:p>
        </p:txBody>
      </p:sp>
      <p:sp>
        <p:nvSpPr>
          <p:cNvPr id="10" name="">
            <a:extLst xmlns:a="http://schemas.openxmlformats.org/drawingml/2006/main">
              <a:ext uri="{FF2B5EF4-FFF2-40B4-BE49-F238E27FC236}">
                <a16:creationId xmlns:a16="http://schemas.microsoft.com/office/drawing/2014/main" id="{1E02C850-A181-4044-BCB8-B5A97CDD8FAB}"/>
              </a:ext>
            </a:extLst>
          </p:cNvPr>
          <p:cNvSpPr>
            <a:spLocks xmlns:a="http://schemas.openxmlformats.org/drawingml/2006/main" noGrp="1"/>
          </p:cNvSpPr>
          <p:nvPr/>
        </p:nvSpPr>
        <p:spPr>
          <a:xfrm xmlns:a="http://schemas.openxmlformats.org/drawingml/2006/main">
            <a:off x="819150" y="2990850"/>
            <a:ext cx="1055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retrieval prompt]</a:t>
            </a:r>
          </a:p>
        </p:txBody>
      </p:sp>
      <p:sp>
        <p:nvSpPr>
          <p:cNvPr id="11" name="">
            <a:extLst xmlns:a="http://schemas.openxmlformats.org/drawingml/2006/main">
              <a:ext uri="{FF2B5EF4-FFF2-40B4-BE49-F238E27FC236}">
                <a16:creationId xmlns:a16="http://schemas.microsoft.com/office/drawing/2014/main" id="{027E9413-3038-40A8-BE81-FF54B6D477ED}"/>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Write. Cover your board. Reveal together on the signal.</a:t>
            </a:r>
          </a:p>
        </p:txBody>
      </p:sp>
      <p:sp>
        <p:nvSpPr>
          <p:cNvPr id="12" name="">
            <a:extLst xmlns:a="http://schemas.openxmlformats.org/drawingml/2006/main">
              <a:ext uri="{FF2B5EF4-FFF2-40B4-BE49-F238E27FC236}">
                <a16:creationId xmlns:a16="http://schemas.microsoft.com/office/drawing/2014/main" id="{637BDCE7-C96B-4947-88A8-A8381E154B67}"/>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1DF8C80-A941-43E4-813B-A03A926CA4C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435DE421-A5E1-4042-A45A-CD81C5CB1092}"/>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749855190"/>
      </p:ext>
    </p:extLst>
  </p:cSld>
</p:sld>
</file>

<file path=ppt/slides/slide9.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A7185CB-68B6-4617-B345-6045D1FAC6A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Concept map from memory</a:t>
            </a:r>
          </a:p>
        </p:txBody>
      </p:sp>
      <p:sp>
        <p:nvSpPr>
          <p:cNvPr id="2" name="">
            <a:extLst xmlns:a="http://schemas.openxmlformats.org/drawingml/2006/main">
              <a:ext uri="{FF2B5EF4-FFF2-40B4-BE49-F238E27FC236}">
                <a16:creationId xmlns:a16="http://schemas.microsoft.com/office/drawing/2014/main" id="{B70676B7-E696-4E42-ACFD-3111579E7E2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2EA8256-A1C7-4724-BA6E-3C3859109D6A}"/>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126236-DC26-4A77-92CC-51400E78E3DC}"/>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610C5028-AA77-4523-93CA-905BD5944B21}"/>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5EEB4B79-E40E-4139-9B14-C5E792A9F198}"/>
              </a:ext>
            </a:extLst>
          </p:cNvPr>
          <p:cNvSpPr>
            <a:spLocks xmlns:a="http://schemas.openxmlformats.org/drawingml/2006/main" noGrp="1"/>
          </p:cNvSpPr>
          <p:nvPr/>
        </p:nvSpPr>
        <p:spPr>
          <a:xfrm xmlns:a="http://schemas.openxmlformats.org/drawingml/2006/main">
            <a:off x="4133850" y="2657475"/>
            <a:ext cx="39243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63AF24-85BE-4F4A-AB0D-909FDE5EAFAA}"/>
              </a:ext>
            </a:extLst>
          </p:cNvPr>
          <p:cNvSpPr>
            <a:spLocks xmlns:a="http://schemas.openxmlformats.org/drawingml/2006/main" noGrp="1"/>
          </p:cNvSpPr>
          <p:nvPr/>
        </p:nvSpPr>
        <p:spPr>
          <a:xfrm xmlns:a="http://schemas.openxmlformats.org/drawingml/2006/main">
            <a:off x="6096000" y="2657475"/>
            <a:ext cx="19050" cy="7048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53AEC65-892E-4668-A301-0B95CABFEC9A}"/>
              </a:ext>
            </a:extLst>
          </p:cNvPr>
          <p:cNvSpPr>
            <a:spLocks xmlns:a="http://schemas.openxmlformats.org/drawingml/2006/main" noGrp="1"/>
          </p:cNvSpPr>
          <p:nvPr/>
        </p:nvSpPr>
        <p:spPr>
          <a:xfrm xmlns:a="http://schemas.openxmlformats.org/drawingml/2006/main">
            <a:off x="4133850" y="5114925"/>
            <a:ext cx="39243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1B790E-7893-4F41-A38C-1CD298635CFD}"/>
              </a:ext>
            </a:extLst>
          </p:cNvPr>
          <p:cNvSpPr>
            <a:spLocks xmlns:a="http://schemas.openxmlformats.org/drawingml/2006/main" noGrp="1"/>
          </p:cNvSpPr>
          <p:nvPr/>
        </p:nvSpPr>
        <p:spPr>
          <a:xfrm xmlns:a="http://schemas.openxmlformats.org/drawingml/2006/main">
            <a:off x="6096000" y="4429125"/>
            <a:ext cx="19050" cy="68580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5847AEB-3E65-4B99-9817-A5BC8BC5CAFD}"/>
              </a:ext>
            </a:extLst>
          </p:cNvPr>
          <p:cNvSpPr>
            <a:spLocks xmlns:a="http://schemas.openxmlformats.org/drawingml/2006/main" noGrp="1"/>
          </p:cNvSpPr>
          <p:nvPr/>
        </p:nvSpPr>
        <p:spPr>
          <a:xfrm xmlns:a="http://schemas.openxmlformats.org/drawingml/2006/main">
            <a:off x="4857750" y="3362325"/>
            <a:ext cx="2476500" cy="1066800"/>
          </a:xfrm>
          <a:prstGeom xmlns:a="http://schemas.openxmlformats.org/drawingml/2006/main" prst="ellipse">
            <a:avLst/>
          </a:prstGeom>
          <a:solidFill xmlns:a="http://schemas.openxmlformats.org/drawingml/2006/main">
            <a:srgbClr val="E7EEE9"/>
          </a:solidFill>
          <a:ln xmlns:a="http://schemas.openxmlformats.org/drawingml/2006/main" w="9525">
            <a:solidFill>
              <a:srgbClr val="A9BDB7"/>
            </a:solidFill>
          </a:ln>
        </p:spPr>
      </p:sp>
      <p:sp>
        <p:nvSpPr>
          <p:cNvPr id="11" name="">
            <a:extLst xmlns:a="http://schemas.openxmlformats.org/drawingml/2006/main">
              <a:ext uri="{FF2B5EF4-FFF2-40B4-BE49-F238E27FC236}">
                <a16:creationId xmlns:a16="http://schemas.microsoft.com/office/drawing/2014/main" id="{4559624F-BA09-48D0-9CB4-739ADF35646F}"/>
              </a:ext>
            </a:extLst>
          </p:cNvPr>
          <p:cNvSpPr>
            <a:spLocks xmlns:a="http://schemas.openxmlformats.org/drawingml/2006/main" noGrp="1"/>
          </p:cNvSpPr>
          <p:nvPr/>
        </p:nvSpPr>
        <p:spPr>
          <a:xfrm xmlns:a="http://schemas.openxmlformats.org/drawingml/2006/main">
            <a:off x="5391150" y="3705225"/>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263C3A"/>
                </a:solidFill>
                <a:latin typeface="DejaVu Sans"/>
                <a:ea typeface="DejaVu Sans"/>
                <a:cs typeface="DejaVu Sans"/>
              </a:defRPr>
            </a:pPr>
            <a:r>
              <a:rPr sz="2175" b="1">
                <a:solidFill>
                  <a:srgbClr val="263C3A"/>
                </a:solidFill>
                <a:latin typeface="DejaVu Sans"/>
                <a:ea typeface="DejaVu Sans"/>
                <a:cs typeface="DejaVu Sans"/>
              </a:rPr>
              <a:t>[Topic]</a:t>
            </a:r>
          </a:p>
        </p:txBody>
      </p:sp>
      <p:sp>
        <p:nvSpPr>
          <p:cNvPr id="12" name="">
            <a:extLst xmlns:a="http://schemas.openxmlformats.org/drawingml/2006/main">
              <a:ext uri="{FF2B5EF4-FFF2-40B4-BE49-F238E27FC236}">
                <a16:creationId xmlns:a16="http://schemas.microsoft.com/office/drawing/2014/main" id="{A05FB665-430E-4B5F-B879-D595D50D15EF}"/>
              </a:ext>
            </a:extLst>
          </p:cNvPr>
          <p:cNvSpPr>
            <a:spLocks xmlns:a="http://schemas.openxmlformats.org/drawingml/2006/main" noGrp="1"/>
          </p:cNvSpPr>
          <p:nvPr/>
        </p:nvSpPr>
        <p:spPr>
          <a:xfrm xmlns:a="http://schemas.openxmlformats.org/drawingml/2006/main">
            <a:off x="609600" y="230505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8A5BEEC8-608C-4A28-B85A-5843674BCBC8}"/>
              </a:ext>
            </a:extLst>
          </p:cNvPr>
          <p:cNvSpPr>
            <a:spLocks xmlns:a="http://schemas.openxmlformats.org/drawingml/2006/main" noGrp="1"/>
          </p:cNvSpPr>
          <p:nvPr/>
        </p:nvSpPr>
        <p:spPr>
          <a:xfrm xmlns:a="http://schemas.openxmlformats.org/drawingml/2006/main">
            <a:off x="800100" y="24955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14" name="">
            <a:extLst xmlns:a="http://schemas.openxmlformats.org/drawingml/2006/main">
              <a:ext uri="{FF2B5EF4-FFF2-40B4-BE49-F238E27FC236}">
                <a16:creationId xmlns:a16="http://schemas.microsoft.com/office/drawing/2014/main" id="{B412975C-FC3D-4AA2-8AA4-3BFC14EF1907}"/>
              </a:ext>
            </a:extLst>
          </p:cNvPr>
          <p:cNvSpPr>
            <a:spLocks xmlns:a="http://schemas.openxmlformats.org/drawingml/2006/main" noGrp="1"/>
          </p:cNvSpPr>
          <p:nvPr/>
        </p:nvSpPr>
        <p:spPr>
          <a:xfrm xmlns:a="http://schemas.openxmlformats.org/drawingml/2006/main">
            <a:off x="8058150" y="230505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A0BC5747-33AC-4A5C-B94B-2EA173870712}"/>
              </a:ext>
            </a:extLst>
          </p:cNvPr>
          <p:cNvSpPr>
            <a:spLocks xmlns:a="http://schemas.openxmlformats.org/drawingml/2006/main" noGrp="1"/>
          </p:cNvSpPr>
          <p:nvPr/>
        </p:nvSpPr>
        <p:spPr>
          <a:xfrm xmlns:a="http://schemas.openxmlformats.org/drawingml/2006/main">
            <a:off x="8248650" y="24955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16" name="">
            <a:extLst xmlns:a="http://schemas.openxmlformats.org/drawingml/2006/main">
              <a:ext uri="{FF2B5EF4-FFF2-40B4-BE49-F238E27FC236}">
                <a16:creationId xmlns:a16="http://schemas.microsoft.com/office/drawing/2014/main" id="{E39AB7EB-B658-47B7-B40C-EB8A586945C0}"/>
              </a:ext>
            </a:extLst>
          </p:cNvPr>
          <p:cNvSpPr>
            <a:spLocks xmlns:a="http://schemas.openxmlformats.org/drawingml/2006/main" noGrp="1"/>
          </p:cNvSpPr>
          <p:nvPr/>
        </p:nvSpPr>
        <p:spPr>
          <a:xfrm xmlns:a="http://schemas.openxmlformats.org/drawingml/2006/main">
            <a:off x="609600" y="476250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C600F26E-A054-45E6-9C60-794FD5934ECE}"/>
              </a:ext>
            </a:extLst>
          </p:cNvPr>
          <p:cNvSpPr>
            <a:spLocks xmlns:a="http://schemas.openxmlformats.org/drawingml/2006/main" noGrp="1"/>
          </p:cNvSpPr>
          <p:nvPr/>
        </p:nvSpPr>
        <p:spPr>
          <a:xfrm xmlns:a="http://schemas.openxmlformats.org/drawingml/2006/main">
            <a:off x="800100" y="49530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18" name="">
            <a:extLst xmlns:a="http://schemas.openxmlformats.org/drawingml/2006/main">
              <a:ext uri="{FF2B5EF4-FFF2-40B4-BE49-F238E27FC236}">
                <a16:creationId xmlns:a16="http://schemas.microsoft.com/office/drawing/2014/main" id="{B5B33750-7F47-4A85-B229-F14FB34C4ACA}"/>
              </a:ext>
            </a:extLst>
          </p:cNvPr>
          <p:cNvSpPr>
            <a:spLocks xmlns:a="http://schemas.openxmlformats.org/drawingml/2006/main" noGrp="1"/>
          </p:cNvSpPr>
          <p:nvPr/>
        </p:nvSpPr>
        <p:spPr>
          <a:xfrm xmlns:a="http://schemas.openxmlformats.org/drawingml/2006/main">
            <a:off x="8058150" y="476250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C97F3613-84F4-4FD4-A4F3-94EEE2DAB424}"/>
              </a:ext>
            </a:extLst>
          </p:cNvPr>
          <p:cNvSpPr>
            <a:spLocks xmlns:a="http://schemas.openxmlformats.org/drawingml/2006/main" noGrp="1"/>
          </p:cNvSpPr>
          <p:nvPr/>
        </p:nvSpPr>
        <p:spPr>
          <a:xfrm xmlns:a="http://schemas.openxmlformats.org/drawingml/2006/main">
            <a:off x="8248650" y="49530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20" name="">
            <a:extLst xmlns:a="http://schemas.openxmlformats.org/drawingml/2006/main">
              <a:ext uri="{FF2B5EF4-FFF2-40B4-BE49-F238E27FC236}">
                <a16:creationId xmlns:a16="http://schemas.microsoft.com/office/drawing/2014/main" id="{3BA420C0-350E-4B24-90ED-5D2BF9AE7871}"/>
              </a:ext>
            </a:extLst>
          </p:cNvPr>
          <p:cNvSpPr>
            <a:spLocks xmlns:a="http://schemas.openxmlformats.org/drawingml/2006/main" noGrp="1"/>
          </p:cNvSpPr>
          <p:nvPr/>
        </p:nvSpPr>
        <p:spPr>
          <a:xfrm xmlns:a="http://schemas.openxmlformats.org/drawingml/2006/main">
            <a:off x="4048125" y="5619750"/>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687572"/>
                </a:solidFill>
                <a:latin typeface="DejaVu Sans"/>
                <a:ea typeface="DejaVu Sans"/>
                <a:cs typeface="DejaVu Sans"/>
              </a:defRPr>
            </a:pPr>
            <a:r>
              <a:rPr sz="1350" b="0">
                <a:solidFill>
                  <a:srgbClr val="687572"/>
                </a:solidFill>
                <a:latin typeface="DejaVu Sans"/>
                <a:ea typeface="DejaVu Sans"/>
                <a:cs typeface="DejaVu Sans"/>
              </a:rPr>
              <a:t>Add links and label the connections.</a:t>
            </a:r>
          </a:p>
        </p:txBody>
      </p:sp>
      <p:sp>
        <p:nvSpPr>
          <p:cNvPr id="21" name="">
            <a:extLst xmlns:a="http://schemas.openxmlformats.org/drawingml/2006/main">
              <a:ext uri="{FF2B5EF4-FFF2-40B4-BE49-F238E27FC236}">
                <a16:creationId xmlns:a16="http://schemas.microsoft.com/office/drawing/2014/main" id="{A07E0229-E44B-455C-A896-A6DBF3577234}"/>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C96EFC5-8929-4756-A0D3-F4AB04146B77}"/>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3" name="">
            <a:extLst xmlns:a="http://schemas.openxmlformats.org/drawingml/2006/main">
              <a:ext uri="{FF2B5EF4-FFF2-40B4-BE49-F238E27FC236}">
                <a16:creationId xmlns:a16="http://schemas.microsoft.com/office/drawing/2014/main" id="{FD023C3C-D203-46B0-9EE5-74E0B1D0F68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039792841"/>
      </p:ext>
    </p:extLst>
  </p:cSld>
</p:sld>
</file>

<file path=ppt/slides/slide10.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6E8EB96-E03F-4BAE-8C1C-BC1689D74E0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Picture prompts</a:t>
            </a:r>
          </a:p>
        </p:txBody>
      </p:sp>
      <p:sp>
        <p:nvSpPr>
          <p:cNvPr id="2" name="">
            <a:extLst xmlns:a="http://schemas.openxmlformats.org/drawingml/2006/main">
              <a:ext uri="{FF2B5EF4-FFF2-40B4-BE49-F238E27FC236}">
                <a16:creationId xmlns:a16="http://schemas.microsoft.com/office/drawing/2014/main" id="{8CECBB62-A053-4E04-AF1E-7FA3AC145AE7}"/>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1ED73057-F6DF-4D69-A03A-3C266C38562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6981272-C5E7-4A20-B96E-C300B2640379}"/>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51922697-E705-4C84-BF98-2420B7A53DC0}"/>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B8FB7B22-90C7-4A45-BF84-49A3AEE6F834}"/>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83AFE01E-88BB-4ADC-BD7F-F58519D681B9}"/>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FB2BBA-E071-4761-89FE-A1DFDC38F8B3}"/>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B9E41E1F-60BD-4437-A523-D657ADBD3A7B}"/>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Look and recall</a:t>
            </a:r>
          </a:p>
        </p:txBody>
      </p:sp>
      <p:sp>
        <p:nvSpPr>
          <p:cNvPr id="10" name="">
            <a:extLst xmlns:a="http://schemas.openxmlformats.org/drawingml/2006/main">
              <a:ext uri="{FF2B5EF4-FFF2-40B4-BE49-F238E27FC236}">
                <a16:creationId xmlns:a16="http://schemas.microsoft.com/office/drawing/2014/main" id="{BC8F8511-C519-49E6-B2D0-73886F9C3504}"/>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[Insert a familiar image]</a:t>
            </a:r>
          </a:p>
        </p:txBody>
      </p:sp>
      <p:sp>
        <p:nvSpPr>
          <p:cNvPr id="11" name="">
            <a:extLst xmlns:a="http://schemas.openxmlformats.org/drawingml/2006/main">
              <a:ext uri="{FF2B5EF4-FFF2-40B4-BE49-F238E27FC236}">
                <a16:creationId xmlns:a16="http://schemas.microsoft.com/office/drawing/2014/main" id="{EB456371-6BD1-447C-96A1-06B9DB378897}"/>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291F93E4-2EDA-4973-AD93-CE0144A5CA3F}"/>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8BC1BFE-B27E-4CF9-ADA0-B25F8164D98A}"/>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A8C2E1DF-9F0F-4A16-8DFC-B0E302011535}"/>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Explain what you remember</a:t>
            </a:r>
          </a:p>
        </p:txBody>
      </p:sp>
      <p:sp>
        <p:nvSpPr>
          <p:cNvPr id="15" name="">
            <a:extLst xmlns:a="http://schemas.openxmlformats.org/drawingml/2006/main">
              <a:ext uri="{FF2B5EF4-FFF2-40B4-BE49-F238E27FC236}">
                <a16:creationId xmlns:a16="http://schemas.microsoft.com/office/drawing/2014/main" id="{3960DF70-1B3D-45A2-A173-3895E75E50AA}"/>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recall instructions]</a:t>
            </a:r>
          </a:p>
        </p:txBody>
      </p:sp>
      <p:sp>
        <p:nvSpPr>
          <p:cNvPr id="16" name="">
            <a:extLst xmlns:a="http://schemas.openxmlformats.org/drawingml/2006/main">
              <a:ext uri="{FF2B5EF4-FFF2-40B4-BE49-F238E27FC236}">
                <a16:creationId xmlns:a16="http://schemas.microsoft.com/office/drawing/2014/main" id="{83AFCDD0-4493-4CD5-A23D-8BE04EDF28D7}"/>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28A9EC8-3BEB-4F9A-9CF9-1BA1295AB3D6}"/>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A974EE4B-41F6-40E0-B8B0-19A6A95D558C}"/>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255484085"/>
      </p:ext>
    </p:extLst>
  </p:cSld>
</p:sld>
</file>

<file path=ppt/slides/slide1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8EA58A5-E1F8-4800-B091-FC58247E7E71}"/>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List it</a:t>
            </a:r>
          </a:p>
        </p:txBody>
      </p:sp>
      <p:sp>
        <p:nvSpPr>
          <p:cNvPr id="2" name="">
            <a:extLst xmlns:a="http://schemas.openxmlformats.org/drawingml/2006/main">
              <a:ext uri="{FF2B5EF4-FFF2-40B4-BE49-F238E27FC236}">
                <a16:creationId xmlns:a16="http://schemas.microsoft.com/office/drawing/2014/main" id="{A760CCCD-1F04-496C-970B-884636A15147}"/>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11133FD0-63D5-49C4-ABC0-FF26F363257A}"/>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CB81453-FAD5-48F6-BB87-F2EACED7959A}"/>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EE25131D-53F2-4FFC-96D5-629B210B29BF}"/>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B8E4EBEC-F0C2-4ED0-A0AE-15F3FC3667E2}"/>
              </a:ext>
            </a:extLst>
          </p:cNvPr>
          <p:cNvSpPr>
            <a:spLocks xmlns:a="http://schemas.openxmlformats.org/drawingml/2006/main" noGrp="1"/>
          </p:cNvSpPr>
          <p:nvPr/>
        </p:nvSpPr>
        <p:spPr>
          <a:xfrm xmlns:a="http://schemas.openxmlformats.org/drawingml/2006/main">
            <a:off x="609600" y="2247900"/>
            <a:ext cx="10972800" cy="27622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67AFA343-E44B-4040-927D-46A5A57E7584}"/>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65539A2-2BEE-433A-88C9-457A56FE7977}"/>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FE25C00D-3F1D-4503-8E3E-F1B51E11913D}"/>
              </a:ext>
            </a:extLst>
          </p:cNvPr>
          <p:cNvSpPr>
            <a:spLocks xmlns:a="http://schemas.openxmlformats.org/drawingml/2006/main" noGrp="1"/>
          </p:cNvSpPr>
          <p:nvPr/>
        </p:nvSpPr>
        <p:spPr>
          <a:xfrm xmlns:a="http://schemas.openxmlformats.org/drawingml/2006/main">
            <a:off x="1352550" y="2466975"/>
            <a:ext cx="10039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What belongs in the list?</a:t>
            </a:r>
          </a:p>
        </p:txBody>
      </p:sp>
      <p:sp>
        <p:nvSpPr>
          <p:cNvPr id="10" name="">
            <a:extLst xmlns:a="http://schemas.openxmlformats.org/drawingml/2006/main">
              <a:ext uri="{FF2B5EF4-FFF2-40B4-BE49-F238E27FC236}">
                <a16:creationId xmlns:a16="http://schemas.microsoft.com/office/drawing/2014/main" id="{3E99D5AD-346B-4F2B-BF1F-3447A51F9B47}"/>
              </a:ext>
            </a:extLst>
          </p:cNvPr>
          <p:cNvSpPr>
            <a:spLocks xmlns:a="http://schemas.openxmlformats.org/drawingml/2006/main" noGrp="1"/>
          </p:cNvSpPr>
          <p:nvPr/>
        </p:nvSpPr>
        <p:spPr>
          <a:xfrm xmlns:a="http://schemas.openxmlformats.org/drawingml/2006/main">
            <a:off x="819150" y="2990850"/>
            <a:ext cx="1055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category and list length]</a:t>
            </a:r>
          </a:p>
        </p:txBody>
      </p:sp>
      <p:sp>
        <p:nvSpPr>
          <p:cNvPr id="11" name="">
            <a:extLst xmlns:a="http://schemas.openxmlformats.org/drawingml/2006/main">
              <a:ext uri="{FF2B5EF4-FFF2-40B4-BE49-F238E27FC236}">
                <a16:creationId xmlns:a16="http://schemas.microsoft.com/office/drawing/2014/main" id="{62DB7C35-BCDC-4312-97DC-6F263BCCE6C0}"/>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Choose one item and explain why it belongs.</a:t>
            </a:r>
          </a:p>
        </p:txBody>
      </p:sp>
      <p:sp>
        <p:nvSpPr>
          <p:cNvPr id="12" name="">
            <a:extLst xmlns:a="http://schemas.openxmlformats.org/drawingml/2006/main">
              <a:ext uri="{FF2B5EF4-FFF2-40B4-BE49-F238E27FC236}">
                <a16:creationId xmlns:a16="http://schemas.microsoft.com/office/drawing/2014/main" id="{6493AEBB-1708-4AF0-9948-D30CDBB5355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2C86165-D7C2-498A-ABBF-409C4DBE8752}"/>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98A68A3F-6A8B-45A9-A308-57760B5AF67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950045463"/>
      </p:ext>
    </p:extLst>
  </p:cSld>
</p:sld>
</file>

<file path=ppt/slides/slide12.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D7ED5850-F804-4E89-A059-631F4CA2E939}"/>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placemat</a:t>
            </a:r>
          </a:p>
        </p:txBody>
      </p:sp>
      <p:sp>
        <p:nvSpPr>
          <p:cNvPr id="2" name="">
            <a:extLst xmlns:a="http://schemas.openxmlformats.org/drawingml/2006/main">
              <a:ext uri="{FF2B5EF4-FFF2-40B4-BE49-F238E27FC236}">
                <a16:creationId xmlns:a16="http://schemas.microsoft.com/office/drawing/2014/main" id="{72B8F12C-E194-4A04-8DB9-980FB6D03455}"/>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9D4144E-ABAA-4EEE-96D0-36326058760E}"/>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57EAF7-E54E-453D-8D76-DC811552FAB9}"/>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AA084FB4-C601-461C-A624-E6CD0FEC3DF6}"/>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07136C1F-E316-4428-831C-5AA7DB2942E6}"/>
              </a:ext>
            </a:extLst>
          </p:cNvPr>
          <p:cNvSpPr>
            <a:spLocks xmlns:a="http://schemas.openxmlformats.org/drawingml/2006/main" noGrp="1"/>
          </p:cNvSpPr>
          <p:nvPr/>
        </p:nvSpPr>
        <p:spPr>
          <a:xfrm xmlns:a="http://schemas.openxmlformats.org/drawingml/2006/main">
            <a:off x="609600" y="2247900"/>
            <a:ext cx="5400675" cy="134302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1BA1F3CA-DCD8-4981-9966-2457BADF3439}"/>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083121E-44F6-4CE9-9DF3-9CA4ECC246D7}"/>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24ECA872-90AA-4351-AD61-F10B23CDA43F}"/>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1</a:t>
            </a:r>
          </a:p>
        </p:txBody>
      </p:sp>
      <p:sp>
        <p:nvSpPr>
          <p:cNvPr id="10" name="">
            <a:extLst xmlns:a="http://schemas.openxmlformats.org/drawingml/2006/main">
              <a:ext uri="{FF2B5EF4-FFF2-40B4-BE49-F238E27FC236}">
                <a16:creationId xmlns:a16="http://schemas.microsoft.com/office/drawing/2014/main" id="{8957AE9F-BFA3-4D31-B704-0D769D52DBF7}"/>
              </a:ext>
            </a:extLst>
          </p:cNvPr>
          <p:cNvSpPr>
            <a:spLocks xmlns:a="http://schemas.openxmlformats.org/drawingml/2006/main" noGrp="1"/>
          </p:cNvSpPr>
          <p:nvPr/>
        </p:nvSpPr>
        <p:spPr>
          <a:xfrm xmlns:a="http://schemas.openxmlformats.org/drawingml/2006/main">
            <a:off x="819150" y="2990850"/>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11" name="">
            <a:extLst xmlns:a="http://schemas.openxmlformats.org/drawingml/2006/main">
              <a:ext uri="{FF2B5EF4-FFF2-40B4-BE49-F238E27FC236}">
                <a16:creationId xmlns:a16="http://schemas.microsoft.com/office/drawing/2014/main" id="{1359C188-73C1-443D-832C-FE85CB9C9A34}"/>
              </a:ext>
            </a:extLst>
          </p:cNvPr>
          <p:cNvSpPr>
            <a:spLocks xmlns:a="http://schemas.openxmlformats.org/drawingml/2006/main" noGrp="1"/>
          </p:cNvSpPr>
          <p:nvPr/>
        </p:nvSpPr>
        <p:spPr>
          <a:xfrm xmlns:a="http://schemas.openxmlformats.org/drawingml/2006/main">
            <a:off x="6181725" y="2247900"/>
            <a:ext cx="5400675" cy="134302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89BEADAB-DA7F-40AE-8D6C-ED5AE926281A}"/>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599E7A3-E7B8-4828-A400-16698F513AF6}"/>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A7E15FE3-6422-46FB-AFC4-887546C7840F}"/>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2</a:t>
            </a:r>
          </a:p>
        </p:txBody>
      </p:sp>
      <p:sp>
        <p:nvSpPr>
          <p:cNvPr id="15" name="">
            <a:extLst xmlns:a="http://schemas.openxmlformats.org/drawingml/2006/main">
              <a:ext uri="{FF2B5EF4-FFF2-40B4-BE49-F238E27FC236}">
                <a16:creationId xmlns:a16="http://schemas.microsoft.com/office/drawing/2014/main" id="{4E8A2E18-2F48-4EBA-A011-64809143BCD5}"/>
              </a:ext>
            </a:extLst>
          </p:cNvPr>
          <p:cNvSpPr>
            <a:spLocks xmlns:a="http://schemas.openxmlformats.org/drawingml/2006/main" noGrp="1"/>
          </p:cNvSpPr>
          <p:nvPr/>
        </p:nvSpPr>
        <p:spPr>
          <a:xfrm xmlns:a="http://schemas.openxmlformats.org/drawingml/2006/main">
            <a:off x="6391275" y="2990850"/>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16" name="">
            <a:extLst xmlns:a="http://schemas.openxmlformats.org/drawingml/2006/main">
              <a:ext uri="{FF2B5EF4-FFF2-40B4-BE49-F238E27FC236}">
                <a16:creationId xmlns:a16="http://schemas.microsoft.com/office/drawing/2014/main" id="{1F20F1AB-AF23-4FBF-A30F-C79FAFE06FD5}"/>
              </a:ext>
            </a:extLst>
          </p:cNvPr>
          <p:cNvSpPr>
            <a:spLocks xmlns:a="http://schemas.openxmlformats.org/drawingml/2006/main" noGrp="1"/>
          </p:cNvSpPr>
          <p:nvPr/>
        </p:nvSpPr>
        <p:spPr>
          <a:xfrm xmlns:a="http://schemas.openxmlformats.org/drawingml/2006/main">
            <a:off x="609600" y="3762375"/>
            <a:ext cx="5400675" cy="134302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AA95D6CD-2081-4A34-BF91-8D0C581B3FB9}"/>
              </a:ext>
            </a:extLst>
          </p:cNvPr>
          <p:cNvSpPr>
            <a:spLocks xmlns:a="http://schemas.openxmlformats.org/drawingml/2006/main" noGrp="1"/>
          </p:cNvSpPr>
          <p:nvPr/>
        </p:nvSpPr>
        <p:spPr>
          <a:xfrm xmlns:a="http://schemas.openxmlformats.org/drawingml/2006/main">
            <a:off x="800100" y="3933825"/>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B8528A2-DC0E-4DD6-B435-3F09D02C94A1}"/>
              </a:ext>
            </a:extLst>
          </p:cNvPr>
          <p:cNvSpPr>
            <a:spLocks xmlns:a="http://schemas.openxmlformats.org/drawingml/2006/main" noGrp="1"/>
          </p:cNvSpPr>
          <p:nvPr/>
        </p:nvSpPr>
        <p:spPr>
          <a:xfrm xmlns:a="http://schemas.openxmlformats.org/drawingml/2006/main">
            <a:off x="857250" y="4000500"/>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602F0665-A1AB-4F65-89CE-D6C2B6C6BB72}"/>
              </a:ext>
            </a:extLst>
          </p:cNvPr>
          <p:cNvSpPr>
            <a:spLocks xmlns:a="http://schemas.openxmlformats.org/drawingml/2006/main" noGrp="1"/>
          </p:cNvSpPr>
          <p:nvPr/>
        </p:nvSpPr>
        <p:spPr>
          <a:xfrm xmlns:a="http://schemas.openxmlformats.org/drawingml/2006/main">
            <a:off x="1352550" y="3981450"/>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3</a:t>
            </a:r>
          </a:p>
        </p:txBody>
      </p:sp>
      <p:sp>
        <p:nvSpPr>
          <p:cNvPr id="20" name="">
            <a:extLst xmlns:a="http://schemas.openxmlformats.org/drawingml/2006/main">
              <a:ext uri="{FF2B5EF4-FFF2-40B4-BE49-F238E27FC236}">
                <a16:creationId xmlns:a16="http://schemas.microsoft.com/office/drawing/2014/main" id="{82E34D48-787D-47DE-B132-B836E2CA8580}"/>
              </a:ext>
            </a:extLst>
          </p:cNvPr>
          <p:cNvSpPr>
            <a:spLocks xmlns:a="http://schemas.openxmlformats.org/drawingml/2006/main" noGrp="1"/>
          </p:cNvSpPr>
          <p:nvPr/>
        </p:nvSpPr>
        <p:spPr>
          <a:xfrm xmlns:a="http://schemas.openxmlformats.org/drawingml/2006/main">
            <a:off x="819150" y="4505325"/>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21" name="">
            <a:extLst xmlns:a="http://schemas.openxmlformats.org/drawingml/2006/main">
              <a:ext uri="{FF2B5EF4-FFF2-40B4-BE49-F238E27FC236}">
                <a16:creationId xmlns:a16="http://schemas.microsoft.com/office/drawing/2014/main" id="{35D8FEDF-DE0E-4157-8294-094DBC1ED3C5}"/>
              </a:ext>
            </a:extLst>
          </p:cNvPr>
          <p:cNvSpPr>
            <a:spLocks xmlns:a="http://schemas.openxmlformats.org/drawingml/2006/main" noGrp="1"/>
          </p:cNvSpPr>
          <p:nvPr/>
        </p:nvSpPr>
        <p:spPr>
          <a:xfrm xmlns:a="http://schemas.openxmlformats.org/drawingml/2006/main">
            <a:off x="6181725" y="3762375"/>
            <a:ext cx="5400675" cy="134302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050922B8-98B9-401C-8A28-125301F72EAC}"/>
              </a:ext>
            </a:extLst>
          </p:cNvPr>
          <p:cNvSpPr>
            <a:spLocks xmlns:a="http://schemas.openxmlformats.org/drawingml/2006/main" noGrp="1"/>
          </p:cNvSpPr>
          <p:nvPr/>
        </p:nvSpPr>
        <p:spPr>
          <a:xfrm xmlns:a="http://schemas.openxmlformats.org/drawingml/2006/main">
            <a:off x="6372225" y="3933825"/>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6DA577E-9B82-4BA0-8567-866547B47EE1}"/>
              </a:ext>
            </a:extLst>
          </p:cNvPr>
          <p:cNvSpPr>
            <a:spLocks xmlns:a="http://schemas.openxmlformats.org/drawingml/2006/main" noGrp="1"/>
          </p:cNvSpPr>
          <p:nvPr/>
        </p:nvSpPr>
        <p:spPr>
          <a:xfrm xmlns:a="http://schemas.openxmlformats.org/drawingml/2006/main">
            <a:off x="6429375" y="4000500"/>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51F687E0-662E-456A-8422-0A727E438AEE}"/>
              </a:ext>
            </a:extLst>
          </p:cNvPr>
          <p:cNvSpPr>
            <a:spLocks xmlns:a="http://schemas.openxmlformats.org/drawingml/2006/main" noGrp="1"/>
          </p:cNvSpPr>
          <p:nvPr/>
        </p:nvSpPr>
        <p:spPr>
          <a:xfrm xmlns:a="http://schemas.openxmlformats.org/drawingml/2006/main">
            <a:off x="6924675" y="3981450"/>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Learner 4</a:t>
            </a:r>
          </a:p>
        </p:txBody>
      </p:sp>
      <p:sp>
        <p:nvSpPr>
          <p:cNvPr id="25" name="">
            <a:extLst xmlns:a="http://schemas.openxmlformats.org/drawingml/2006/main">
              <a:ext uri="{FF2B5EF4-FFF2-40B4-BE49-F238E27FC236}">
                <a16:creationId xmlns:a16="http://schemas.microsoft.com/office/drawing/2014/main" id="{8CFBC060-861B-42D4-9F99-20D074BF9998}"/>
              </a:ext>
            </a:extLst>
          </p:cNvPr>
          <p:cNvSpPr>
            <a:spLocks xmlns:a="http://schemas.openxmlformats.org/drawingml/2006/main" noGrp="1"/>
          </p:cNvSpPr>
          <p:nvPr/>
        </p:nvSpPr>
        <p:spPr>
          <a:xfrm xmlns:a="http://schemas.openxmlformats.org/drawingml/2006/main">
            <a:off x="6391275" y="4505325"/>
            <a:ext cx="49815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Independent recall</a:t>
            </a:r>
          </a:p>
        </p:txBody>
      </p:sp>
      <p:sp>
        <p:nvSpPr>
          <p:cNvPr id="26" name="">
            <a:extLst xmlns:a="http://schemas.openxmlformats.org/drawingml/2006/main">
              <a:ext uri="{FF2B5EF4-FFF2-40B4-BE49-F238E27FC236}">
                <a16:creationId xmlns:a16="http://schemas.microsoft.com/office/drawing/2014/main" id="{E1B6691A-AAB8-4C37-A638-3A231631C889}"/>
              </a:ext>
            </a:extLst>
          </p:cNvPr>
          <p:cNvSpPr>
            <a:spLocks xmlns:a="http://schemas.openxmlformats.org/drawingml/2006/main" noGrp="1"/>
          </p:cNvSpPr>
          <p:nvPr/>
        </p:nvSpPr>
        <p:spPr>
          <a:xfrm xmlns:a="http://schemas.openxmlformats.org/drawingml/2006/main">
            <a:off x="609600" y="5276850"/>
            <a:ext cx="10972800" cy="438150"/>
          </a:xfrm>
          <a:prstGeom xmlns:a="http://schemas.openxmlformats.org/drawingml/2006/main" prst="rect">
            <a:avLst/>
          </a:prstGeom>
          <a:solidFill xmlns:a="http://schemas.openxmlformats.org/drawingml/2006/main">
            <a:srgbClr val="F5EB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6D544D6-B109-4EB0-8F15-D6080B838C5B}"/>
              </a:ext>
            </a:extLst>
          </p:cNvPr>
          <p:cNvSpPr>
            <a:spLocks xmlns:a="http://schemas.openxmlformats.org/drawingml/2006/main" noGrp="1"/>
          </p:cNvSpPr>
          <p:nvPr/>
        </p:nvSpPr>
        <p:spPr>
          <a:xfrm xmlns:a="http://schemas.openxmlformats.org/drawingml/2006/main">
            <a:off x="781050" y="5362575"/>
            <a:ext cx="10629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0">
                <a:solidFill>
                  <a:srgbClr val="263C3A"/>
                </a:solidFill>
                <a:latin typeface="DejaVu Sans"/>
                <a:ea typeface="DejaVu Sans"/>
                <a:cs typeface="DejaVu Sans"/>
              </a:defRPr>
            </a:pPr>
            <a:r>
              <a:rPr sz="1575" b="0">
                <a:solidFill>
                  <a:srgbClr val="263C3A"/>
                </a:solidFill>
                <a:latin typeface="DejaVu Sans"/>
                <a:ea typeface="DejaVu Sans"/>
                <a:cs typeface="DejaVu Sans"/>
              </a:rPr>
              <a:t>Shared ideas after discussion: [Your instructions]</a:t>
            </a:r>
          </a:p>
        </p:txBody>
      </p:sp>
      <p:sp>
        <p:nvSpPr>
          <p:cNvPr id="28" name="">
            <a:extLst xmlns:a="http://schemas.openxmlformats.org/drawingml/2006/main">
              <a:ext uri="{FF2B5EF4-FFF2-40B4-BE49-F238E27FC236}">
                <a16:creationId xmlns:a16="http://schemas.microsoft.com/office/drawing/2014/main" id="{A5ED43A7-4488-4D2A-99F3-A8CD9D67DC3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E7932AE-C04E-4977-9D46-5B1F7645855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0" name="">
            <a:extLst xmlns:a="http://schemas.openxmlformats.org/drawingml/2006/main">
              <a:ext uri="{FF2B5EF4-FFF2-40B4-BE49-F238E27FC236}">
                <a16:creationId xmlns:a16="http://schemas.microsoft.com/office/drawing/2014/main" id="{7841E92F-1EFB-47D6-978E-AD0D81E14E93}"/>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854463289"/>
      </p:ext>
    </p:extLst>
  </p:cSld>
</p:sld>
</file>

<file path=ppt/slides/slide13.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0255C689-DE71-494E-AC96-707C9F65A45D}"/>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Roll and retrieve</a:t>
            </a:r>
          </a:p>
        </p:txBody>
      </p:sp>
      <p:sp>
        <p:nvSpPr>
          <p:cNvPr id="2" name="">
            <a:extLst xmlns:a="http://schemas.openxmlformats.org/drawingml/2006/main">
              <a:ext uri="{FF2B5EF4-FFF2-40B4-BE49-F238E27FC236}">
                <a16:creationId xmlns:a16="http://schemas.microsoft.com/office/drawing/2014/main" id="{12559CF0-1537-4364-B5A9-85965ADF974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3B612FA-6B2A-44AA-ADB9-A49737707992}"/>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AD5B27-7979-4A1F-8D3C-5004DB21E197}"/>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B954B99D-F580-4FF4-ACF2-35F8567D3AA9}"/>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C7EACCCA-C348-406D-8668-3E6181FF554E}"/>
              </a:ext>
            </a:extLst>
          </p:cNvPr>
          <p:cNvSpPr>
            <a:spLocks xmlns:a="http://schemas.openxmlformats.org/drawingml/2006/main" noGrp="1"/>
          </p:cNvSpPr>
          <p:nvPr/>
        </p:nvSpPr>
        <p:spPr>
          <a:xfrm xmlns:a="http://schemas.openxmlformats.org/drawingml/2006/main">
            <a:off x="6096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62781886-5E86-4ADA-85F4-C63AC3187DAB}"/>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78EE568-DBA8-44C9-AEFC-8A0EB88F733A}"/>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1B071498-7C53-4E78-A85E-FDBA2F345F66}"/>
              </a:ext>
            </a:extLst>
          </p:cNvPr>
          <p:cNvSpPr>
            <a:spLocks xmlns:a="http://schemas.openxmlformats.org/drawingml/2006/main" noGrp="1"/>
          </p:cNvSpPr>
          <p:nvPr/>
        </p:nvSpPr>
        <p:spPr>
          <a:xfrm xmlns:a="http://schemas.openxmlformats.org/drawingml/2006/main">
            <a:off x="13525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1</a:t>
            </a:r>
          </a:p>
        </p:txBody>
      </p:sp>
      <p:sp>
        <p:nvSpPr>
          <p:cNvPr id="10" name="">
            <a:extLst xmlns:a="http://schemas.openxmlformats.org/drawingml/2006/main">
              <a:ext uri="{FF2B5EF4-FFF2-40B4-BE49-F238E27FC236}">
                <a16:creationId xmlns:a16="http://schemas.microsoft.com/office/drawing/2014/main" id="{02AB4DF9-6B6B-4DB1-AE16-AFE6A1866AD0}"/>
              </a:ext>
            </a:extLst>
          </p:cNvPr>
          <p:cNvSpPr>
            <a:spLocks xmlns:a="http://schemas.openxmlformats.org/drawingml/2006/main" noGrp="1"/>
          </p:cNvSpPr>
          <p:nvPr/>
        </p:nvSpPr>
        <p:spPr>
          <a:xfrm xmlns:a="http://schemas.openxmlformats.org/drawingml/2006/main">
            <a:off x="8191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A5687FED-7008-47E1-872B-6F76F890E83B}"/>
              </a:ext>
            </a:extLst>
          </p:cNvPr>
          <p:cNvSpPr>
            <a:spLocks xmlns:a="http://schemas.openxmlformats.org/drawingml/2006/main" noGrp="1"/>
          </p:cNvSpPr>
          <p:nvPr/>
        </p:nvSpPr>
        <p:spPr>
          <a:xfrm xmlns:a="http://schemas.openxmlformats.org/drawingml/2006/main">
            <a:off x="4324350" y="224790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99B0D50A-38D5-4155-8DCF-7B0A22E5C489}"/>
              </a:ext>
            </a:extLst>
          </p:cNvPr>
          <p:cNvSpPr>
            <a:spLocks xmlns:a="http://schemas.openxmlformats.org/drawingml/2006/main" noGrp="1"/>
          </p:cNvSpPr>
          <p:nvPr/>
        </p:nvSpPr>
        <p:spPr>
          <a:xfrm xmlns:a="http://schemas.openxmlformats.org/drawingml/2006/main">
            <a:off x="451485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42E0944-AD44-4E41-A45D-1F2AF8D6DB71}"/>
              </a:ext>
            </a:extLst>
          </p:cNvPr>
          <p:cNvSpPr>
            <a:spLocks xmlns:a="http://schemas.openxmlformats.org/drawingml/2006/main" noGrp="1"/>
          </p:cNvSpPr>
          <p:nvPr/>
        </p:nvSpPr>
        <p:spPr>
          <a:xfrm xmlns:a="http://schemas.openxmlformats.org/drawingml/2006/main">
            <a:off x="457200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94948C21-57FF-4A24-95A8-5FCA88553DA2}"/>
              </a:ext>
            </a:extLst>
          </p:cNvPr>
          <p:cNvSpPr>
            <a:spLocks xmlns:a="http://schemas.openxmlformats.org/drawingml/2006/main" noGrp="1"/>
          </p:cNvSpPr>
          <p:nvPr/>
        </p:nvSpPr>
        <p:spPr>
          <a:xfrm xmlns:a="http://schemas.openxmlformats.org/drawingml/2006/main">
            <a:off x="506730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2</a:t>
            </a:r>
          </a:p>
        </p:txBody>
      </p:sp>
      <p:sp>
        <p:nvSpPr>
          <p:cNvPr id="15" name="">
            <a:extLst xmlns:a="http://schemas.openxmlformats.org/drawingml/2006/main">
              <a:ext uri="{FF2B5EF4-FFF2-40B4-BE49-F238E27FC236}">
                <a16:creationId xmlns:a16="http://schemas.microsoft.com/office/drawing/2014/main" id="{7749AD7A-F558-458D-9935-8115E3F0EE96}"/>
              </a:ext>
            </a:extLst>
          </p:cNvPr>
          <p:cNvSpPr>
            <a:spLocks xmlns:a="http://schemas.openxmlformats.org/drawingml/2006/main" noGrp="1"/>
          </p:cNvSpPr>
          <p:nvPr/>
        </p:nvSpPr>
        <p:spPr>
          <a:xfrm xmlns:a="http://schemas.openxmlformats.org/drawingml/2006/main">
            <a:off x="453390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6" name="">
            <a:extLst xmlns:a="http://schemas.openxmlformats.org/drawingml/2006/main">
              <a:ext uri="{FF2B5EF4-FFF2-40B4-BE49-F238E27FC236}">
                <a16:creationId xmlns:a16="http://schemas.microsoft.com/office/drawing/2014/main" id="{A91D56EB-1DB8-4207-87A9-190C7347C24C}"/>
              </a:ext>
            </a:extLst>
          </p:cNvPr>
          <p:cNvSpPr>
            <a:spLocks xmlns:a="http://schemas.openxmlformats.org/drawingml/2006/main" noGrp="1"/>
          </p:cNvSpPr>
          <p:nvPr/>
        </p:nvSpPr>
        <p:spPr>
          <a:xfrm xmlns:a="http://schemas.openxmlformats.org/drawingml/2006/main">
            <a:off x="80391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89239373-186B-4DB2-AFBB-7C680E0C3EEC}"/>
              </a:ext>
            </a:extLst>
          </p:cNvPr>
          <p:cNvSpPr>
            <a:spLocks xmlns:a="http://schemas.openxmlformats.org/drawingml/2006/main" noGrp="1"/>
          </p:cNvSpPr>
          <p:nvPr/>
        </p:nvSpPr>
        <p:spPr>
          <a:xfrm xmlns:a="http://schemas.openxmlformats.org/drawingml/2006/main">
            <a:off x="82296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E1CEA46-4BEB-4074-9DAC-BB41DD6EC50B}"/>
              </a:ext>
            </a:extLst>
          </p:cNvPr>
          <p:cNvSpPr>
            <a:spLocks xmlns:a="http://schemas.openxmlformats.org/drawingml/2006/main" noGrp="1"/>
          </p:cNvSpPr>
          <p:nvPr/>
        </p:nvSpPr>
        <p:spPr>
          <a:xfrm xmlns:a="http://schemas.openxmlformats.org/drawingml/2006/main">
            <a:off x="82867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2DF5449B-A70F-4775-951B-333F039592AD}"/>
              </a:ext>
            </a:extLst>
          </p:cNvPr>
          <p:cNvSpPr>
            <a:spLocks xmlns:a="http://schemas.openxmlformats.org/drawingml/2006/main" noGrp="1"/>
          </p:cNvSpPr>
          <p:nvPr/>
        </p:nvSpPr>
        <p:spPr>
          <a:xfrm xmlns:a="http://schemas.openxmlformats.org/drawingml/2006/main">
            <a:off x="87820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3</a:t>
            </a:r>
          </a:p>
        </p:txBody>
      </p:sp>
      <p:sp>
        <p:nvSpPr>
          <p:cNvPr id="20" name="">
            <a:extLst xmlns:a="http://schemas.openxmlformats.org/drawingml/2006/main">
              <a:ext uri="{FF2B5EF4-FFF2-40B4-BE49-F238E27FC236}">
                <a16:creationId xmlns:a16="http://schemas.microsoft.com/office/drawing/2014/main" id="{621A9E1D-1329-4337-82A1-ABE07E6B6467}"/>
              </a:ext>
            </a:extLst>
          </p:cNvPr>
          <p:cNvSpPr>
            <a:spLocks xmlns:a="http://schemas.openxmlformats.org/drawingml/2006/main" noGrp="1"/>
          </p:cNvSpPr>
          <p:nvPr/>
        </p:nvSpPr>
        <p:spPr>
          <a:xfrm xmlns:a="http://schemas.openxmlformats.org/drawingml/2006/main">
            <a:off x="82486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1" name="">
            <a:extLst xmlns:a="http://schemas.openxmlformats.org/drawingml/2006/main">
              <a:ext uri="{FF2B5EF4-FFF2-40B4-BE49-F238E27FC236}">
                <a16:creationId xmlns:a16="http://schemas.microsoft.com/office/drawing/2014/main" id="{C6D74F62-2554-4B43-8D48-F10C2864F9EB}"/>
              </a:ext>
            </a:extLst>
          </p:cNvPr>
          <p:cNvSpPr>
            <a:spLocks xmlns:a="http://schemas.openxmlformats.org/drawingml/2006/main" noGrp="1"/>
          </p:cNvSpPr>
          <p:nvPr/>
        </p:nvSpPr>
        <p:spPr>
          <a:xfrm xmlns:a="http://schemas.openxmlformats.org/drawingml/2006/main">
            <a:off x="6096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F30E923D-7A26-4D6F-ABE7-C3432F1C15BC}"/>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755A4F1-E9C5-43DA-BA1C-2C42B45153A3}"/>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3FBE1143-EC40-4AF5-B956-6CA59152B661}"/>
              </a:ext>
            </a:extLst>
          </p:cNvPr>
          <p:cNvSpPr>
            <a:spLocks xmlns:a="http://schemas.openxmlformats.org/drawingml/2006/main" noGrp="1"/>
          </p:cNvSpPr>
          <p:nvPr/>
        </p:nvSpPr>
        <p:spPr>
          <a:xfrm xmlns:a="http://schemas.openxmlformats.org/drawingml/2006/main">
            <a:off x="13525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4</a:t>
            </a:r>
          </a:p>
        </p:txBody>
      </p:sp>
      <p:sp>
        <p:nvSpPr>
          <p:cNvPr id="25" name="">
            <a:extLst xmlns:a="http://schemas.openxmlformats.org/drawingml/2006/main">
              <a:ext uri="{FF2B5EF4-FFF2-40B4-BE49-F238E27FC236}">
                <a16:creationId xmlns:a16="http://schemas.microsoft.com/office/drawing/2014/main" id="{821F8770-4E18-451D-B950-8D0AF002D6EA}"/>
              </a:ext>
            </a:extLst>
          </p:cNvPr>
          <p:cNvSpPr>
            <a:spLocks xmlns:a="http://schemas.openxmlformats.org/drawingml/2006/main" noGrp="1"/>
          </p:cNvSpPr>
          <p:nvPr/>
        </p:nvSpPr>
        <p:spPr>
          <a:xfrm xmlns:a="http://schemas.openxmlformats.org/drawingml/2006/main">
            <a:off x="8191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6" name="">
            <a:extLst xmlns:a="http://schemas.openxmlformats.org/drawingml/2006/main">
              <a:ext uri="{FF2B5EF4-FFF2-40B4-BE49-F238E27FC236}">
                <a16:creationId xmlns:a16="http://schemas.microsoft.com/office/drawing/2014/main" id="{80BBDB29-4F28-4EA3-9C0A-D65B28ACDFA6}"/>
              </a:ext>
            </a:extLst>
          </p:cNvPr>
          <p:cNvSpPr>
            <a:spLocks xmlns:a="http://schemas.openxmlformats.org/drawingml/2006/main" noGrp="1"/>
          </p:cNvSpPr>
          <p:nvPr/>
        </p:nvSpPr>
        <p:spPr>
          <a:xfrm xmlns:a="http://schemas.openxmlformats.org/drawingml/2006/main">
            <a:off x="4324350" y="401955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7" name="">
            <a:extLst xmlns:a="http://schemas.openxmlformats.org/drawingml/2006/main">
              <a:ext uri="{FF2B5EF4-FFF2-40B4-BE49-F238E27FC236}">
                <a16:creationId xmlns:a16="http://schemas.microsoft.com/office/drawing/2014/main" id="{872D363C-A0D3-4092-8EBA-C7496BB14FE2}"/>
              </a:ext>
            </a:extLst>
          </p:cNvPr>
          <p:cNvSpPr>
            <a:spLocks xmlns:a="http://schemas.openxmlformats.org/drawingml/2006/main" noGrp="1"/>
          </p:cNvSpPr>
          <p:nvPr/>
        </p:nvSpPr>
        <p:spPr>
          <a:xfrm xmlns:a="http://schemas.openxmlformats.org/drawingml/2006/main">
            <a:off x="451485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031B6811-69A1-463C-9376-F7D538598803}"/>
              </a:ext>
            </a:extLst>
          </p:cNvPr>
          <p:cNvSpPr>
            <a:spLocks xmlns:a="http://schemas.openxmlformats.org/drawingml/2006/main" noGrp="1"/>
          </p:cNvSpPr>
          <p:nvPr/>
        </p:nvSpPr>
        <p:spPr>
          <a:xfrm xmlns:a="http://schemas.openxmlformats.org/drawingml/2006/main">
            <a:off x="457200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05</a:t>
            </a:r>
          </a:p>
        </p:txBody>
      </p:sp>
      <p:sp>
        <p:nvSpPr>
          <p:cNvPr id="29" name="">
            <a:extLst xmlns:a="http://schemas.openxmlformats.org/drawingml/2006/main">
              <a:ext uri="{FF2B5EF4-FFF2-40B4-BE49-F238E27FC236}">
                <a16:creationId xmlns:a16="http://schemas.microsoft.com/office/drawing/2014/main" id="{DBC4850B-5811-4605-AAE7-EF519AF2F65A}"/>
              </a:ext>
            </a:extLst>
          </p:cNvPr>
          <p:cNvSpPr>
            <a:spLocks xmlns:a="http://schemas.openxmlformats.org/drawingml/2006/main" noGrp="1"/>
          </p:cNvSpPr>
          <p:nvPr/>
        </p:nvSpPr>
        <p:spPr>
          <a:xfrm xmlns:a="http://schemas.openxmlformats.org/drawingml/2006/main">
            <a:off x="506730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5</a:t>
            </a:r>
          </a:p>
        </p:txBody>
      </p:sp>
      <p:sp>
        <p:nvSpPr>
          <p:cNvPr id="30" name="">
            <a:extLst xmlns:a="http://schemas.openxmlformats.org/drawingml/2006/main">
              <a:ext uri="{FF2B5EF4-FFF2-40B4-BE49-F238E27FC236}">
                <a16:creationId xmlns:a16="http://schemas.microsoft.com/office/drawing/2014/main" id="{F5409E60-53A9-420E-BA1D-B3616A8F7239}"/>
              </a:ext>
            </a:extLst>
          </p:cNvPr>
          <p:cNvSpPr>
            <a:spLocks xmlns:a="http://schemas.openxmlformats.org/drawingml/2006/main" noGrp="1"/>
          </p:cNvSpPr>
          <p:nvPr/>
        </p:nvSpPr>
        <p:spPr>
          <a:xfrm xmlns:a="http://schemas.openxmlformats.org/drawingml/2006/main">
            <a:off x="453390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1" name="">
            <a:extLst xmlns:a="http://schemas.openxmlformats.org/drawingml/2006/main">
              <a:ext uri="{FF2B5EF4-FFF2-40B4-BE49-F238E27FC236}">
                <a16:creationId xmlns:a16="http://schemas.microsoft.com/office/drawing/2014/main" id="{F177D1D8-620C-43CD-8614-4EFC224D5E18}"/>
              </a:ext>
            </a:extLst>
          </p:cNvPr>
          <p:cNvSpPr>
            <a:spLocks xmlns:a="http://schemas.openxmlformats.org/drawingml/2006/main" noGrp="1"/>
          </p:cNvSpPr>
          <p:nvPr/>
        </p:nvSpPr>
        <p:spPr>
          <a:xfrm xmlns:a="http://schemas.openxmlformats.org/drawingml/2006/main">
            <a:off x="80391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32" name="">
            <a:extLst xmlns:a="http://schemas.openxmlformats.org/drawingml/2006/main">
              <a:ext uri="{FF2B5EF4-FFF2-40B4-BE49-F238E27FC236}">
                <a16:creationId xmlns:a16="http://schemas.microsoft.com/office/drawing/2014/main" id="{343A5864-3DA1-470E-9476-EAD8646F1F7F}"/>
              </a:ext>
            </a:extLst>
          </p:cNvPr>
          <p:cNvSpPr>
            <a:spLocks xmlns:a="http://schemas.openxmlformats.org/drawingml/2006/main" noGrp="1"/>
          </p:cNvSpPr>
          <p:nvPr/>
        </p:nvSpPr>
        <p:spPr>
          <a:xfrm xmlns:a="http://schemas.openxmlformats.org/drawingml/2006/main">
            <a:off x="82296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7BC4DC51-87F5-45A4-99CD-991BB44FDED0}"/>
              </a:ext>
            </a:extLst>
          </p:cNvPr>
          <p:cNvSpPr>
            <a:spLocks xmlns:a="http://schemas.openxmlformats.org/drawingml/2006/main" noGrp="1"/>
          </p:cNvSpPr>
          <p:nvPr/>
        </p:nvSpPr>
        <p:spPr>
          <a:xfrm xmlns:a="http://schemas.openxmlformats.org/drawingml/2006/main">
            <a:off x="82867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06</a:t>
            </a:r>
          </a:p>
        </p:txBody>
      </p:sp>
      <p:sp>
        <p:nvSpPr>
          <p:cNvPr id="34" name="">
            <a:extLst xmlns:a="http://schemas.openxmlformats.org/drawingml/2006/main">
              <a:ext uri="{FF2B5EF4-FFF2-40B4-BE49-F238E27FC236}">
                <a16:creationId xmlns:a16="http://schemas.microsoft.com/office/drawing/2014/main" id="{1BA54CB3-A326-449C-89DB-A47CB5FADB0F}"/>
              </a:ext>
            </a:extLst>
          </p:cNvPr>
          <p:cNvSpPr>
            <a:spLocks xmlns:a="http://schemas.openxmlformats.org/drawingml/2006/main" noGrp="1"/>
          </p:cNvSpPr>
          <p:nvPr/>
        </p:nvSpPr>
        <p:spPr>
          <a:xfrm xmlns:a="http://schemas.openxmlformats.org/drawingml/2006/main">
            <a:off x="87820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6</a:t>
            </a:r>
          </a:p>
        </p:txBody>
      </p:sp>
      <p:sp>
        <p:nvSpPr>
          <p:cNvPr id="35" name="">
            <a:extLst xmlns:a="http://schemas.openxmlformats.org/drawingml/2006/main">
              <a:ext uri="{FF2B5EF4-FFF2-40B4-BE49-F238E27FC236}">
                <a16:creationId xmlns:a16="http://schemas.microsoft.com/office/drawing/2014/main" id="{8C2431B1-589E-4DD1-A8EB-334EBF7F6193}"/>
              </a:ext>
            </a:extLst>
          </p:cNvPr>
          <p:cNvSpPr>
            <a:spLocks xmlns:a="http://schemas.openxmlformats.org/drawingml/2006/main" noGrp="1"/>
          </p:cNvSpPr>
          <p:nvPr/>
        </p:nvSpPr>
        <p:spPr>
          <a:xfrm xmlns:a="http://schemas.openxmlformats.org/drawingml/2006/main">
            <a:off x="82486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6" name="">
            <a:extLst xmlns:a="http://schemas.openxmlformats.org/drawingml/2006/main">
              <a:ext uri="{FF2B5EF4-FFF2-40B4-BE49-F238E27FC236}">
                <a16:creationId xmlns:a16="http://schemas.microsoft.com/office/drawing/2014/main" id="{09C77869-E45C-4BDC-858C-A5AB6052E32F}"/>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95CAB6F4-626A-4169-82ED-58DED70F19D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8" name="">
            <a:extLst xmlns:a="http://schemas.openxmlformats.org/drawingml/2006/main">
              <a:ext uri="{FF2B5EF4-FFF2-40B4-BE49-F238E27FC236}">
                <a16:creationId xmlns:a16="http://schemas.microsoft.com/office/drawing/2014/main" id="{FB4E337E-45DE-485A-9604-BDF1E68AE73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457488282"/>
      </p:ext>
    </p:extLst>
  </p:cSld>
</p:sld>
</file>

<file path=ppt/slides/slide14.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E5E2D46-3FD5-493B-A41E-DB4C9B83CEB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clock</a:t>
            </a:r>
          </a:p>
        </p:txBody>
      </p:sp>
      <p:sp>
        <p:nvSpPr>
          <p:cNvPr id="2" name="">
            <a:extLst xmlns:a="http://schemas.openxmlformats.org/drawingml/2006/main">
              <a:ext uri="{FF2B5EF4-FFF2-40B4-BE49-F238E27FC236}">
                <a16:creationId xmlns:a16="http://schemas.microsoft.com/office/drawing/2014/main" id="{CC3255F5-DA57-4E4E-91F0-C8179CFF104C}"/>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3EB5DE4-BBDF-40E1-9DC7-5361425F17A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327410-57C3-42FA-8769-5C76EE6491F4}"/>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A205EDBB-0532-41E1-9281-9A3822DD7CC8}"/>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5B3A5429-14F5-4157-91A4-C4DC13DF1DAD}"/>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046E8DD-39F3-401A-82DC-37AF16D66C17}"/>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AF10D36-BD6F-40A2-8C25-2BFC639722F0}"/>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12D1D5C8-30D0-4D28-A354-C80AD33327AA}"/>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12 to 3</a:t>
            </a:r>
          </a:p>
        </p:txBody>
      </p:sp>
      <p:sp>
        <p:nvSpPr>
          <p:cNvPr id="10" name="">
            <a:extLst xmlns:a="http://schemas.openxmlformats.org/drawingml/2006/main">
              <a:ext uri="{FF2B5EF4-FFF2-40B4-BE49-F238E27FC236}">
                <a16:creationId xmlns:a16="http://schemas.microsoft.com/office/drawing/2014/main" id="{D75FF059-867A-4EB9-86BB-9E65B5C7621D}"/>
              </a:ext>
            </a:extLst>
          </p:cNvPr>
          <p:cNvSpPr>
            <a:spLocks xmlns:a="http://schemas.openxmlformats.org/drawingml/2006/main" noGrp="1"/>
          </p:cNvSpPr>
          <p:nvPr/>
        </p:nvSpPr>
        <p:spPr>
          <a:xfrm xmlns:a="http://schemas.openxmlformats.org/drawingml/2006/main">
            <a:off x="819150"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11" name="">
            <a:extLst xmlns:a="http://schemas.openxmlformats.org/drawingml/2006/main">
              <a:ext uri="{FF2B5EF4-FFF2-40B4-BE49-F238E27FC236}">
                <a16:creationId xmlns:a16="http://schemas.microsoft.com/office/drawing/2014/main" id="{7A8EDA20-14BC-440E-A86E-45B7A6ED81AA}"/>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A8FF1F70-FB7A-417D-A80C-BC054883802D}"/>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A21EC88-88AD-4C70-8248-4AEB1AA688C9}"/>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4EAEE917-7F97-498E-90A6-D6DF14F2EDA0}"/>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3 to 6</a:t>
            </a:r>
          </a:p>
        </p:txBody>
      </p:sp>
      <p:sp>
        <p:nvSpPr>
          <p:cNvPr id="15" name="">
            <a:extLst xmlns:a="http://schemas.openxmlformats.org/drawingml/2006/main">
              <a:ext uri="{FF2B5EF4-FFF2-40B4-BE49-F238E27FC236}">
                <a16:creationId xmlns:a16="http://schemas.microsoft.com/office/drawing/2014/main" id="{74864E53-C57E-4D6D-90BC-F08AC207635C}"/>
              </a:ext>
            </a:extLst>
          </p:cNvPr>
          <p:cNvSpPr>
            <a:spLocks xmlns:a="http://schemas.openxmlformats.org/drawingml/2006/main" noGrp="1"/>
          </p:cNvSpPr>
          <p:nvPr/>
        </p:nvSpPr>
        <p:spPr>
          <a:xfrm xmlns:a="http://schemas.openxmlformats.org/drawingml/2006/main">
            <a:off x="6391275"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16" name="">
            <a:extLst xmlns:a="http://schemas.openxmlformats.org/drawingml/2006/main">
              <a:ext uri="{FF2B5EF4-FFF2-40B4-BE49-F238E27FC236}">
                <a16:creationId xmlns:a16="http://schemas.microsoft.com/office/drawing/2014/main" id="{E481A0BB-8231-4B40-BF07-1EFC4A082404}"/>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2F46849D-8AE5-4054-BA14-63FDAF66717D}"/>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DB217D4-DA6C-4F38-8C3D-C166F7CE988D}"/>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33443805-EADF-4074-9275-ED32E9A07A2B}"/>
              </a:ext>
            </a:extLst>
          </p:cNvPr>
          <p:cNvSpPr>
            <a:spLocks xmlns:a="http://schemas.openxmlformats.org/drawingml/2006/main" noGrp="1"/>
          </p:cNvSpPr>
          <p:nvPr/>
        </p:nvSpPr>
        <p:spPr>
          <a:xfrm xmlns:a="http://schemas.openxmlformats.org/drawingml/2006/main">
            <a:off x="1352550"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9 to 12</a:t>
            </a:r>
          </a:p>
        </p:txBody>
      </p:sp>
      <p:sp>
        <p:nvSpPr>
          <p:cNvPr id="20" name="">
            <a:extLst xmlns:a="http://schemas.openxmlformats.org/drawingml/2006/main">
              <a:ext uri="{FF2B5EF4-FFF2-40B4-BE49-F238E27FC236}">
                <a16:creationId xmlns:a16="http://schemas.microsoft.com/office/drawing/2014/main" id="{E0A4A44C-8A2D-48A5-8708-C9112CCD4632}"/>
              </a:ext>
            </a:extLst>
          </p:cNvPr>
          <p:cNvSpPr>
            <a:spLocks xmlns:a="http://schemas.openxmlformats.org/drawingml/2006/main" noGrp="1"/>
          </p:cNvSpPr>
          <p:nvPr/>
        </p:nvSpPr>
        <p:spPr>
          <a:xfrm xmlns:a="http://schemas.openxmlformats.org/drawingml/2006/main">
            <a:off x="819150"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21" name="">
            <a:extLst xmlns:a="http://schemas.openxmlformats.org/drawingml/2006/main">
              <a:ext uri="{FF2B5EF4-FFF2-40B4-BE49-F238E27FC236}">
                <a16:creationId xmlns:a16="http://schemas.microsoft.com/office/drawing/2014/main" id="{F0080714-CD00-4F1A-BF33-F315C9F9FA7A}"/>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7B0D967A-C2A5-4851-BE85-767EEC81FBC4}"/>
              </a:ext>
            </a:extLst>
          </p:cNvPr>
          <p:cNvSpPr>
            <a:spLocks xmlns:a="http://schemas.openxmlformats.org/drawingml/2006/main" noGrp="1"/>
          </p:cNvSpPr>
          <p:nvPr/>
        </p:nvSpPr>
        <p:spPr>
          <a:xfrm xmlns:a="http://schemas.openxmlformats.org/drawingml/2006/main">
            <a:off x="6372225"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F5C1864-CE5B-4039-9CE0-EC44E6D65BCA}"/>
              </a:ext>
            </a:extLst>
          </p:cNvPr>
          <p:cNvSpPr>
            <a:spLocks xmlns:a="http://schemas.openxmlformats.org/drawingml/2006/main" noGrp="1"/>
          </p:cNvSpPr>
          <p:nvPr/>
        </p:nvSpPr>
        <p:spPr>
          <a:xfrm xmlns:a="http://schemas.openxmlformats.org/drawingml/2006/main">
            <a:off x="6429375"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80DF3681-9381-4742-8DCD-A460AD071DC4}"/>
              </a:ext>
            </a:extLst>
          </p:cNvPr>
          <p:cNvSpPr>
            <a:spLocks xmlns:a="http://schemas.openxmlformats.org/drawingml/2006/main" noGrp="1"/>
          </p:cNvSpPr>
          <p:nvPr/>
        </p:nvSpPr>
        <p:spPr>
          <a:xfrm xmlns:a="http://schemas.openxmlformats.org/drawingml/2006/main">
            <a:off x="6924675"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6 to 9</a:t>
            </a:r>
          </a:p>
        </p:txBody>
      </p:sp>
      <p:sp>
        <p:nvSpPr>
          <p:cNvPr id="25" name="">
            <a:extLst xmlns:a="http://schemas.openxmlformats.org/drawingml/2006/main">
              <a:ext uri="{FF2B5EF4-FFF2-40B4-BE49-F238E27FC236}">
                <a16:creationId xmlns:a16="http://schemas.microsoft.com/office/drawing/2014/main" id="{7198D566-362F-463F-9EF7-5D4473C1866D}"/>
              </a:ext>
            </a:extLst>
          </p:cNvPr>
          <p:cNvSpPr>
            <a:spLocks xmlns:a="http://schemas.openxmlformats.org/drawingml/2006/main" noGrp="1"/>
          </p:cNvSpPr>
          <p:nvPr/>
        </p:nvSpPr>
        <p:spPr>
          <a:xfrm xmlns:a="http://schemas.openxmlformats.org/drawingml/2006/main">
            <a:off x="6391275"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26" name="">
            <a:extLst xmlns:a="http://schemas.openxmlformats.org/drawingml/2006/main">
              <a:ext uri="{FF2B5EF4-FFF2-40B4-BE49-F238E27FC236}">
                <a16:creationId xmlns:a16="http://schemas.microsoft.com/office/drawing/2014/main" id="{9175D66F-AC15-4A0B-8E0D-CF91AA3527B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67BAA63-1BE5-4E4D-ABED-34BEF7B48F7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8" name="">
            <a:extLst xmlns:a="http://schemas.openxmlformats.org/drawingml/2006/main">
              <a:ext uri="{FF2B5EF4-FFF2-40B4-BE49-F238E27FC236}">
                <a16:creationId xmlns:a16="http://schemas.microsoft.com/office/drawing/2014/main" id="{105897F6-A5F1-4425-88D1-C1514062598B}"/>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561557329"/>
      </p:ext>
    </p:extLst>
  </p:cSld>
</p:sld>
</file>

<file path=ppt/slides/slide15.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B5C0B3F-E802-4608-B645-D56DA19AB0E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Think–Pair–Share</a:t>
            </a:r>
          </a:p>
        </p:txBody>
      </p:sp>
      <p:sp>
        <p:nvSpPr>
          <p:cNvPr id="2" name="">
            <a:extLst xmlns:a="http://schemas.openxmlformats.org/drawingml/2006/main">
              <a:ext uri="{FF2B5EF4-FFF2-40B4-BE49-F238E27FC236}">
                <a16:creationId xmlns:a16="http://schemas.microsoft.com/office/drawing/2014/main" id="{1FB69403-F45B-4956-BBF2-4377C2C5886A}"/>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E030DDCB-F9FE-4B87-91F3-2990B1AF40A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14468E-08BB-4347-B89B-2755FE03C14B}"/>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621B76DB-E8C3-43C0-9A07-9CBD9EBB25D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A010EDCD-7E71-41BD-995F-7D5CA1424CBC}"/>
              </a:ext>
            </a:extLst>
          </p:cNvPr>
          <p:cNvSpPr>
            <a:spLocks xmlns:a="http://schemas.openxmlformats.org/drawingml/2006/main" noGrp="1"/>
          </p:cNvSpPr>
          <p:nvPr/>
        </p:nvSpPr>
        <p:spPr>
          <a:xfrm xmlns:a="http://schemas.openxmlformats.org/drawingml/2006/main">
            <a:off x="6096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6D81048-2752-414C-8CAB-6713A4BA3EB2}"/>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first recall</a:t>
            </a:r>
          </a:p>
        </p:txBody>
      </p:sp>
      <p:sp>
        <p:nvSpPr>
          <p:cNvPr id="8" name="">
            <a:extLst xmlns:a="http://schemas.openxmlformats.org/drawingml/2006/main">
              <a:ext uri="{FF2B5EF4-FFF2-40B4-BE49-F238E27FC236}">
                <a16:creationId xmlns:a16="http://schemas.microsoft.com/office/drawing/2014/main" id="{8E7995E3-76BB-4228-92FE-49369FC516CF}"/>
              </a:ext>
            </a:extLst>
          </p:cNvPr>
          <p:cNvSpPr>
            <a:spLocks xmlns:a="http://schemas.openxmlformats.org/drawingml/2006/main" noGrp="1"/>
          </p:cNvSpPr>
          <p:nvPr/>
        </p:nvSpPr>
        <p:spPr>
          <a:xfrm xmlns:a="http://schemas.openxmlformats.org/drawingml/2006/main">
            <a:off x="7810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9BC9D418-C0B6-45E8-BE68-A10923A632BF}"/>
              </a:ext>
            </a:extLst>
          </p:cNvPr>
          <p:cNvSpPr>
            <a:spLocks xmlns:a="http://schemas.openxmlformats.org/drawingml/2006/main" noGrp="1"/>
          </p:cNvSpPr>
          <p:nvPr/>
        </p:nvSpPr>
        <p:spPr>
          <a:xfrm xmlns:a="http://schemas.openxmlformats.org/drawingml/2006/main">
            <a:off x="4324350" y="2247900"/>
            <a:ext cx="3543300"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85C66F1E-83A4-4E3C-B367-F9E72328F49A}"/>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Partner discussion</a:t>
            </a:r>
          </a:p>
        </p:txBody>
      </p:sp>
      <p:sp>
        <p:nvSpPr>
          <p:cNvPr id="11" name="">
            <a:extLst xmlns:a="http://schemas.openxmlformats.org/drawingml/2006/main">
              <a:ext uri="{FF2B5EF4-FFF2-40B4-BE49-F238E27FC236}">
                <a16:creationId xmlns:a16="http://schemas.microsoft.com/office/drawing/2014/main" id="{F6C6F5AF-4EF8-49C4-89A0-EA4298C15E63}"/>
              </a:ext>
            </a:extLst>
          </p:cNvPr>
          <p:cNvSpPr>
            <a:spLocks xmlns:a="http://schemas.openxmlformats.org/drawingml/2006/main" noGrp="1"/>
          </p:cNvSpPr>
          <p:nvPr/>
        </p:nvSpPr>
        <p:spPr>
          <a:xfrm xmlns:a="http://schemas.openxmlformats.org/drawingml/2006/main">
            <a:off x="449580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B9E44745-1598-47AD-B251-5093E8A4EBAC}"/>
              </a:ext>
            </a:extLst>
          </p:cNvPr>
          <p:cNvSpPr>
            <a:spLocks xmlns:a="http://schemas.openxmlformats.org/drawingml/2006/main" noGrp="1"/>
          </p:cNvSpPr>
          <p:nvPr/>
        </p:nvSpPr>
        <p:spPr>
          <a:xfrm xmlns:a="http://schemas.openxmlformats.org/drawingml/2006/main">
            <a:off x="80391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FC654039-9071-47DF-89FD-112B5C7CB35A}"/>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improved answer</a:t>
            </a:r>
          </a:p>
        </p:txBody>
      </p:sp>
      <p:sp>
        <p:nvSpPr>
          <p:cNvPr id="14" name="">
            <a:extLst xmlns:a="http://schemas.openxmlformats.org/drawingml/2006/main">
              <a:ext uri="{FF2B5EF4-FFF2-40B4-BE49-F238E27FC236}">
                <a16:creationId xmlns:a16="http://schemas.microsoft.com/office/drawing/2014/main" id="{9591DE7F-A513-40BE-B949-15F2E68BBCAF}"/>
              </a:ext>
            </a:extLst>
          </p:cNvPr>
          <p:cNvSpPr>
            <a:spLocks xmlns:a="http://schemas.openxmlformats.org/drawingml/2006/main" noGrp="1"/>
          </p:cNvSpPr>
          <p:nvPr/>
        </p:nvSpPr>
        <p:spPr>
          <a:xfrm xmlns:a="http://schemas.openxmlformats.org/drawingml/2006/main">
            <a:off x="82105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05293632-4230-4AB4-A233-F5BB4CB1C778}"/>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4111F41-4343-4DDB-BD29-146A87B144DC}"/>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7" name="">
            <a:extLst xmlns:a="http://schemas.openxmlformats.org/drawingml/2006/main">
              <a:ext uri="{FF2B5EF4-FFF2-40B4-BE49-F238E27FC236}">
                <a16:creationId xmlns:a16="http://schemas.microsoft.com/office/drawing/2014/main" id="{F093E622-0AC9-408B-8806-19C704D579C9}"/>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0509185"/>
      </p:ext>
    </p:extLst>
  </p:cSld>
</p:sld>
</file>

<file path=ppt/slides/slide16.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E19A201-AE99-4485-8FE4-EBB388234C4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Connection notebook</a:t>
            </a:r>
          </a:p>
        </p:txBody>
      </p:sp>
      <p:sp>
        <p:nvSpPr>
          <p:cNvPr id="2" name="">
            <a:extLst xmlns:a="http://schemas.openxmlformats.org/drawingml/2006/main">
              <a:ext uri="{FF2B5EF4-FFF2-40B4-BE49-F238E27FC236}">
                <a16:creationId xmlns:a16="http://schemas.microsoft.com/office/drawing/2014/main" id="{ADF57514-1190-4C01-9A72-BBEE4F6BBBB3}"/>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B202C8EA-6B10-4574-BC88-307D8AC647A5}"/>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63C24B-6684-41A9-8142-4E24D4E2B3D9}"/>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A7C084D0-81B0-417D-80FF-7E8C9537C86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6FB4458F-FA82-4B39-899E-88A7307D11D0}"/>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B1989F7C-F128-46BB-AF3E-9C79EB805901}"/>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First idea</a:t>
            </a:r>
          </a:p>
        </p:txBody>
      </p:sp>
      <p:sp>
        <p:nvSpPr>
          <p:cNvPr id="8" name="">
            <a:extLst xmlns:a="http://schemas.openxmlformats.org/drawingml/2006/main">
              <a:ext uri="{FF2B5EF4-FFF2-40B4-BE49-F238E27FC236}">
                <a16:creationId xmlns:a16="http://schemas.microsoft.com/office/drawing/2014/main" id="{A1797075-56AB-40AC-B7AF-4AD36AC6507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9A47C4E9-2BD1-4F14-BE44-C2623003DB4C}"/>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574A571D-D427-4C5D-8C83-7A47E217F760}"/>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Second idea</a:t>
            </a:r>
          </a:p>
        </p:txBody>
      </p:sp>
      <p:sp>
        <p:nvSpPr>
          <p:cNvPr id="11" name="">
            <a:extLst xmlns:a="http://schemas.openxmlformats.org/drawingml/2006/main">
              <a:ext uri="{FF2B5EF4-FFF2-40B4-BE49-F238E27FC236}">
                <a16:creationId xmlns:a16="http://schemas.microsoft.com/office/drawing/2014/main" id="{4BBE536D-9454-45AE-BE10-2B7ED5900DF0}"/>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C3958AAB-5DEE-4B1E-A4C0-C037150B5CFD}"/>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0200067F-7A5A-41B2-B8F2-791885707C5F}"/>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How they connect</a:t>
            </a:r>
          </a:p>
        </p:txBody>
      </p:sp>
      <p:sp>
        <p:nvSpPr>
          <p:cNvPr id="14" name="">
            <a:extLst xmlns:a="http://schemas.openxmlformats.org/drawingml/2006/main">
              <a:ext uri="{FF2B5EF4-FFF2-40B4-BE49-F238E27FC236}">
                <a16:creationId xmlns:a16="http://schemas.microsoft.com/office/drawing/2014/main" id="{ADA3BAA8-E3DD-4DCC-8F90-4193D202CB4E}"/>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DEFFFF62-3EDC-49A7-8254-1BFF5F7246F6}"/>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2DB8C2A4-841D-481B-8B1A-8486CEFCB518}"/>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Example or explanation</a:t>
            </a:r>
          </a:p>
        </p:txBody>
      </p:sp>
      <p:sp>
        <p:nvSpPr>
          <p:cNvPr id="17" name="">
            <a:extLst xmlns:a="http://schemas.openxmlformats.org/drawingml/2006/main">
              <a:ext uri="{FF2B5EF4-FFF2-40B4-BE49-F238E27FC236}">
                <a16:creationId xmlns:a16="http://schemas.microsoft.com/office/drawing/2014/main" id="{B64FF38B-5CA5-4F8D-8DC9-692933D97E99}"/>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B23CD263-EC14-4FA2-BD83-BFE8C90E20F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5D36903-4848-4720-BBD6-E2A7CDCA963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1DFC427B-ED1B-4027-9838-808CC1BF5D36}"/>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621310382"/>
      </p:ext>
    </p:extLst>
  </p:cSld>
</p:sld>
</file>

<file path=ppt/slides/slide17.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5B24B68-E3B7-426B-814B-0DB4A1524C3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Low-stakes mini-quiz</a:t>
            </a:r>
          </a:p>
        </p:txBody>
      </p:sp>
      <p:sp>
        <p:nvSpPr>
          <p:cNvPr id="2" name="">
            <a:extLst xmlns:a="http://schemas.openxmlformats.org/drawingml/2006/main">
              <a:ext uri="{FF2B5EF4-FFF2-40B4-BE49-F238E27FC236}">
                <a16:creationId xmlns:a16="http://schemas.microsoft.com/office/drawing/2014/main" id="{16AEAB6E-DCFC-4B3D-A0A0-309E40F573BA}"/>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FA84DFE-6B21-4ADB-85DB-6E4B9EA9867B}"/>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ACE51C-E319-4017-B093-F53139ED982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757B4D5B-2BA2-4D27-9E1D-9DF0FD6E303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79AAAAB5-C5E4-4F88-8E99-74B94D92979A}"/>
              </a:ext>
            </a:extLst>
          </p:cNvPr>
          <p:cNvSpPr>
            <a:spLocks xmlns:a="http://schemas.openxmlformats.org/drawingml/2006/main" noGrp="1"/>
          </p:cNvSpPr>
          <p:nvPr/>
        </p:nvSpPr>
        <p:spPr>
          <a:xfrm xmlns:a="http://schemas.openxmlformats.org/drawingml/2006/main">
            <a:off x="609600" y="2247900"/>
            <a:ext cx="10972800" cy="71437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93F0577-2266-43DD-888B-56F5C3FBB95B}"/>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1  [Your question]</a:t>
            </a:r>
          </a:p>
        </p:txBody>
      </p:sp>
      <p:sp>
        <p:nvSpPr>
          <p:cNvPr id="8" name="">
            <a:extLst xmlns:a="http://schemas.openxmlformats.org/drawingml/2006/main">
              <a:ext uri="{FF2B5EF4-FFF2-40B4-BE49-F238E27FC236}">
                <a16:creationId xmlns:a16="http://schemas.microsoft.com/office/drawing/2014/main" id="{FAB7F26A-5E87-4BB2-953D-5C5FC64AC838}"/>
              </a:ext>
            </a:extLst>
          </p:cNvPr>
          <p:cNvSpPr>
            <a:spLocks xmlns:a="http://schemas.openxmlformats.org/drawingml/2006/main" noGrp="1"/>
          </p:cNvSpPr>
          <p:nvPr/>
        </p:nvSpPr>
        <p:spPr>
          <a:xfrm xmlns:a="http://schemas.openxmlformats.org/drawingml/2006/main">
            <a:off x="609600" y="3133725"/>
            <a:ext cx="10972800" cy="71437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9D2197D2-BC73-490F-910B-0D3C03833A09}"/>
              </a:ext>
            </a:extLst>
          </p:cNvPr>
          <p:cNvSpPr>
            <a:spLocks xmlns:a="http://schemas.openxmlformats.org/drawingml/2006/main" noGrp="1"/>
          </p:cNvSpPr>
          <p:nvPr/>
        </p:nvSpPr>
        <p:spPr>
          <a:xfrm xmlns:a="http://schemas.openxmlformats.org/drawingml/2006/main">
            <a:off x="781050" y="32670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2  [Your question]</a:t>
            </a:r>
          </a:p>
        </p:txBody>
      </p:sp>
      <p:sp>
        <p:nvSpPr>
          <p:cNvPr id="10" name="">
            <a:extLst xmlns:a="http://schemas.openxmlformats.org/drawingml/2006/main">
              <a:ext uri="{FF2B5EF4-FFF2-40B4-BE49-F238E27FC236}">
                <a16:creationId xmlns:a16="http://schemas.microsoft.com/office/drawing/2014/main" id="{70CDC65A-C39F-4DBD-8A57-7C109A19E25C}"/>
              </a:ext>
            </a:extLst>
          </p:cNvPr>
          <p:cNvSpPr>
            <a:spLocks xmlns:a="http://schemas.openxmlformats.org/drawingml/2006/main" noGrp="1"/>
          </p:cNvSpPr>
          <p:nvPr/>
        </p:nvSpPr>
        <p:spPr>
          <a:xfrm xmlns:a="http://schemas.openxmlformats.org/drawingml/2006/main">
            <a:off x="609600" y="4019550"/>
            <a:ext cx="10972800" cy="714375"/>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5B1A46CA-5D7E-408E-A98B-7108FEC45AA9}"/>
              </a:ext>
            </a:extLst>
          </p:cNvPr>
          <p:cNvSpPr>
            <a:spLocks xmlns:a="http://schemas.openxmlformats.org/drawingml/2006/main" noGrp="1"/>
          </p:cNvSpPr>
          <p:nvPr/>
        </p:nvSpPr>
        <p:spPr>
          <a:xfrm xmlns:a="http://schemas.openxmlformats.org/drawingml/2006/main">
            <a:off x="781050" y="41529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3  [Your question]</a:t>
            </a:r>
          </a:p>
        </p:txBody>
      </p:sp>
      <p:sp>
        <p:nvSpPr>
          <p:cNvPr id="12" name="">
            <a:extLst xmlns:a="http://schemas.openxmlformats.org/drawingml/2006/main">
              <a:ext uri="{FF2B5EF4-FFF2-40B4-BE49-F238E27FC236}">
                <a16:creationId xmlns:a16="http://schemas.microsoft.com/office/drawing/2014/main" id="{0362C244-4B5F-48F0-8A25-C1B5839F6ABC}"/>
              </a:ext>
            </a:extLst>
          </p:cNvPr>
          <p:cNvSpPr>
            <a:spLocks xmlns:a="http://schemas.openxmlformats.org/drawingml/2006/main" noGrp="1"/>
          </p:cNvSpPr>
          <p:nvPr/>
        </p:nvSpPr>
        <p:spPr>
          <a:xfrm xmlns:a="http://schemas.openxmlformats.org/drawingml/2006/main">
            <a:off x="609600" y="4905375"/>
            <a:ext cx="10972800" cy="714375"/>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5B26EF27-CAF5-491C-8250-79E59070D9D9}"/>
              </a:ext>
            </a:extLst>
          </p:cNvPr>
          <p:cNvSpPr>
            <a:spLocks xmlns:a="http://schemas.openxmlformats.org/drawingml/2006/main" noGrp="1"/>
          </p:cNvSpPr>
          <p:nvPr/>
        </p:nvSpPr>
        <p:spPr>
          <a:xfrm xmlns:a="http://schemas.openxmlformats.org/drawingml/2006/main">
            <a:off x="781050" y="5038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4  [Your question]</a:t>
            </a:r>
          </a:p>
        </p:txBody>
      </p:sp>
      <p:sp>
        <p:nvSpPr>
          <p:cNvPr id="14" name="">
            <a:extLst xmlns:a="http://schemas.openxmlformats.org/drawingml/2006/main">
              <a:ext uri="{FF2B5EF4-FFF2-40B4-BE49-F238E27FC236}">
                <a16:creationId xmlns:a16="http://schemas.microsoft.com/office/drawing/2014/main" id="{005DAAD8-8E68-4DA3-8F8F-F721D007FB2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3771239-263A-4394-8342-D39BE956F460}"/>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6" name="">
            <a:extLst xmlns:a="http://schemas.openxmlformats.org/drawingml/2006/main">
              <a:ext uri="{FF2B5EF4-FFF2-40B4-BE49-F238E27FC236}">
                <a16:creationId xmlns:a16="http://schemas.microsoft.com/office/drawing/2014/main" id="{C19827B5-2D44-4344-9106-F35F8677DCE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489010941"/>
      </p:ext>
    </p:extLst>
  </p:cSld>
</p:sld>
</file>

<file path=ppt/slides/slide18.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8ACDEEB-20A3-4C57-B8F6-7E97D2CA1E3C}"/>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Retrieval relay</a:t>
            </a:r>
          </a:p>
        </p:txBody>
      </p:sp>
      <p:sp>
        <p:nvSpPr>
          <p:cNvPr id="2" name="">
            <a:extLst xmlns:a="http://schemas.openxmlformats.org/drawingml/2006/main">
              <a:ext uri="{FF2B5EF4-FFF2-40B4-BE49-F238E27FC236}">
                <a16:creationId xmlns:a16="http://schemas.microsoft.com/office/drawing/2014/main" id="{8228406C-9711-4F1D-9F59-72A6CE9C8A4B}"/>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089EFB5-19E8-47E0-9189-2C2298C6E4F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218F956-9FD6-4727-BD75-22C79AAC6F6F}"/>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112C8509-4F95-430B-B4AB-FDC7A3731F20}"/>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D4E47E26-CC7B-42A9-86C1-A241857F502E}"/>
              </a:ext>
            </a:extLst>
          </p:cNvPr>
          <p:cNvSpPr>
            <a:spLocks xmlns:a="http://schemas.openxmlformats.org/drawingml/2006/main" noGrp="1"/>
          </p:cNvSpPr>
          <p:nvPr/>
        </p:nvSpPr>
        <p:spPr>
          <a:xfrm xmlns:a="http://schemas.openxmlformats.org/drawingml/2006/main">
            <a:off x="609600" y="2247900"/>
            <a:ext cx="5400675"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81458C04-62B0-4B98-AEE3-DFBE3418C191}"/>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1  [Your prompt]</a:t>
            </a:r>
          </a:p>
        </p:txBody>
      </p:sp>
      <p:sp>
        <p:nvSpPr>
          <p:cNvPr id="8" name="">
            <a:extLst xmlns:a="http://schemas.openxmlformats.org/drawingml/2006/main">
              <a:ext uri="{FF2B5EF4-FFF2-40B4-BE49-F238E27FC236}">
                <a16:creationId xmlns:a16="http://schemas.microsoft.com/office/drawing/2014/main" id="{A2F88C7E-3383-4FB4-B9FA-20F2FC4A3F48}"/>
              </a:ext>
            </a:extLst>
          </p:cNvPr>
          <p:cNvSpPr>
            <a:spLocks xmlns:a="http://schemas.openxmlformats.org/drawingml/2006/main" noGrp="1"/>
          </p:cNvSpPr>
          <p:nvPr/>
        </p:nvSpPr>
        <p:spPr>
          <a:xfrm xmlns:a="http://schemas.openxmlformats.org/drawingml/2006/main">
            <a:off x="6181725" y="2247900"/>
            <a:ext cx="5400675"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2C3D7EB2-C11A-47CD-BBB8-0E03B884888C}"/>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2  [Your prompt]</a:t>
            </a:r>
          </a:p>
        </p:txBody>
      </p:sp>
      <p:sp>
        <p:nvSpPr>
          <p:cNvPr id="10" name="">
            <a:extLst xmlns:a="http://schemas.openxmlformats.org/drawingml/2006/main">
              <a:ext uri="{FF2B5EF4-FFF2-40B4-BE49-F238E27FC236}">
                <a16:creationId xmlns:a16="http://schemas.microsoft.com/office/drawing/2014/main" id="{E9FE25DE-C679-4010-88AE-951697258C06}"/>
              </a:ext>
            </a:extLst>
          </p:cNvPr>
          <p:cNvSpPr>
            <a:spLocks xmlns:a="http://schemas.openxmlformats.org/drawingml/2006/main" noGrp="1"/>
          </p:cNvSpPr>
          <p:nvPr/>
        </p:nvSpPr>
        <p:spPr>
          <a:xfrm xmlns:a="http://schemas.openxmlformats.org/drawingml/2006/main">
            <a:off x="609600" y="3429000"/>
            <a:ext cx="5400675"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9EBA479B-03FA-43BD-905A-C51684F8F92D}"/>
              </a:ext>
            </a:extLst>
          </p:cNvPr>
          <p:cNvSpPr>
            <a:spLocks xmlns:a="http://schemas.openxmlformats.org/drawingml/2006/main" noGrp="1"/>
          </p:cNvSpPr>
          <p:nvPr/>
        </p:nvSpPr>
        <p:spPr>
          <a:xfrm xmlns:a="http://schemas.openxmlformats.org/drawingml/2006/main">
            <a:off x="781050" y="35623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3  [Your prompt]</a:t>
            </a:r>
          </a:p>
        </p:txBody>
      </p:sp>
      <p:sp>
        <p:nvSpPr>
          <p:cNvPr id="12" name="">
            <a:extLst xmlns:a="http://schemas.openxmlformats.org/drawingml/2006/main">
              <a:ext uri="{FF2B5EF4-FFF2-40B4-BE49-F238E27FC236}">
                <a16:creationId xmlns:a16="http://schemas.microsoft.com/office/drawing/2014/main" id="{50C8A26E-F865-400E-83C5-9561A7F1B4CB}"/>
              </a:ext>
            </a:extLst>
          </p:cNvPr>
          <p:cNvSpPr>
            <a:spLocks xmlns:a="http://schemas.openxmlformats.org/drawingml/2006/main" noGrp="1"/>
          </p:cNvSpPr>
          <p:nvPr/>
        </p:nvSpPr>
        <p:spPr>
          <a:xfrm xmlns:a="http://schemas.openxmlformats.org/drawingml/2006/main">
            <a:off x="6181725" y="3429000"/>
            <a:ext cx="5400675"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52D6E15E-62B8-4089-A6B5-11EA078894EF}"/>
              </a:ext>
            </a:extLst>
          </p:cNvPr>
          <p:cNvSpPr>
            <a:spLocks xmlns:a="http://schemas.openxmlformats.org/drawingml/2006/main" noGrp="1"/>
          </p:cNvSpPr>
          <p:nvPr/>
        </p:nvSpPr>
        <p:spPr>
          <a:xfrm xmlns:a="http://schemas.openxmlformats.org/drawingml/2006/main">
            <a:off x="6353175" y="35623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4  [Your prompt]</a:t>
            </a:r>
          </a:p>
        </p:txBody>
      </p:sp>
      <p:sp>
        <p:nvSpPr>
          <p:cNvPr id="14" name="">
            <a:extLst xmlns:a="http://schemas.openxmlformats.org/drawingml/2006/main">
              <a:ext uri="{FF2B5EF4-FFF2-40B4-BE49-F238E27FC236}">
                <a16:creationId xmlns:a16="http://schemas.microsoft.com/office/drawing/2014/main" id="{AC5306E4-5701-49BC-AC12-A53C4E7CDA06}"/>
              </a:ext>
            </a:extLst>
          </p:cNvPr>
          <p:cNvSpPr>
            <a:spLocks xmlns:a="http://schemas.openxmlformats.org/drawingml/2006/main" noGrp="1"/>
          </p:cNvSpPr>
          <p:nvPr/>
        </p:nvSpPr>
        <p:spPr>
          <a:xfrm xmlns:a="http://schemas.openxmlformats.org/drawingml/2006/main">
            <a:off x="609600" y="4610100"/>
            <a:ext cx="5400675"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821F1F44-2037-434D-B66A-CB64064127B6}"/>
              </a:ext>
            </a:extLst>
          </p:cNvPr>
          <p:cNvSpPr>
            <a:spLocks xmlns:a="http://schemas.openxmlformats.org/drawingml/2006/main" noGrp="1"/>
          </p:cNvSpPr>
          <p:nvPr/>
        </p:nvSpPr>
        <p:spPr>
          <a:xfrm xmlns:a="http://schemas.openxmlformats.org/drawingml/2006/main">
            <a:off x="781050" y="47434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5  [Your prompt]</a:t>
            </a:r>
          </a:p>
        </p:txBody>
      </p:sp>
      <p:sp>
        <p:nvSpPr>
          <p:cNvPr id="16" name="">
            <a:extLst xmlns:a="http://schemas.openxmlformats.org/drawingml/2006/main">
              <a:ext uri="{FF2B5EF4-FFF2-40B4-BE49-F238E27FC236}">
                <a16:creationId xmlns:a16="http://schemas.microsoft.com/office/drawing/2014/main" id="{E36F1916-C12B-4636-9EA1-8CC6178DE159}"/>
              </a:ext>
            </a:extLst>
          </p:cNvPr>
          <p:cNvSpPr>
            <a:spLocks xmlns:a="http://schemas.openxmlformats.org/drawingml/2006/main" noGrp="1"/>
          </p:cNvSpPr>
          <p:nvPr/>
        </p:nvSpPr>
        <p:spPr>
          <a:xfrm xmlns:a="http://schemas.openxmlformats.org/drawingml/2006/main">
            <a:off x="6181725" y="4610100"/>
            <a:ext cx="5400675"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681D431F-841C-433E-980D-10EB95BEFA17}"/>
              </a:ext>
            </a:extLst>
          </p:cNvPr>
          <p:cNvSpPr>
            <a:spLocks xmlns:a="http://schemas.openxmlformats.org/drawingml/2006/main" noGrp="1"/>
          </p:cNvSpPr>
          <p:nvPr/>
        </p:nvSpPr>
        <p:spPr>
          <a:xfrm xmlns:a="http://schemas.openxmlformats.org/drawingml/2006/main">
            <a:off x="6353175" y="47434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6  [Your prompt]</a:t>
            </a:r>
          </a:p>
        </p:txBody>
      </p:sp>
      <p:sp>
        <p:nvSpPr>
          <p:cNvPr id="18" name="">
            <a:extLst xmlns:a="http://schemas.openxmlformats.org/drawingml/2006/main">
              <a:ext uri="{FF2B5EF4-FFF2-40B4-BE49-F238E27FC236}">
                <a16:creationId xmlns:a16="http://schemas.microsoft.com/office/drawing/2014/main" id="{4C5209C5-FEDE-43BD-B52A-36BB55F0BCF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7B7AFA4-DB66-4423-9D05-591EB355A7D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E1BCC65E-D31A-471C-87F9-20BFEF37FCC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716547758"/>
      </p:ext>
    </p:extLst>
  </p:cSld>
</p:sld>
</file>

<file path=ppt/slides/slide19.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CDF3F55-A750-43B0-A32A-834AAA8E83E2}"/>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Sticky-note quizzing</a:t>
            </a:r>
          </a:p>
        </p:txBody>
      </p:sp>
      <p:sp>
        <p:nvSpPr>
          <p:cNvPr id="2" name="">
            <a:extLst xmlns:a="http://schemas.openxmlformats.org/drawingml/2006/main">
              <a:ext uri="{FF2B5EF4-FFF2-40B4-BE49-F238E27FC236}">
                <a16:creationId xmlns:a16="http://schemas.microsoft.com/office/drawing/2014/main" id="{7C1837F4-7375-4967-A88F-E9C20FE488B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950DDD2-B821-4F44-A693-23C9A1B6ABD5}"/>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D59FA11-B68F-4A68-9464-2E301372FC7F}"/>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E3767333-B3A7-43F8-ADB5-81A2B7FD7F43}"/>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E9A7E90C-40D3-4EA3-B30C-20FCCBACACBB}"/>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9ED6AA53-AE61-4955-AE6E-BE7126E95367}"/>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1  [Your question]</a:t>
            </a:r>
          </a:p>
        </p:txBody>
      </p:sp>
      <p:sp>
        <p:nvSpPr>
          <p:cNvPr id="8" name="">
            <a:extLst xmlns:a="http://schemas.openxmlformats.org/drawingml/2006/main">
              <a:ext uri="{FF2B5EF4-FFF2-40B4-BE49-F238E27FC236}">
                <a16:creationId xmlns:a16="http://schemas.microsoft.com/office/drawing/2014/main" id="{0AF122F9-91DD-41A0-B1FC-6020CF272F0A}"/>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71B2BE9D-E9A9-4B69-B869-C4016B01C175}"/>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488B60FA-5013-4BFD-9E21-54C5D9FEB862}"/>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2  [Your question]</a:t>
            </a:r>
          </a:p>
        </p:txBody>
      </p:sp>
      <p:sp>
        <p:nvSpPr>
          <p:cNvPr id="11" name="">
            <a:extLst xmlns:a="http://schemas.openxmlformats.org/drawingml/2006/main">
              <a:ext uri="{FF2B5EF4-FFF2-40B4-BE49-F238E27FC236}">
                <a16:creationId xmlns:a16="http://schemas.microsoft.com/office/drawing/2014/main" id="{6868A60C-EB9A-4FF8-A27C-2A4D26908013}"/>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4FB4B590-88F4-453D-8A3F-B164202B594A}"/>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4557DBCF-8DCF-4DFC-B61B-E021613EB061}"/>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3  [Your question]</a:t>
            </a:r>
          </a:p>
        </p:txBody>
      </p:sp>
      <p:sp>
        <p:nvSpPr>
          <p:cNvPr id="14" name="">
            <a:extLst xmlns:a="http://schemas.openxmlformats.org/drawingml/2006/main">
              <a:ext uri="{FF2B5EF4-FFF2-40B4-BE49-F238E27FC236}">
                <a16:creationId xmlns:a16="http://schemas.microsoft.com/office/drawing/2014/main" id="{98228226-84D6-4A19-8D73-076E3F309E8F}"/>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FAE0E3EC-9712-4737-9675-BDC84D633414}"/>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A47E7994-9586-40F2-9A67-B897FF859E5C}"/>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Prompt 4  [Your question]</a:t>
            </a:r>
          </a:p>
        </p:txBody>
      </p:sp>
      <p:sp>
        <p:nvSpPr>
          <p:cNvPr id="17" name="">
            <a:extLst xmlns:a="http://schemas.openxmlformats.org/drawingml/2006/main">
              <a:ext uri="{FF2B5EF4-FFF2-40B4-BE49-F238E27FC236}">
                <a16:creationId xmlns:a16="http://schemas.microsoft.com/office/drawing/2014/main" id="{2DDC6B78-549B-43D7-BA82-4267DF08C25D}"/>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99DCD0D7-B205-4C51-977B-5F3829A06226}"/>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B0932B0-B1BB-4170-82AD-D11A56D0CA1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9FC84390-742F-4EE8-900E-68A1BE25C7DC}"/>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03898214"/>
      </p:ext>
    </p:extLst>
  </p:cSld>
</p:sld>
</file>

<file path=ppt/slides/slide20.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A2A392E-B833-4F0D-B254-5D72D50C9E11}"/>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Retrieval role-play</a:t>
            </a:r>
          </a:p>
        </p:txBody>
      </p:sp>
      <p:sp>
        <p:nvSpPr>
          <p:cNvPr id="2" name="">
            <a:extLst xmlns:a="http://schemas.openxmlformats.org/drawingml/2006/main">
              <a:ext uri="{FF2B5EF4-FFF2-40B4-BE49-F238E27FC236}">
                <a16:creationId xmlns:a16="http://schemas.microsoft.com/office/drawing/2014/main" id="{AB7B6F4E-075D-432C-877E-C824DDCBF982}"/>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F058A91-0D35-4A11-B1AA-3D4130E22742}"/>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B93CE8E-68C3-4CC6-ADD0-A444DF1BC0C0}"/>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4C35C419-C38E-466F-B12B-D8D5CDE29A56}"/>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17067AAF-EED5-4906-BB31-75DE8321DAD4}"/>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482E74E-7D50-44BC-8141-879CF4855F7A}"/>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Situation  [Your scenario]</a:t>
            </a:r>
          </a:p>
        </p:txBody>
      </p:sp>
      <p:sp>
        <p:nvSpPr>
          <p:cNvPr id="8" name="">
            <a:extLst xmlns:a="http://schemas.openxmlformats.org/drawingml/2006/main">
              <a:ext uri="{FF2B5EF4-FFF2-40B4-BE49-F238E27FC236}">
                <a16:creationId xmlns:a16="http://schemas.microsoft.com/office/drawing/2014/main" id="{F5732FA1-E979-4EC6-9E8F-E505444A8EAA}"/>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E6B4484B-DEFC-435D-A1AE-4E9B9F628DED}"/>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Roles  [Your roles]</a:t>
            </a:r>
          </a:p>
        </p:txBody>
      </p:sp>
      <p:sp>
        <p:nvSpPr>
          <p:cNvPr id="10" name="">
            <a:extLst xmlns:a="http://schemas.openxmlformats.org/drawingml/2006/main">
              <a:ext uri="{FF2B5EF4-FFF2-40B4-BE49-F238E27FC236}">
                <a16:creationId xmlns:a16="http://schemas.microsoft.com/office/drawing/2014/main" id="{0A3E7F11-8EF1-4AF3-97F0-2A5D5AEE303B}"/>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6FB9E00E-B94B-4106-8E82-94A5C9B0DFE4}"/>
              </a:ext>
            </a:extLst>
          </p:cNvPr>
          <p:cNvSpPr>
            <a:spLocks xmlns:a="http://schemas.openxmlformats.org/drawingml/2006/main" noGrp="1"/>
          </p:cNvSpPr>
          <p:nvPr/>
        </p:nvSpPr>
        <p:spPr>
          <a:xfrm xmlns:a="http://schemas.openxmlformats.org/drawingml/2006/main">
            <a:off x="781050" y="47434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Knowledge to recall  [Your focus]</a:t>
            </a:r>
          </a:p>
        </p:txBody>
      </p:sp>
      <p:sp>
        <p:nvSpPr>
          <p:cNvPr id="12" name="">
            <a:extLst xmlns:a="http://schemas.openxmlformats.org/drawingml/2006/main">
              <a:ext uri="{FF2B5EF4-FFF2-40B4-BE49-F238E27FC236}">
                <a16:creationId xmlns:a16="http://schemas.microsoft.com/office/drawing/2014/main" id="{9298E13B-A8A1-4847-8C0E-E5A774616A9A}"/>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09413B5-61A3-4BDA-9A2F-F42540584E7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F5B08B50-1EB8-420D-9140-7EB032C7288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514734315"/>
      </p:ext>
    </p:extLst>
  </p:cSld>
</p:sld>
</file>

<file path=ppt/slides/slide2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602A4F5-36D6-43EF-9429-19ADA6E9EB52}"/>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Walkabout bingo</a:t>
            </a:r>
          </a:p>
        </p:txBody>
      </p:sp>
      <p:sp>
        <p:nvSpPr>
          <p:cNvPr id="2" name="">
            <a:extLst xmlns:a="http://schemas.openxmlformats.org/drawingml/2006/main">
              <a:ext uri="{FF2B5EF4-FFF2-40B4-BE49-F238E27FC236}">
                <a16:creationId xmlns:a16="http://schemas.microsoft.com/office/drawing/2014/main" id="{CCF822FA-DE09-4B4F-9F72-3E0F4907064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E37AAE2-8B23-4DD2-9166-5BD6DB6D80B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8216E9-2B79-419B-82D3-7D45E988B3BB}"/>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F8FF06C-3C7D-4833-9489-98BA4FD69ABE}"/>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A9A40362-57DE-4426-9E61-DAE350141DCD}"/>
              </a:ext>
            </a:extLst>
          </p:cNvPr>
          <p:cNvSpPr>
            <a:spLocks xmlns:a="http://schemas.openxmlformats.org/drawingml/2006/main" noGrp="1"/>
          </p:cNvSpPr>
          <p:nvPr/>
        </p:nvSpPr>
        <p:spPr>
          <a:xfrm xmlns:a="http://schemas.openxmlformats.org/drawingml/2006/main">
            <a:off x="6096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FA713F7C-187A-45A5-95AE-636428F01C0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8" name="">
            <a:extLst xmlns:a="http://schemas.openxmlformats.org/drawingml/2006/main">
              <a:ext uri="{FF2B5EF4-FFF2-40B4-BE49-F238E27FC236}">
                <a16:creationId xmlns:a16="http://schemas.microsoft.com/office/drawing/2014/main" id="{507407DD-FFB2-4B9B-B9CE-9CDB63D5FA1A}"/>
              </a:ext>
            </a:extLst>
          </p:cNvPr>
          <p:cNvSpPr>
            <a:spLocks xmlns:a="http://schemas.openxmlformats.org/drawingml/2006/main" noGrp="1"/>
          </p:cNvSpPr>
          <p:nvPr/>
        </p:nvSpPr>
        <p:spPr>
          <a:xfrm xmlns:a="http://schemas.openxmlformats.org/drawingml/2006/main">
            <a:off x="4324350" y="22479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0A93D9A8-4322-42C3-8C6A-F218B82AF166}"/>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0" name="">
            <a:extLst xmlns:a="http://schemas.openxmlformats.org/drawingml/2006/main">
              <a:ext uri="{FF2B5EF4-FFF2-40B4-BE49-F238E27FC236}">
                <a16:creationId xmlns:a16="http://schemas.microsoft.com/office/drawing/2014/main" id="{3C2B13ED-2154-40E5-8AA8-6169E1CE629E}"/>
              </a:ext>
            </a:extLst>
          </p:cNvPr>
          <p:cNvSpPr>
            <a:spLocks xmlns:a="http://schemas.openxmlformats.org/drawingml/2006/main" noGrp="1"/>
          </p:cNvSpPr>
          <p:nvPr/>
        </p:nvSpPr>
        <p:spPr>
          <a:xfrm xmlns:a="http://schemas.openxmlformats.org/drawingml/2006/main">
            <a:off x="80391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BF51ACBB-577A-4F04-B70D-FED95734C942}"/>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2" name="">
            <a:extLst xmlns:a="http://schemas.openxmlformats.org/drawingml/2006/main">
              <a:ext uri="{FF2B5EF4-FFF2-40B4-BE49-F238E27FC236}">
                <a16:creationId xmlns:a16="http://schemas.microsoft.com/office/drawing/2014/main" id="{6D80D5B5-DC46-4C94-B45D-0CB97D6CC313}"/>
              </a:ext>
            </a:extLst>
          </p:cNvPr>
          <p:cNvSpPr>
            <a:spLocks xmlns:a="http://schemas.openxmlformats.org/drawingml/2006/main" noGrp="1"/>
          </p:cNvSpPr>
          <p:nvPr/>
        </p:nvSpPr>
        <p:spPr>
          <a:xfrm xmlns:a="http://schemas.openxmlformats.org/drawingml/2006/main">
            <a:off x="6096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1F6C5784-46CB-491C-A048-2D0D6F9756F7}"/>
              </a:ext>
            </a:extLst>
          </p:cNvPr>
          <p:cNvSpPr>
            <a:spLocks xmlns:a="http://schemas.openxmlformats.org/drawingml/2006/main" noGrp="1"/>
          </p:cNvSpPr>
          <p:nvPr/>
        </p:nvSpPr>
        <p:spPr>
          <a:xfrm xmlns:a="http://schemas.openxmlformats.org/drawingml/2006/main">
            <a:off x="7810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4" name="">
            <a:extLst xmlns:a="http://schemas.openxmlformats.org/drawingml/2006/main">
              <a:ext uri="{FF2B5EF4-FFF2-40B4-BE49-F238E27FC236}">
                <a16:creationId xmlns:a16="http://schemas.microsoft.com/office/drawing/2014/main" id="{B3D0B4E1-4F69-4DC6-8875-661C614471A7}"/>
              </a:ext>
            </a:extLst>
          </p:cNvPr>
          <p:cNvSpPr>
            <a:spLocks xmlns:a="http://schemas.openxmlformats.org/drawingml/2006/main" noGrp="1"/>
          </p:cNvSpPr>
          <p:nvPr/>
        </p:nvSpPr>
        <p:spPr>
          <a:xfrm xmlns:a="http://schemas.openxmlformats.org/drawingml/2006/main">
            <a:off x="4324350" y="34290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30A2FDBB-9B94-4234-A546-2F2558DC3C2E}"/>
              </a:ext>
            </a:extLst>
          </p:cNvPr>
          <p:cNvSpPr>
            <a:spLocks xmlns:a="http://schemas.openxmlformats.org/drawingml/2006/main" noGrp="1"/>
          </p:cNvSpPr>
          <p:nvPr/>
        </p:nvSpPr>
        <p:spPr>
          <a:xfrm xmlns:a="http://schemas.openxmlformats.org/drawingml/2006/main">
            <a:off x="449580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6" name="">
            <a:extLst xmlns:a="http://schemas.openxmlformats.org/drawingml/2006/main">
              <a:ext uri="{FF2B5EF4-FFF2-40B4-BE49-F238E27FC236}">
                <a16:creationId xmlns:a16="http://schemas.microsoft.com/office/drawing/2014/main" id="{E814C88D-043F-42EC-A4D7-17F52F128013}"/>
              </a:ext>
            </a:extLst>
          </p:cNvPr>
          <p:cNvSpPr>
            <a:spLocks xmlns:a="http://schemas.openxmlformats.org/drawingml/2006/main" noGrp="1"/>
          </p:cNvSpPr>
          <p:nvPr/>
        </p:nvSpPr>
        <p:spPr>
          <a:xfrm xmlns:a="http://schemas.openxmlformats.org/drawingml/2006/main">
            <a:off x="80391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716FDE6A-0D2E-4982-B30E-17CBC77F9A99}"/>
              </a:ext>
            </a:extLst>
          </p:cNvPr>
          <p:cNvSpPr>
            <a:spLocks xmlns:a="http://schemas.openxmlformats.org/drawingml/2006/main" noGrp="1"/>
          </p:cNvSpPr>
          <p:nvPr/>
        </p:nvSpPr>
        <p:spPr>
          <a:xfrm xmlns:a="http://schemas.openxmlformats.org/drawingml/2006/main">
            <a:off x="82105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18" name="">
            <a:extLst xmlns:a="http://schemas.openxmlformats.org/drawingml/2006/main">
              <a:ext uri="{FF2B5EF4-FFF2-40B4-BE49-F238E27FC236}">
                <a16:creationId xmlns:a16="http://schemas.microsoft.com/office/drawing/2014/main" id="{5AD26EBD-BCCF-4109-9964-F310E87EAB27}"/>
              </a:ext>
            </a:extLst>
          </p:cNvPr>
          <p:cNvSpPr>
            <a:spLocks xmlns:a="http://schemas.openxmlformats.org/drawingml/2006/main" noGrp="1"/>
          </p:cNvSpPr>
          <p:nvPr/>
        </p:nvSpPr>
        <p:spPr>
          <a:xfrm xmlns:a="http://schemas.openxmlformats.org/drawingml/2006/main">
            <a:off x="6096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E7CC5FD1-DE48-4985-80F1-8E647EF7F3D5}"/>
              </a:ext>
            </a:extLst>
          </p:cNvPr>
          <p:cNvSpPr>
            <a:spLocks xmlns:a="http://schemas.openxmlformats.org/drawingml/2006/main" noGrp="1"/>
          </p:cNvSpPr>
          <p:nvPr/>
        </p:nvSpPr>
        <p:spPr>
          <a:xfrm xmlns:a="http://schemas.openxmlformats.org/drawingml/2006/main">
            <a:off x="7810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20" name="">
            <a:extLst xmlns:a="http://schemas.openxmlformats.org/drawingml/2006/main">
              <a:ext uri="{FF2B5EF4-FFF2-40B4-BE49-F238E27FC236}">
                <a16:creationId xmlns:a16="http://schemas.microsoft.com/office/drawing/2014/main" id="{C02D816E-A700-4A03-9D33-2828C4D17967}"/>
              </a:ext>
            </a:extLst>
          </p:cNvPr>
          <p:cNvSpPr>
            <a:spLocks xmlns:a="http://schemas.openxmlformats.org/drawingml/2006/main" noGrp="1"/>
          </p:cNvSpPr>
          <p:nvPr/>
        </p:nvSpPr>
        <p:spPr>
          <a:xfrm xmlns:a="http://schemas.openxmlformats.org/drawingml/2006/main">
            <a:off x="4324350" y="46101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1" name="">
            <a:extLst xmlns:a="http://schemas.openxmlformats.org/drawingml/2006/main">
              <a:ext uri="{FF2B5EF4-FFF2-40B4-BE49-F238E27FC236}">
                <a16:creationId xmlns:a16="http://schemas.microsoft.com/office/drawing/2014/main" id="{84763EB3-4CC2-459C-A309-8F129EC901D0}"/>
              </a:ext>
            </a:extLst>
          </p:cNvPr>
          <p:cNvSpPr>
            <a:spLocks xmlns:a="http://schemas.openxmlformats.org/drawingml/2006/main" noGrp="1"/>
          </p:cNvSpPr>
          <p:nvPr/>
        </p:nvSpPr>
        <p:spPr>
          <a:xfrm xmlns:a="http://schemas.openxmlformats.org/drawingml/2006/main">
            <a:off x="449580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22" name="">
            <a:extLst xmlns:a="http://schemas.openxmlformats.org/drawingml/2006/main">
              <a:ext uri="{FF2B5EF4-FFF2-40B4-BE49-F238E27FC236}">
                <a16:creationId xmlns:a16="http://schemas.microsoft.com/office/drawing/2014/main" id="{E097A426-EEE5-4FCB-8D38-8F511057CC47}"/>
              </a:ext>
            </a:extLst>
          </p:cNvPr>
          <p:cNvSpPr>
            <a:spLocks xmlns:a="http://schemas.openxmlformats.org/drawingml/2006/main" noGrp="1"/>
          </p:cNvSpPr>
          <p:nvPr/>
        </p:nvSpPr>
        <p:spPr>
          <a:xfrm xmlns:a="http://schemas.openxmlformats.org/drawingml/2006/main">
            <a:off x="80391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3" name="">
            <a:extLst xmlns:a="http://schemas.openxmlformats.org/drawingml/2006/main">
              <a:ext uri="{FF2B5EF4-FFF2-40B4-BE49-F238E27FC236}">
                <a16:creationId xmlns:a16="http://schemas.microsoft.com/office/drawing/2014/main" id="{29241586-F5DA-4531-B04C-9D290E397F0D}"/>
              </a:ext>
            </a:extLst>
          </p:cNvPr>
          <p:cNvSpPr>
            <a:spLocks xmlns:a="http://schemas.openxmlformats.org/drawingml/2006/main" noGrp="1"/>
          </p:cNvSpPr>
          <p:nvPr/>
        </p:nvSpPr>
        <p:spPr>
          <a:xfrm xmlns:a="http://schemas.openxmlformats.org/drawingml/2006/main">
            <a:off x="82105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question]</a:t>
            </a:r>
          </a:p>
        </p:txBody>
      </p:sp>
      <p:sp>
        <p:nvSpPr>
          <p:cNvPr id="24" name="">
            <a:extLst xmlns:a="http://schemas.openxmlformats.org/drawingml/2006/main">
              <a:ext uri="{FF2B5EF4-FFF2-40B4-BE49-F238E27FC236}">
                <a16:creationId xmlns:a16="http://schemas.microsoft.com/office/drawing/2014/main" id="{FE93F883-495B-4854-A1DE-9D2F72E084D3}"/>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843CF4B-9D7F-4B97-9E14-6B12539530A6}"/>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2592ABD1-479E-4258-A97E-AF9308A0AA75}"/>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48185653"/>
      </p:ext>
    </p:extLst>
  </p:cSld>
</p:sld>
</file>

<file path=ppt/slides/slide22.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9789F95-28BE-4DA1-9DDB-5E2EE44E1DC5}"/>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Recall bingo</a:t>
            </a:r>
          </a:p>
        </p:txBody>
      </p:sp>
      <p:sp>
        <p:nvSpPr>
          <p:cNvPr id="2" name="">
            <a:extLst xmlns:a="http://schemas.openxmlformats.org/drawingml/2006/main">
              <a:ext uri="{FF2B5EF4-FFF2-40B4-BE49-F238E27FC236}">
                <a16:creationId xmlns:a16="http://schemas.microsoft.com/office/drawing/2014/main" id="{5243AD7F-EF38-417E-BC8A-712C5207260D}"/>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28927A47-3723-4DF7-9F81-C6180C762145}"/>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EE8F088-8496-4868-8792-D3AC21A8E532}"/>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94B4A69-D86B-460B-ACB4-94986BDD5B0F}"/>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907ADC2E-E33E-4BF2-84D9-162B07AB6DA3}"/>
              </a:ext>
            </a:extLst>
          </p:cNvPr>
          <p:cNvSpPr>
            <a:spLocks xmlns:a="http://schemas.openxmlformats.org/drawingml/2006/main" noGrp="1"/>
          </p:cNvSpPr>
          <p:nvPr/>
        </p:nvSpPr>
        <p:spPr>
          <a:xfrm xmlns:a="http://schemas.openxmlformats.org/drawingml/2006/main">
            <a:off x="6096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0688515-56E3-4034-BB45-4CBB027A4214}"/>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8" name="">
            <a:extLst xmlns:a="http://schemas.openxmlformats.org/drawingml/2006/main">
              <a:ext uri="{FF2B5EF4-FFF2-40B4-BE49-F238E27FC236}">
                <a16:creationId xmlns:a16="http://schemas.microsoft.com/office/drawing/2014/main" id="{3126D25F-F5C9-4BB7-83C4-F635CF73A92F}"/>
              </a:ext>
            </a:extLst>
          </p:cNvPr>
          <p:cNvSpPr>
            <a:spLocks xmlns:a="http://schemas.openxmlformats.org/drawingml/2006/main" noGrp="1"/>
          </p:cNvSpPr>
          <p:nvPr/>
        </p:nvSpPr>
        <p:spPr>
          <a:xfrm xmlns:a="http://schemas.openxmlformats.org/drawingml/2006/main">
            <a:off x="4324350" y="22479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B7B64AA7-DCA9-425B-AC16-D78FA5CA511E}"/>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0" name="">
            <a:extLst xmlns:a="http://schemas.openxmlformats.org/drawingml/2006/main">
              <a:ext uri="{FF2B5EF4-FFF2-40B4-BE49-F238E27FC236}">
                <a16:creationId xmlns:a16="http://schemas.microsoft.com/office/drawing/2014/main" id="{74639A09-0CDD-43B9-A1A5-BA47028398E7}"/>
              </a:ext>
            </a:extLst>
          </p:cNvPr>
          <p:cNvSpPr>
            <a:spLocks xmlns:a="http://schemas.openxmlformats.org/drawingml/2006/main" noGrp="1"/>
          </p:cNvSpPr>
          <p:nvPr/>
        </p:nvSpPr>
        <p:spPr>
          <a:xfrm xmlns:a="http://schemas.openxmlformats.org/drawingml/2006/main">
            <a:off x="80391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67EEA9B1-9BA9-4D54-ABA7-48A23BD8F750}"/>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2" name="">
            <a:extLst xmlns:a="http://schemas.openxmlformats.org/drawingml/2006/main">
              <a:ext uri="{FF2B5EF4-FFF2-40B4-BE49-F238E27FC236}">
                <a16:creationId xmlns:a16="http://schemas.microsoft.com/office/drawing/2014/main" id="{99D58C06-40D1-4FEB-A18B-514C76846203}"/>
              </a:ext>
            </a:extLst>
          </p:cNvPr>
          <p:cNvSpPr>
            <a:spLocks xmlns:a="http://schemas.openxmlformats.org/drawingml/2006/main" noGrp="1"/>
          </p:cNvSpPr>
          <p:nvPr/>
        </p:nvSpPr>
        <p:spPr>
          <a:xfrm xmlns:a="http://schemas.openxmlformats.org/drawingml/2006/main">
            <a:off x="6096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79DF4CDE-935F-47C7-A381-549AC58BF1B4}"/>
              </a:ext>
            </a:extLst>
          </p:cNvPr>
          <p:cNvSpPr>
            <a:spLocks xmlns:a="http://schemas.openxmlformats.org/drawingml/2006/main" noGrp="1"/>
          </p:cNvSpPr>
          <p:nvPr/>
        </p:nvSpPr>
        <p:spPr>
          <a:xfrm xmlns:a="http://schemas.openxmlformats.org/drawingml/2006/main">
            <a:off x="7810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4" name="">
            <a:extLst xmlns:a="http://schemas.openxmlformats.org/drawingml/2006/main">
              <a:ext uri="{FF2B5EF4-FFF2-40B4-BE49-F238E27FC236}">
                <a16:creationId xmlns:a16="http://schemas.microsoft.com/office/drawing/2014/main" id="{CE9E9598-0A4E-4FF3-91C1-065DC45301D0}"/>
              </a:ext>
            </a:extLst>
          </p:cNvPr>
          <p:cNvSpPr>
            <a:spLocks xmlns:a="http://schemas.openxmlformats.org/drawingml/2006/main" noGrp="1"/>
          </p:cNvSpPr>
          <p:nvPr/>
        </p:nvSpPr>
        <p:spPr>
          <a:xfrm xmlns:a="http://schemas.openxmlformats.org/drawingml/2006/main">
            <a:off x="4324350" y="34290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86D804A1-69DA-4576-ACE9-20E9F448BB74}"/>
              </a:ext>
            </a:extLst>
          </p:cNvPr>
          <p:cNvSpPr>
            <a:spLocks xmlns:a="http://schemas.openxmlformats.org/drawingml/2006/main" noGrp="1"/>
          </p:cNvSpPr>
          <p:nvPr/>
        </p:nvSpPr>
        <p:spPr>
          <a:xfrm xmlns:a="http://schemas.openxmlformats.org/drawingml/2006/main">
            <a:off x="449580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6" name="">
            <a:extLst xmlns:a="http://schemas.openxmlformats.org/drawingml/2006/main">
              <a:ext uri="{FF2B5EF4-FFF2-40B4-BE49-F238E27FC236}">
                <a16:creationId xmlns:a16="http://schemas.microsoft.com/office/drawing/2014/main" id="{D0FF16CA-078C-4566-9D4A-2481960B1234}"/>
              </a:ext>
            </a:extLst>
          </p:cNvPr>
          <p:cNvSpPr>
            <a:spLocks xmlns:a="http://schemas.openxmlformats.org/drawingml/2006/main" noGrp="1"/>
          </p:cNvSpPr>
          <p:nvPr/>
        </p:nvSpPr>
        <p:spPr>
          <a:xfrm xmlns:a="http://schemas.openxmlformats.org/drawingml/2006/main">
            <a:off x="80391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01756233-6637-44F7-A9C1-B11F0B120A52}"/>
              </a:ext>
            </a:extLst>
          </p:cNvPr>
          <p:cNvSpPr>
            <a:spLocks xmlns:a="http://schemas.openxmlformats.org/drawingml/2006/main" noGrp="1"/>
          </p:cNvSpPr>
          <p:nvPr/>
        </p:nvSpPr>
        <p:spPr>
          <a:xfrm xmlns:a="http://schemas.openxmlformats.org/drawingml/2006/main">
            <a:off x="82105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18" name="">
            <a:extLst xmlns:a="http://schemas.openxmlformats.org/drawingml/2006/main">
              <a:ext uri="{FF2B5EF4-FFF2-40B4-BE49-F238E27FC236}">
                <a16:creationId xmlns:a16="http://schemas.microsoft.com/office/drawing/2014/main" id="{763682B7-037A-4686-B2A0-3B516ABC300B}"/>
              </a:ext>
            </a:extLst>
          </p:cNvPr>
          <p:cNvSpPr>
            <a:spLocks xmlns:a="http://schemas.openxmlformats.org/drawingml/2006/main" noGrp="1"/>
          </p:cNvSpPr>
          <p:nvPr/>
        </p:nvSpPr>
        <p:spPr>
          <a:xfrm xmlns:a="http://schemas.openxmlformats.org/drawingml/2006/main">
            <a:off x="6096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23D88D44-F496-49C4-ADF0-5DA1365D8F6D}"/>
              </a:ext>
            </a:extLst>
          </p:cNvPr>
          <p:cNvSpPr>
            <a:spLocks xmlns:a="http://schemas.openxmlformats.org/drawingml/2006/main" noGrp="1"/>
          </p:cNvSpPr>
          <p:nvPr/>
        </p:nvSpPr>
        <p:spPr>
          <a:xfrm xmlns:a="http://schemas.openxmlformats.org/drawingml/2006/main">
            <a:off x="7810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20" name="">
            <a:extLst xmlns:a="http://schemas.openxmlformats.org/drawingml/2006/main">
              <a:ext uri="{FF2B5EF4-FFF2-40B4-BE49-F238E27FC236}">
                <a16:creationId xmlns:a16="http://schemas.microsoft.com/office/drawing/2014/main" id="{E6A53209-CD0B-4D7E-BDC9-F033FFB95EF5}"/>
              </a:ext>
            </a:extLst>
          </p:cNvPr>
          <p:cNvSpPr>
            <a:spLocks xmlns:a="http://schemas.openxmlformats.org/drawingml/2006/main" noGrp="1"/>
          </p:cNvSpPr>
          <p:nvPr/>
        </p:nvSpPr>
        <p:spPr>
          <a:xfrm xmlns:a="http://schemas.openxmlformats.org/drawingml/2006/main">
            <a:off x="4324350" y="46101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1" name="">
            <a:extLst xmlns:a="http://schemas.openxmlformats.org/drawingml/2006/main">
              <a:ext uri="{FF2B5EF4-FFF2-40B4-BE49-F238E27FC236}">
                <a16:creationId xmlns:a16="http://schemas.microsoft.com/office/drawing/2014/main" id="{BBA49221-7E73-43E1-A69D-5D76D357464B}"/>
              </a:ext>
            </a:extLst>
          </p:cNvPr>
          <p:cNvSpPr>
            <a:spLocks xmlns:a="http://schemas.openxmlformats.org/drawingml/2006/main" noGrp="1"/>
          </p:cNvSpPr>
          <p:nvPr/>
        </p:nvSpPr>
        <p:spPr>
          <a:xfrm xmlns:a="http://schemas.openxmlformats.org/drawingml/2006/main">
            <a:off x="449580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22" name="">
            <a:extLst xmlns:a="http://schemas.openxmlformats.org/drawingml/2006/main">
              <a:ext uri="{FF2B5EF4-FFF2-40B4-BE49-F238E27FC236}">
                <a16:creationId xmlns:a16="http://schemas.microsoft.com/office/drawing/2014/main" id="{28C79872-D4B0-46E5-B455-EA38BFC319DB}"/>
              </a:ext>
            </a:extLst>
          </p:cNvPr>
          <p:cNvSpPr>
            <a:spLocks xmlns:a="http://schemas.openxmlformats.org/drawingml/2006/main" noGrp="1"/>
          </p:cNvSpPr>
          <p:nvPr/>
        </p:nvSpPr>
        <p:spPr>
          <a:xfrm xmlns:a="http://schemas.openxmlformats.org/drawingml/2006/main">
            <a:off x="80391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3" name="">
            <a:extLst xmlns:a="http://schemas.openxmlformats.org/drawingml/2006/main">
              <a:ext uri="{FF2B5EF4-FFF2-40B4-BE49-F238E27FC236}">
                <a16:creationId xmlns:a16="http://schemas.microsoft.com/office/drawing/2014/main" id="{72A752C3-7993-47A5-AA16-B21F46F35DEE}"/>
              </a:ext>
            </a:extLst>
          </p:cNvPr>
          <p:cNvSpPr>
            <a:spLocks xmlns:a="http://schemas.openxmlformats.org/drawingml/2006/main" noGrp="1"/>
          </p:cNvSpPr>
          <p:nvPr/>
        </p:nvSpPr>
        <p:spPr>
          <a:xfrm xmlns:a="http://schemas.openxmlformats.org/drawingml/2006/main">
            <a:off x="82105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recalled term]</a:t>
            </a:r>
          </a:p>
        </p:txBody>
      </p:sp>
      <p:sp>
        <p:nvSpPr>
          <p:cNvPr id="24" name="">
            <a:extLst xmlns:a="http://schemas.openxmlformats.org/drawingml/2006/main">
              <a:ext uri="{FF2B5EF4-FFF2-40B4-BE49-F238E27FC236}">
                <a16:creationId xmlns:a16="http://schemas.microsoft.com/office/drawing/2014/main" id="{97432AB4-821E-4C61-964C-CB86793FD11C}"/>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83ACD72-91F8-4B5C-9A47-E56228DAFE98}"/>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3D77130F-D335-4A08-9FA9-E68D16F3A48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75890620"/>
      </p:ext>
    </p:extLst>
  </p:cSld>
</p:sld>
</file>

<file path=ppt/slides/slide23.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53EAE77-C7AD-4DC5-9B56-468908207BCC}"/>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Fading cloze</a:t>
            </a:r>
          </a:p>
        </p:txBody>
      </p:sp>
      <p:sp>
        <p:nvSpPr>
          <p:cNvPr id="2" name="">
            <a:extLst xmlns:a="http://schemas.openxmlformats.org/drawingml/2006/main">
              <a:ext uri="{FF2B5EF4-FFF2-40B4-BE49-F238E27FC236}">
                <a16:creationId xmlns:a16="http://schemas.microsoft.com/office/drawing/2014/main" id="{6B0048F0-EC31-4768-A228-549A15A7F465}"/>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674DFFAA-02C7-4662-BAEA-0AA3A11C4793}"/>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ABE7D9-076E-40A3-91EE-2BDC18A2D996}"/>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1588C8A8-B5F0-40D1-8084-14B0ABCF9DEB}"/>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CA979146-F2E3-4CB9-8CFA-D56F996B40BF}"/>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1F68306A-615E-4149-A875-23B22686D7EC}"/>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1  [Your passage with a few gaps]</a:t>
            </a:r>
          </a:p>
        </p:txBody>
      </p:sp>
      <p:sp>
        <p:nvSpPr>
          <p:cNvPr id="8" name="">
            <a:extLst xmlns:a="http://schemas.openxmlformats.org/drawingml/2006/main">
              <a:ext uri="{FF2B5EF4-FFF2-40B4-BE49-F238E27FC236}">
                <a16:creationId xmlns:a16="http://schemas.microsoft.com/office/drawing/2014/main" id="{EDB51645-18AD-4BE0-8FFD-46B8F0CAB40E}"/>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81D2FD31-E465-421E-AF9A-6D490289273A}"/>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2  [The same passage with more gaps]</a:t>
            </a:r>
          </a:p>
        </p:txBody>
      </p:sp>
      <p:sp>
        <p:nvSpPr>
          <p:cNvPr id="10" name="">
            <a:extLst xmlns:a="http://schemas.openxmlformats.org/drawingml/2006/main">
              <a:ext uri="{FF2B5EF4-FFF2-40B4-BE49-F238E27FC236}">
                <a16:creationId xmlns:a16="http://schemas.microsoft.com/office/drawing/2014/main" id="{C78C3132-C3FD-42B7-A269-FB39677601A3}"/>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60DFC59F-2BE4-4CAD-A751-2D9D8F348A25}"/>
              </a:ext>
            </a:extLst>
          </p:cNvPr>
          <p:cNvSpPr>
            <a:spLocks xmlns:a="http://schemas.openxmlformats.org/drawingml/2006/main" noGrp="1"/>
          </p:cNvSpPr>
          <p:nvPr/>
        </p:nvSpPr>
        <p:spPr>
          <a:xfrm xmlns:a="http://schemas.openxmlformats.org/drawingml/2006/main">
            <a:off x="781050" y="4743450"/>
            <a:ext cx="1062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263C3A"/>
                </a:solidFill>
                <a:latin typeface="DejaVu Sans"/>
                <a:ea typeface="DejaVu Sans"/>
                <a:cs typeface="DejaVu Sans"/>
              </a:defRPr>
            </a:pPr>
            <a:r>
              <a:rPr sz="1650" b="1">
                <a:solidFill>
                  <a:srgbClr val="263C3A"/>
                </a:solidFill>
                <a:latin typeface="DejaVu Sans"/>
                <a:ea typeface="DejaVu Sans"/>
                <a:cs typeface="DejaVu Sans"/>
              </a:rPr>
              <a:t>Round 3  [A heading only or a final recall prompt]</a:t>
            </a:r>
          </a:p>
        </p:txBody>
      </p:sp>
      <p:sp>
        <p:nvSpPr>
          <p:cNvPr id="12" name="">
            <a:extLst xmlns:a="http://schemas.openxmlformats.org/drawingml/2006/main">
              <a:ext uri="{FF2B5EF4-FFF2-40B4-BE49-F238E27FC236}">
                <a16:creationId xmlns:a16="http://schemas.microsoft.com/office/drawing/2014/main" id="{364EC146-8199-4AE2-BD51-7AB96EA31D4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B82110-0911-426C-A167-E156104BBD98}"/>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51005414-5B50-4C7E-B348-0D971BFFAAB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524732607"/>
      </p:ext>
    </p:extLst>
  </p:cSld>
</p:sld>
</file>

<file path=ppt/slides/slide24.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D83DCEB-57DC-4DFA-9373-18F4AB77D74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Multiple choice with reasons</a:t>
            </a:r>
          </a:p>
        </p:txBody>
      </p:sp>
      <p:sp>
        <p:nvSpPr>
          <p:cNvPr id="2" name="">
            <a:extLst xmlns:a="http://schemas.openxmlformats.org/drawingml/2006/main">
              <a:ext uri="{FF2B5EF4-FFF2-40B4-BE49-F238E27FC236}">
                <a16:creationId xmlns:a16="http://schemas.microsoft.com/office/drawing/2014/main" id="{641B61D9-7BE8-47AF-9811-C6D9E0A776E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1E55437-AC95-4208-AD0A-2D00B84B2734}"/>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C3CA8D6-19AD-40DA-A2A9-E490770AD4E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7A09C5EF-2302-4AB0-8739-2212F73D8ED1}"/>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5EC02EA9-E28C-437B-9D9E-728144333FB0}"/>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875436EC-1517-4CEE-A49D-6C179F9CC52A}"/>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Question  [Your question]</a:t>
            </a:r>
          </a:p>
        </p:txBody>
      </p:sp>
      <p:sp>
        <p:nvSpPr>
          <p:cNvPr id="8" name="">
            <a:extLst xmlns:a="http://schemas.openxmlformats.org/drawingml/2006/main">
              <a:ext uri="{FF2B5EF4-FFF2-40B4-BE49-F238E27FC236}">
                <a16:creationId xmlns:a16="http://schemas.microsoft.com/office/drawing/2014/main" id="{02BEADA0-42D0-4B1B-AD90-F3799E73437D}"/>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753BB693-0842-43EF-B47E-17DC2D73593A}"/>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884FD60E-0E3F-4F77-AED9-C900AB1E2DF4}"/>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Choices</a:t>
            </a:r>
          </a:p>
        </p:txBody>
      </p:sp>
      <p:sp>
        <p:nvSpPr>
          <p:cNvPr id="11" name="">
            <a:extLst xmlns:a="http://schemas.openxmlformats.org/drawingml/2006/main">
              <a:ext uri="{FF2B5EF4-FFF2-40B4-BE49-F238E27FC236}">
                <a16:creationId xmlns:a16="http://schemas.microsoft.com/office/drawing/2014/main" id="{BC4972E4-1B24-4851-82BE-D7CAEC103BBB}"/>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 [Option]</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B [Option]</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C [Option]</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D [Option]</a:t>
            </a:r>
          </a:p>
        </p:txBody>
      </p:sp>
      <p:sp>
        <p:nvSpPr>
          <p:cNvPr id="12" name="">
            <a:extLst xmlns:a="http://schemas.openxmlformats.org/drawingml/2006/main">
              <a:ext uri="{FF2B5EF4-FFF2-40B4-BE49-F238E27FC236}">
                <a16:creationId xmlns:a16="http://schemas.microsoft.com/office/drawing/2014/main" id="{10ACA9C4-528E-47DF-A46D-DB0DDA9E77B5}"/>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7A8DD95E-2714-4E00-9DB5-7A9A07AAA456}"/>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choice and reason</a:t>
            </a:r>
          </a:p>
        </p:txBody>
      </p:sp>
      <p:sp>
        <p:nvSpPr>
          <p:cNvPr id="14" name="">
            <a:extLst xmlns:a="http://schemas.openxmlformats.org/drawingml/2006/main">
              <a:ext uri="{FF2B5EF4-FFF2-40B4-BE49-F238E27FC236}">
                <a16:creationId xmlns:a16="http://schemas.microsoft.com/office/drawing/2014/main" id="{D322DFCB-F2D9-40A0-B328-B10CC10D0A30}"/>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0311F6D3-2ABF-4299-8E48-EF07F6CCFCD0}"/>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CCD7A7C1-D509-40C6-B10E-6DD89E3878E6}"/>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Why another choice is incorrect</a:t>
            </a:r>
          </a:p>
        </p:txBody>
      </p:sp>
      <p:sp>
        <p:nvSpPr>
          <p:cNvPr id="17" name="">
            <a:extLst xmlns:a="http://schemas.openxmlformats.org/drawingml/2006/main">
              <a:ext uri="{FF2B5EF4-FFF2-40B4-BE49-F238E27FC236}">
                <a16:creationId xmlns:a16="http://schemas.microsoft.com/office/drawing/2014/main" id="{DC8DDB5F-D26E-444B-AD98-83BC294D42A4}"/>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4A742A9C-11BF-46C1-99DE-CA3587F61B8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42B4196-B2DF-438F-BAF9-7E41DF94BE7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42A87239-437E-4DCE-9146-27EF86F57D5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043398083"/>
      </p:ext>
    </p:extLst>
  </p:cSld>
</p:sld>
</file>

<file path=ppt/slides/slide25.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51D1371-62B9-47AD-AFFC-EDD14748D1FA}"/>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Odd one out</a:t>
            </a:r>
          </a:p>
        </p:txBody>
      </p:sp>
      <p:sp>
        <p:nvSpPr>
          <p:cNvPr id="2" name="">
            <a:extLst xmlns:a="http://schemas.openxmlformats.org/drawingml/2006/main">
              <a:ext uri="{FF2B5EF4-FFF2-40B4-BE49-F238E27FC236}">
                <a16:creationId xmlns:a16="http://schemas.microsoft.com/office/drawing/2014/main" id="{2D67EF00-9F9F-49D0-87DF-C800704854B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E95EAC2-04A2-49C3-A345-2A3FC26F82E3}"/>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56BF92-ABAE-4793-84FE-9DC8076CE62A}"/>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374DF725-71A4-44BB-8816-F6CD39388447}"/>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B3E5DEB6-D40E-4A6B-BA05-4D4BD47B58AE}"/>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4A077CE-AF49-475D-A3A1-6227136D6487}"/>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Items  [Your three or four items]</a:t>
            </a:r>
          </a:p>
        </p:txBody>
      </p:sp>
      <p:sp>
        <p:nvSpPr>
          <p:cNvPr id="8" name="">
            <a:extLst xmlns:a="http://schemas.openxmlformats.org/drawingml/2006/main">
              <a:ext uri="{FF2B5EF4-FFF2-40B4-BE49-F238E27FC236}">
                <a16:creationId xmlns:a16="http://schemas.microsoft.com/office/drawing/2014/main" id="{A7646044-AC09-47BA-ACA6-758349BB611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782D6C2E-9C5C-420D-9645-893017626356}"/>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EACC0B2E-C0D3-4169-957E-A4ACA9DD59D0}"/>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odd one out</a:t>
            </a:r>
          </a:p>
        </p:txBody>
      </p:sp>
      <p:sp>
        <p:nvSpPr>
          <p:cNvPr id="11" name="">
            <a:extLst xmlns:a="http://schemas.openxmlformats.org/drawingml/2006/main">
              <a:ext uri="{FF2B5EF4-FFF2-40B4-BE49-F238E27FC236}">
                <a16:creationId xmlns:a16="http://schemas.microsoft.com/office/drawing/2014/main" id="{C6BEA6C3-A6A2-4D10-8A9E-8D17BCCA9B80}"/>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0EA98DA7-92E0-40DE-A881-21C00644A15C}"/>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3135EFCF-8F45-484C-B32F-C067D9BF51E4}"/>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The relationship between the others</a:t>
            </a:r>
          </a:p>
        </p:txBody>
      </p:sp>
      <p:sp>
        <p:nvSpPr>
          <p:cNvPr id="14" name="">
            <a:extLst xmlns:a="http://schemas.openxmlformats.org/drawingml/2006/main">
              <a:ext uri="{FF2B5EF4-FFF2-40B4-BE49-F238E27FC236}">
                <a16:creationId xmlns:a16="http://schemas.microsoft.com/office/drawing/2014/main" id="{53C4DA1C-7B72-43C0-8116-FF7452E5B682}"/>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1A6A3D53-0B5B-44BF-8703-467219600FA3}"/>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9CBA1D50-F876-4ED7-B2DC-CF90F81B1002}"/>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Another defensible answer</a:t>
            </a:r>
          </a:p>
        </p:txBody>
      </p:sp>
      <p:sp>
        <p:nvSpPr>
          <p:cNvPr id="17" name="">
            <a:extLst xmlns:a="http://schemas.openxmlformats.org/drawingml/2006/main">
              <a:ext uri="{FF2B5EF4-FFF2-40B4-BE49-F238E27FC236}">
                <a16:creationId xmlns:a16="http://schemas.microsoft.com/office/drawing/2014/main" id="{4ABE30CD-6992-4EE4-AB9E-E69F75A59952}"/>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C953B496-78BF-47CE-82F0-FBA75BF129CE}"/>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A1B1118-F928-4A78-ACC2-79BFA46D240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CE8313D0-2D2F-48F2-AA18-9FE79BA3E96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337772625"/>
      </p:ext>
    </p:extLst>
  </p:cSld>
</p:sld>
</file>

<file path=ppt/slides/slide26.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C8814C3-EA49-406E-AEEE-A0B089498C18}"/>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Retrieval quilt</a:t>
            </a:r>
          </a:p>
        </p:txBody>
      </p:sp>
      <p:sp>
        <p:nvSpPr>
          <p:cNvPr id="2" name="">
            <a:extLst xmlns:a="http://schemas.openxmlformats.org/drawingml/2006/main">
              <a:ext uri="{FF2B5EF4-FFF2-40B4-BE49-F238E27FC236}">
                <a16:creationId xmlns:a16="http://schemas.microsoft.com/office/drawing/2014/main" id="{E4991F3B-A8F5-4ED6-B943-11DD249FBD07}"/>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E96FDBD1-7DDB-47C3-84D0-07C9E9FD5927}"/>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E649FDA-CBE4-4043-B7B8-1167B92F19C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A66CF77B-E520-4DA8-8521-068B2A04F088}"/>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F39E9258-0176-40AE-9311-1C2AFC234481}"/>
              </a:ext>
            </a:extLst>
          </p:cNvPr>
          <p:cNvSpPr>
            <a:spLocks xmlns:a="http://schemas.openxmlformats.org/drawingml/2006/main" noGrp="1"/>
          </p:cNvSpPr>
          <p:nvPr/>
        </p:nvSpPr>
        <p:spPr>
          <a:xfrm xmlns:a="http://schemas.openxmlformats.org/drawingml/2006/main">
            <a:off x="6096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CCE5BE64-317E-419D-9063-871F1A0A848E}"/>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8" name="">
            <a:extLst xmlns:a="http://schemas.openxmlformats.org/drawingml/2006/main">
              <a:ext uri="{FF2B5EF4-FFF2-40B4-BE49-F238E27FC236}">
                <a16:creationId xmlns:a16="http://schemas.microsoft.com/office/drawing/2014/main" id="{2740E50F-63C0-4EBD-9A31-25E2B549479C}"/>
              </a:ext>
            </a:extLst>
          </p:cNvPr>
          <p:cNvSpPr>
            <a:spLocks xmlns:a="http://schemas.openxmlformats.org/drawingml/2006/main" noGrp="1"/>
          </p:cNvSpPr>
          <p:nvPr/>
        </p:nvSpPr>
        <p:spPr>
          <a:xfrm xmlns:a="http://schemas.openxmlformats.org/drawingml/2006/main">
            <a:off x="4324350" y="22479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4F3777A7-31D1-4099-B88A-DB302388D1E6}"/>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0" name="">
            <a:extLst xmlns:a="http://schemas.openxmlformats.org/drawingml/2006/main">
              <a:ext uri="{FF2B5EF4-FFF2-40B4-BE49-F238E27FC236}">
                <a16:creationId xmlns:a16="http://schemas.microsoft.com/office/drawing/2014/main" id="{95613046-8162-42B1-9720-D52A9B97D6E4}"/>
              </a:ext>
            </a:extLst>
          </p:cNvPr>
          <p:cNvSpPr>
            <a:spLocks xmlns:a="http://schemas.openxmlformats.org/drawingml/2006/main" noGrp="1"/>
          </p:cNvSpPr>
          <p:nvPr/>
        </p:nvSpPr>
        <p:spPr>
          <a:xfrm xmlns:a="http://schemas.openxmlformats.org/drawingml/2006/main">
            <a:off x="8039100" y="22479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065F9641-FFE4-4346-8D94-1E627721C383}"/>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2" name="">
            <a:extLst xmlns:a="http://schemas.openxmlformats.org/drawingml/2006/main">
              <a:ext uri="{FF2B5EF4-FFF2-40B4-BE49-F238E27FC236}">
                <a16:creationId xmlns:a16="http://schemas.microsoft.com/office/drawing/2014/main" id="{87810C45-D993-4738-9986-7CC10E101D6B}"/>
              </a:ext>
            </a:extLst>
          </p:cNvPr>
          <p:cNvSpPr>
            <a:spLocks xmlns:a="http://schemas.openxmlformats.org/drawingml/2006/main" noGrp="1"/>
          </p:cNvSpPr>
          <p:nvPr/>
        </p:nvSpPr>
        <p:spPr>
          <a:xfrm xmlns:a="http://schemas.openxmlformats.org/drawingml/2006/main">
            <a:off x="6096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3873D63E-6E61-4F4C-B3AB-E8B2137A01D0}"/>
              </a:ext>
            </a:extLst>
          </p:cNvPr>
          <p:cNvSpPr>
            <a:spLocks xmlns:a="http://schemas.openxmlformats.org/drawingml/2006/main" noGrp="1"/>
          </p:cNvSpPr>
          <p:nvPr/>
        </p:nvSpPr>
        <p:spPr>
          <a:xfrm xmlns:a="http://schemas.openxmlformats.org/drawingml/2006/main">
            <a:off x="7810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4" name="">
            <a:extLst xmlns:a="http://schemas.openxmlformats.org/drawingml/2006/main">
              <a:ext uri="{FF2B5EF4-FFF2-40B4-BE49-F238E27FC236}">
                <a16:creationId xmlns:a16="http://schemas.microsoft.com/office/drawing/2014/main" id="{F50B5748-CB73-458C-8DDC-51AA51E49EB0}"/>
              </a:ext>
            </a:extLst>
          </p:cNvPr>
          <p:cNvSpPr>
            <a:spLocks xmlns:a="http://schemas.openxmlformats.org/drawingml/2006/main" noGrp="1"/>
          </p:cNvSpPr>
          <p:nvPr/>
        </p:nvSpPr>
        <p:spPr>
          <a:xfrm xmlns:a="http://schemas.openxmlformats.org/drawingml/2006/main">
            <a:off x="4324350" y="34290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D0DE0F3D-6CEC-432D-919E-E7ADBC908E6D}"/>
              </a:ext>
            </a:extLst>
          </p:cNvPr>
          <p:cNvSpPr>
            <a:spLocks xmlns:a="http://schemas.openxmlformats.org/drawingml/2006/main" noGrp="1"/>
          </p:cNvSpPr>
          <p:nvPr/>
        </p:nvSpPr>
        <p:spPr>
          <a:xfrm xmlns:a="http://schemas.openxmlformats.org/drawingml/2006/main">
            <a:off x="449580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6" name="">
            <a:extLst xmlns:a="http://schemas.openxmlformats.org/drawingml/2006/main">
              <a:ext uri="{FF2B5EF4-FFF2-40B4-BE49-F238E27FC236}">
                <a16:creationId xmlns:a16="http://schemas.microsoft.com/office/drawing/2014/main" id="{2EECC073-FD77-4479-9B1F-9151FEC76AC3}"/>
              </a:ext>
            </a:extLst>
          </p:cNvPr>
          <p:cNvSpPr>
            <a:spLocks xmlns:a="http://schemas.openxmlformats.org/drawingml/2006/main" noGrp="1"/>
          </p:cNvSpPr>
          <p:nvPr/>
        </p:nvSpPr>
        <p:spPr>
          <a:xfrm xmlns:a="http://schemas.openxmlformats.org/drawingml/2006/main">
            <a:off x="8039100" y="34290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53DC60A8-1B20-47F3-909E-D9A03E85A686}"/>
              </a:ext>
            </a:extLst>
          </p:cNvPr>
          <p:cNvSpPr>
            <a:spLocks xmlns:a="http://schemas.openxmlformats.org/drawingml/2006/main" noGrp="1"/>
          </p:cNvSpPr>
          <p:nvPr/>
        </p:nvSpPr>
        <p:spPr>
          <a:xfrm xmlns:a="http://schemas.openxmlformats.org/drawingml/2006/main">
            <a:off x="8210550" y="35623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18" name="">
            <a:extLst xmlns:a="http://schemas.openxmlformats.org/drawingml/2006/main">
              <a:ext uri="{FF2B5EF4-FFF2-40B4-BE49-F238E27FC236}">
                <a16:creationId xmlns:a16="http://schemas.microsoft.com/office/drawing/2014/main" id="{BAB92988-7805-4AD3-A9B1-B65B0ED8A3AA}"/>
              </a:ext>
            </a:extLst>
          </p:cNvPr>
          <p:cNvSpPr>
            <a:spLocks xmlns:a="http://schemas.openxmlformats.org/drawingml/2006/main" noGrp="1"/>
          </p:cNvSpPr>
          <p:nvPr/>
        </p:nvSpPr>
        <p:spPr>
          <a:xfrm xmlns:a="http://schemas.openxmlformats.org/drawingml/2006/main">
            <a:off x="6096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55CDF672-AD95-4BA4-94C8-6F5481B6E7FE}"/>
              </a:ext>
            </a:extLst>
          </p:cNvPr>
          <p:cNvSpPr>
            <a:spLocks xmlns:a="http://schemas.openxmlformats.org/drawingml/2006/main" noGrp="1"/>
          </p:cNvSpPr>
          <p:nvPr/>
        </p:nvSpPr>
        <p:spPr>
          <a:xfrm xmlns:a="http://schemas.openxmlformats.org/drawingml/2006/main">
            <a:off x="7810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20" name="">
            <a:extLst xmlns:a="http://schemas.openxmlformats.org/drawingml/2006/main">
              <a:ext uri="{FF2B5EF4-FFF2-40B4-BE49-F238E27FC236}">
                <a16:creationId xmlns:a16="http://schemas.microsoft.com/office/drawing/2014/main" id="{73265034-BC78-4D3C-8710-69399E48920C}"/>
              </a:ext>
            </a:extLst>
          </p:cNvPr>
          <p:cNvSpPr>
            <a:spLocks xmlns:a="http://schemas.openxmlformats.org/drawingml/2006/main" noGrp="1"/>
          </p:cNvSpPr>
          <p:nvPr/>
        </p:nvSpPr>
        <p:spPr>
          <a:xfrm xmlns:a="http://schemas.openxmlformats.org/drawingml/2006/main">
            <a:off x="4324350" y="4610100"/>
            <a:ext cx="35433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1" name="">
            <a:extLst xmlns:a="http://schemas.openxmlformats.org/drawingml/2006/main">
              <a:ext uri="{FF2B5EF4-FFF2-40B4-BE49-F238E27FC236}">
                <a16:creationId xmlns:a16="http://schemas.microsoft.com/office/drawing/2014/main" id="{DCA6FCEF-7B6C-4B7C-A745-896629006BBC}"/>
              </a:ext>
            </a:extLst>
          </p:cNvPr>
          <p:cNvSpPr>
            <a:spLocks xmlns:a="http://schemas.openxmlformats.org/drawingml/2006/main" noGrp="1"/>
          </p:cNvSpPr>
          <p:nvPr/>
        </p:nvSpPr>
        <p:spPr>
          <a:xfrm xmlns:a="http://schemas.openxmlformats.org/drawingml/2006/main">
            <a:off x="449580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22" name="">
            <a:extLst xmlns:a="http://schemas.openxmlformats.org/drawingml/2006/main">
              <a:ext uri="{FF2B5EF4-FFF2-40B4-BE49-F238E27FC236}">
                <a16:creationId xmlns:a16="http://schemas.microsoft.com/office/drawing/2014/main" id="{4F4ABE5A-E6FF-4F02-B5EF-F9B2C66B985A}"/>
              </a:ext>
            </a:extLst>
          </p:cNvPr>
          <p:cNvSpPr>
            <a:spLocks xmlns:a="http://schemas.openxmlformats.org/drawingml/2006/main" noGrp="1"/>
          </p:cNvSpPr>
          <p:nvPr/>
        </p:nvSpPr>
        <p:spPr>
          <a:xfrm xmlns:a="http://schemas.openxmlformats.org/drawingml/2006/main">
            <a:off x="8039100" y="4610100"/>
            <a:ext cx="35433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3" name="">
            <a:extLst xmlns:a="http://schemas.openxmlformats.org/drawingml/2006/main">
              <a:ext uri="{FF2B5EF4-FFF2-40B4-BE49-F238E27FC236}">
                <a16:creationId xmlns:a16="http://schemas.microsoft.com/office/drawing/2014/main" id="{E34C5A12-4023-467A-B3CF-ED9DD2C6DB8F}"/>
              </a:ext>
            </a:extLst>
          </p:cNvPr>
          <p:cNvSpPr>
            <a:spLocks xmlns:a="http://schemas.openxmlformats.org/drawingml/2006/main" noGrp="1"/>
          </p:cNvSpPr>
          <p:nvPr/>
        </p:nvSpPr>
        <p:spPr>
          <a:xfrm xmlns:a="http://schemas.openxmlformats.org/drawingml/2006/main">
            <a:off x="8210550" y="47434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[Topic heading]</a:t>
            </a:r>
          </a:p>
        </p:txBody>
      </p:sp>
      <p:sp>
        <p:nvSpPr>
          <p:cNvPr id="24" name="">
            <a:extLst xmlns:a="http://schemas.openxmlformats.org/drawingml/2006/main">
              <a:ext uri="{FF2B5EF4-FFF2-40B4-BE49-F238E27FC236}">
                <a16:creationId xmlns:a16="http://schemas.microsoft.com/office/drawing/2014/main" id="{4D421066-81D4-4C28-9CB2-9619D7B90484}"/>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6AD3466-B870-474C-82CC-FBD406E71A77}"/>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F28047AB-F393-4A50-896D-62F0E9394E8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649104161"/>
      </p:ext>
    </p:extLst>
  </p:cSld>
</p:sld>
</file>

<file path=ppt/slides/slide27.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0571EB6-2B0C-42A4-8AB5-D182599288EE}"/>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Recall, sort and explain</a:t>
            </a:r>
          </a:p>
        </p:txBody>
      </p:sp>
      <p:sp>
        <p:nvSpPr>
          <p:cNvPr id="2" name="">
            <a:extLst xmlns:a="http://schemas.openxmlformats.org/drawingml/2006/main">
              <a:ext uri="{FF2B5EF4-FFF2-40B4-BE49-F238E27FC236}">
                <a16:creationId xmlns:a16="http://schemas.microsoft.com/office/drawing/2014/main" id="{2B7CD20A-8946-47CF-8168-B430FA8E3706}"/>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E2F4EA7F-BFDF-4E75-A89E-61D11003B1A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9A71108-E5EC-4F7D-BD67-FAAC8A223305}"/>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45BDDB1B-4670-4B38-A2DB-E57A6307653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ED6726CB-2174-4B57-9202-9644E06EFECF}"/>
              </a:ext>
            </a:extLst>
          </p:cNvPr>
          <p:cNvSpPr>
            <a:spLocks xmlns:a="http://schemas.openxmlformats.org/drawingml/2006/main" noGrp="1"/>
          </p:cNvSpPr>
          <p:nvPr/>
        </p:nvSpPr>
        <p:spPr>
          <a:xfrm xmlns:a="http://schemas.openxmlformats.org/drawingml/2006/main">
            <a:off x="6096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4718E350-6ACF-41F8-9EBA-7AB55297AD99}"/>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[Category one]</a:t>
            </a:r>
          </a:p>
        </p:txBody>
      </p:sp>
      <p:sp>
        <p:nvSpPr>
          <p:cNvPr id="8" name="">
            <a:extLst xmlns:a="http://schemas.openxmlformats.org/drawingml/2006/main">
              <a:ext uri="{FF2B5EF4-FFF2-40B4-BE49-F238E27FC236}">
                <a16:creationId xmlns:a16="http://schemas.microsoft.com/office/drawing/2014/main" id="{01C11709-8658-4AE7-AB74-D1CA2C8907B8}"/>
              </a:ext>
            </a:extLst>
          </p:cNvPr>
          <p:cNvSpPr>
            <a:spLocks xmlns:a="http://schemas.openxmlformats.org/drawingml/2006/main" noGrp="1"/>
          </p:cNvSpPr>
          <p:nvPr/>
        </p:nvSpPr>
        <p:spPr>
          <a:xfrm xmlns:a="http://schemas.openxmlformats.org/drawingml/2006/main">
            <a:off x="7810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BC106546-5244-4537-8621-2604B0BF8C42}"/>
              </a:ext>
            </a:extLst>
          </p:cNvPr>
          <p:cNvSpPr>
            <a:spLocks xmlns:a="http://schemas.openxmlformats.org/drawingml/2006/main" noGrp="1"/>
          </p:cNvSpPr>
          <p:nvPr/>
        </p:nvSpPr>
        <p:spPr>
          <a:xfrm xmlns:a="http://schemas.openxmlformats.org/drawingml/2006/main">
            <a:off x="4324350" y="2247900"/>
            <a:ext cx="3543300"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A8FBEB5F-3724-4B05-A590-246D13F6F134}"/>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[Category two]</a:t>
            </a:r>
          </a:p>
        </p:txBody>
      </p:sp>
      <p:sp>
        <p:nvSpPr>
          <p:cNvPr id="11" name="">
            <a:extLst xmlns:a="http://schemas.openxmlformats.org/drawingml/2006/main">
              <a:ext uri="{FF2B5EF4-FFF2-40B4-BE49-F238E27FC236}">
                <a16:creationId xmlns:a16="http://schemas.microsoft.com/office/drawing/2014/main" id="{83620545-4CB3-4C69-A0ED-F8CFEA1F1336}"/>
              </a:ext>
            </a:extLst>
          </p:cNvPr>
          <p:cNvSpPr>
            <a:spLocks xmlns:a="http://schemas.openxmlformats.org/drawingml/2006/main" noGrp="1"/>
          </p:cNvSpPr>
          <p:nvPr/>
        </p:nvSpPr>
        <p:spPr>
          <a:xfrm xmlns:a="http://schemas.openxmlformats.org/drawingml/2006/main">
            <a:off x="449580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DE259855-7D45-45B2-BB5F-1C1D9F4AA450}"/>
              </a:ext>
            </a:extLst>
          </p:cNvPr>
          <p:cNvSpPr>
            <a:spLocks xmlns:a="http://schemas.openxmlformats.org/drawingml/2006/main" noGrp="1"/>
          </p:cNvSpPr>
          <p:nvPr/>
        </p:nvSpPr>
        <p:spPr>
          <a:xfrm xmlns:a="http://schemas.openxmlformats.org/drawingml/2006/main">
            <a:off x="80391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9CF93610-3BBA-49CF-9042-87F62929CE9C}"/>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[Category three]</a:t>
            </a:r>
          </a:p>
        </p:txBody>
      </p:sp>
      <p:sp>
        <p:nvSpPr>
          <p:cNvPr id="14" name="">
            <a:extLst xmlns:a="http://schemas.openxmlformats.org/drawingml/2006/main">
              <a:ext uri="{FF2B5EF4-FFF2-40B4-BE49-F238E27FC236}">
                <a16:creationId xmlns:a16="http://schemas.microsoft.com/office/drawing/2014/main" id="{F32B9246-95E0-4591-9606-FB6FAF8C4F4F}"/>
              </a:ext>
            </a:extLst>
          </p:cNvPr>
          <p:cNvSpPr>
            <a:spLocks xmlns:a="http://schemas.openxmlformats.org/drawingml/2006/main" noGrp="1"/>
          </p:cNvSpPr>
          <p:nvPr/>
        </p:nvSpPr>
        <p:spPr>
          <a:xfrm xmlns:a="http://schemas.openxmlformats.org/drawingml/2006/main">
            <a:off x="82105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2D268861-E1C4-49E0-B67D-6BC68C9C849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A05A414-09A8-45B3-9856-886E0D6E141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7" name="">
            <a:extLst xmlns:a="http://schemas.openxmlformats.org/drawingml/2006/main">
              <a:ext uri="{FF2B5EF4-FFF2-40B4-BE49-F238E27FC236}">
                <a16:creationId xmlns:a16="http://schemas.microsoft.com/office/drawing/2014/main" id="{C6AD9C3C-3386-41D7-94FE-9852CA9D831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564987495"/>
      </p:ext>
    </p:extLst>
  </p:cSld>
</p:sld>
</file>

<file path=ppt/slides/slide28.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518E9EC-16FE-432F-81D5-59978DB6520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Loop-card retrieval</a:t>
            </a:r>
          </a:p>
        </p:txBody>
      </p:sp>
      <p:sp>
        <p:nvSpPr>
          <p:cNvPr id="2" name="">
            <a:extLst xmlns:a="http://schemas.openxmlformats.org/drawingml/2006/main">
              <a:ext uri="{FF2B5EF4-FFF2-40B4-BE49-F238E27FC236}">
                <a16:creationId xmlns:a16="http://schemas.microsoft.com/office/drawing/2014/main" id="{2C3B2FD2-05C7-4F72-B1EF-DAC1C839F547}"/>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C26B8B3-50E7-417D-9466-625E49DC504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3DCF0C-1AB3-4CF7-8DBA-5F909878858D}"/>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8E338665-8D3D-49FE-A98C-CE599E304508}"/>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046C8FAC-5C29-4EC5-BF61-849CF34B62A8}"/>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B7B414BF-5FF6-4C82-92F0-9D230D36466F}"/>
              </a:ext>
            </a:extLst>
          </p:cNvPr>
          <p:cNvSpPr>
            <a:spLocks xmlns:a="http://schemas.openxmlformats.org/drawingml/2006/main" noGrp="1"/>
          </p:cNvSpPr>
          <p:nvPr/>
        </p:nvSpPr>
        <p:spPr>
          <a:xfrm xmlns:a="http://schemas.openxmlformats.org/drawingml/2006/main">
            <a:off x="781050"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1</a:t>
            </a:r>
          </a:p>
        </p:txBody>
      </p:sp>
      <p:sp>
        <p:nvSpPr>
          <p:cNvPr id="8" name="">
            <a:extLst xmlns:a="http://schemas.openxmlformats.org/drawingml/2006/main">
              <a:ext uri="{FF2B5EF4-FFF2-40B4-BE49-F238E27FC236}">
                <a16:creationId xmlns:a16="http://schemas.microsoft.com/office/drawing/2014/main" id="{5575C679-D585-440F-AEFA-462F17E240F1}"/>
              </a:ext>
            </a:extLst>
          </p:cNvPr>
          <p:cNvSpPr>
            <a:spLocks xmlns:a="http://schemas.openxmlformats.org/drawingml/2006/main" noGrp="1"/>
          </p:cNvSpPr>
          <p:nvPr/>
        </p:nvSpPr>
        <p:spPr>
          <a:xfrm xmlns:a="http://schemas.openxmlformats.org/drawingml/2006/main">
            <a:off x="781050"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9" name="">
            <a:extLst xmlns:a="http://schemas.openxmlformats.org/drawingml/2006/main">
              <a:ext uri="{FF2B5EF4-FFF2-40B4-BE49-F238E27FC236}">
                <a16:creationId xmlns:a16="http://schemas.microsoft.com/office/drawing/2014/main" id="{EFD68987-0C13-4462-BA67-3425AC5159D2}"/>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E8937408-DB6D-4CA3-B1F5-D125F4A286DE}"/>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2</a:t>
            </a:r>
          </a:p>
        </p:txBody>
      </p:sp>
      <p:sp>
        <p:nvSpPr>
          <p:cNvPr id="11" name="">
            <a:extLst xmlns:a="http://schemas.openxmlformats.org/drawingml/2006/main">
              <a:ext uri="{FF2B5EF4-FFF2-40B4-BE49-F238E27FC236}">
                <a16:creationId xmlns:a16="http://schemas.microsoft.com/office/drawing/2014/main" id="{A59F0F86-598C-4AE0-AA29-77AAE9BAAFBC}"/>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12" name="">
            <a:extLst xmlns:a="http://schemas.openxmlformats.org/drawingml/2006/main">
              <a:ext uri="{FF2B5EF4-FFF2-40B4-BE49-F238E27FC236}">
                <a16:creationId xmlns:a16="http://schemas.microsoft.com/office/drawing/2014/main" id="{3C9F1F7A-72B2-4839-905A-CAEDBDA0BF8F}"/>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C3257B76-7292-46CF-A476-6FC6CE7B7E99}"/>
              </a:ext>
            </a:extLst>
          </p:cNvPr>
          <p:cNvSpPr>
            <a:spLocks xmlns:a="http://schemas.openxmlformats.org/drawingml/2006/main" noGrp="1"/>
          </p:cNvSpPr>
          <p:nvPr/>
        </p:nvSpPr>
        <p:spPr>
          <a:xfrm xmlns:a="http://schemas.openxmlformats.org/drawingml/2006/main">
            <a:off x="781050"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3</a:t>
            </a:r>
          </a:p>
        </p:txBody>
      </p:sp>
      <p:sp>
        <p:nvSpPr>
          <p:cNvPr id="14" name="">
            <a:extLst xmlns:a="http://schemas.openxmlformats.org/drawingml/2006/main">
              <a:ext uri="{FF2B5EF4-FFF2-40B4-BE49-F238E27FC236}">
                <a16:creationId xmlns:a16="http://schemas.microsoft.com/office/drawing/2014/main" id="{0CB7F065-4FDA-4D3F-BE46-8D3F8D1EB5C5}"/>
              </a:ext>
            </a:extLst>
          </p:cNvPr>
          <p:cNvSpPr>
            <a:spLocks xmlns:a="http://schemas.openxmlformats.org/drawingml/2006/main" noGrp="1"/>
          </p:cNvSpPr>
          <p:nvPr/>
        </p:nvSpPr>
        <p:spPr>
          <a:xfrm xmlns:a="http://schemas.openxmlformats.org/drawingml/2006/main">
            <a:off x="781050"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15" name="">
            <a:extLst xmlns:a="http://schemas.openxmlformats.org/drawingml/2006/main">
              <a:ext uri="{FF2B5EF4-FFF2-40B4-BE49-F238E27FC236}">
                <a16:creationId xmlns:a16="http://schemas.microsoft.com/office/drawing/2014/main" id="{5FE44300-041D-4AC8-8F87-E867492A95D0}"/>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02FEDDF0-76B9-4235-AD48-5B080FEBC385}"/>
              </a:ext>
            </a:extLst>
          </p:cNvPr>
          <p:cNvSpPr>
            <a:spLocks xmlns:a="http://schemas.openxmlformats.org/drawingml/2006/main" noGrp="1"/>
          </p:cNvSpPr>
          <p:nvPr/>
        </p:nvSpPr>
        <p:spPr>
          <a:xfrm xmlns:a="http://schemas.openxmlformats.org/drawingml/2006/main">
            <a:off x="6353175"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4</a:t>
            </a:r>
          </a:p>
        </p:txBody>
      </p:sp>
      <p:sp>
        <p:nvSpPr>
          <p:cNvPr id="17" name="">
            <a:extLst xmlns:a="http://schemas.openxmlformats.org/drawingml/2006/main">
              <a:ext uri="{FF2B5EF4-FFF2-40B4-BE49-F238E27FC236}">
                <a16:creationId xmlns:a16="http://schemas.microsoft.com/office/drawing/2014/main" id="{CFF2077C-2E40-4AB0-9548-58D653EC9964}"/>
              </a:ext>
            </a:extLst>
          </p:cNvPr>
          <p:cNvSpPr>
            <a:spLocks xmlns:a="http://schemas.openxmlformats.org/drawingml/2006/main" noGrp="1"/>
          </p:cNvSpPr>
          <p:nvPr/>
        </p:nvSpPr>
        <p:spPr>
          <a:xfrm xmlns:a="http://schemas.openxmlformats.org/drawingml/2006/main">
            <a:off x="6353175"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18" name="">
            <a:extLst xmlns:a="http://schemas.openxmlformats.org/drawingml/2006/main">
              <a:ext uri="{FF2B5EF4-FFF2-40B4-BE49-F238E27FC236}">
                <a16:creationId xmlns:a16="http://schemas.microsoft.com/office/drawing/2014/main" id="{E07CED2A-2EE5-46B9-98FC-A1868A8E813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E737EF9-11AC-4A09-8E8B-56064947C922}"/>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4041AA04-E62A-459C-94BA-A86E127973E0}"/>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358854108"/>
      </p:ext>
    </p:extLst>
  </p:cSld>
</p:sld>
</file>

<file path=ppt/slides/slide29.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49E93D3-B36B-4482-9BC6-320A6D72CCF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Inkshedding</a:t>
            </a:r>
          </a:p>
        </p:txBody>
      </p:sp>
      <p:sp>
        <p:nvSpPr>
          <p:cNvPr id="2" name="">
            <a:extLst xmlns:a="http://schemas.openxmlformats.org/drawingml/2006/main">
              <a:ext uri="{FF2B5EF4-FFF2-40B4-BE49-F238E27FC236}">
                <a16:creationId xmlns:a16="http://schemas.microsoft.com/office/drawing/2014/main" id="{56DD3C99-BBF0-4636-B8EE-ED47FE87F32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FC1953DF-F3B0-48AC-BC7C-C653CB685862}"/>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2EB201B-BF35-40D1-9D14-B5519963B8D9}"/>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DE6B4AC0-54C6-4928-A69A-4EF87C127B6E}"/>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71C1FCB5-0C57-4C6A-A774-F6E23317E84E}"/>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D7A7783-A662-4620-B96B-1609E652CD6E}"/>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first recall</a:t>
            </a:r>
          </a:p>
        </p:txBody>
      </p:sp>
      <p:sp>
        <p:nvSpPr>
          <p:cNvPr id="8" name="">
            <a:extLst xmlns:a="http://schemas.openxmlformats.org/drawingml/2006/main">
              <a:ext uri="{FF2B5EF4-FFF2-40B4-BE49-F238E27FC236}">
                <a16:creationId xmlns:a16="http://schemas.microsoft.com/office/drawing/2014/main" id="{10C93438-05DD-446C-8EF2-C1E575E18EF2}"/>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93D4B58E-DA7A-4AD2-A66B-FF982541ADE8}"/>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Partner response</a:t>
            </a:r>
          </a:p>
        </p:txBody>
      </p:sp>
      <p:sp>
        <p:nvSpPr>
          <p:cNvPr id="10" name="">
            <a:extLst xmlns:a="http://schemas.openxmlformats.org/drawingml/2006/main">
              <a:ext uri="{FF2B5EF4-FFF2-40B4-BE49-F238E27FC236}">
                <a16:creationId xmlns:a16="http://schemas.microsoft.com/office/drawing/2014/main" id="{819E4E68-E031-4F77-A1CB-462A84692170}"/>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12BF2CCC-AACD-40FA-943E-46CB2FFD6F7A}"/>
              </a:ext>
            </a:extLst>
          </p:cNvPr>
          <p:cNvSpPr>
            <a:spLocks xmlns:a="http://schemas.openxmlformats.org/drawingml/2006/main" noGrp="1"/>
          </p:cNvSpPr>
          <p:nvPr/>
        </p:nvSpPr>
        <p:spPr>
          <a:xfrm xmlns:a="http://schemas.openxmlformats.org/drawingml/2006/main">
            <a:off x="781050" y="47434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corrections after checking</a:t>
            </a:r>
          </a:p>
        </p:txBody>
      </p:sp>
      <p:sp>
        <p:nvSpPr>
          <p:cNvPr id="12" name="">
            <a:extLst xmlns:a="http://schemas.openxmlformats.org/drawingml/2006/main">
              <a:ext uri="{FF2B5EF4-FFF2-40B4-BE49-F238E27FC236}">
                <a16:creationId xmlns:a16="http://schemas.microsoft.com/office/drawing/2014/main" id="{64881731-10DB-4ECA-9906-34BE6EF24BC3}"/>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53BEAE9-0EE9-4E0C-A5BC-33AE80D1931F}"/>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09B1EBA1-D37F-4B4B-A289-AC92553A3BE7}"/>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808812615"/>
      </p:ext>
    </p:extLst>
  </p:cSld>
</p:sld>
</file>

<file path=ppt/slides/slide30.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FDAEBF3-E2B8-4DBB-8F9A-E752DD459E4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Memory storyboard</a:t>
            </a:r>
          </a:p>
        </p:txBody>
      </p:sp>
      <p:sp>
        <p:nvSpPr>
          <p:cNvPr id="2" name="">
            <a:extLst xmlns:a="http://schemas.openxmlformats.org/drawingml/2006/main">
              <a:ext uri="{FF2B5EF4-FFF2-40B4-BE49-F238E27FC236}">
                <a16:creationId xmlns:a16="http://schemas.microsoft.com/office/drawing/2014/main" id="{7E6C0A82-EB47-43A7-B55D-124193997D4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C3D2E0E-21F1-4833-BFFC-899F0EA06BF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44F2B5-4712-4AF0-A8EE-684E7A5C6CF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8DA5B21-A306-48C7-886F-6413A20BF377}"/>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90C14118-184F-420E-BA4E-4D5B1453432B}"/>
              </a:ext>
            </a:extLst>
          </p:cNvPr>
          <p:cNvSpPr>
            <a:spLocks xmlns:a="http://schemas.openxmlformats.org/drawingml/2006/main" noGrp="1"/>
          </p:cNvSpPr>
          <p:nvPr/>
        </p:nvSpPr>
        <p:spPr>
          <a:xfrm xmlns:a="http://schemas.openxmlformats.org/drawingml/2006/main">
            <a:off x="6096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AA78E30-94A7-4C2B-A064-6D943D8AA87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1  Sketch and caption</a:t>
            </a:r>
          </a:p>
        </p:txBody>
      </p:sp>
      <p:sp>
        <p:nvSpPr>
          <p:cNvPr id="8" name="">
            <a:extLst xmlns:a="http://schemas.openxmlformats.org/drawingml/2006/main">
              <a:ext uri="{FF2B5EF4-FFF2-40B4-BE49-F238E27FC236}">
                <a16:creationId xmlns:a16="http://schemas.microsoft.com/office/drawing/2014/main" id="{B3BDF749-D5EA-4D3B-B466-91E10ABBA400}"/>
              </a:ext>
            </a:extLst>
          </p:cNvPr>
          <p:cNvSpPr>
            <a:spLocks xmlns:a="http://schemas.openxmlformats.org/drawingml/2006/main" noGrp="1"/>
          </p:cNvSpPr>
          <p:nvPr/>
        </p:nvSpPr>
        <p:spPr>
          <a:xfrm xmlns:a="http://schemas.openxmlformats.org/drawingml/2006/main">
            <a:off x="781050" y="285750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9" name="">
            <a:extLst xmlns:a="http://schemas.openxmlformats.org/drawingml/2006/main">
              <a:ext uri="{FF2B5EF4-FFF2-40B4-BE49-F238E27FC236}">
                <a16:creationId xmlns:a16="http://schemas.microsoft.com/office/drawing/2014/main" id="{2D649CBE-D635-4DB5-B7C1-4E1083E18A66}"/>
              </a:ext>
            </a:extLst>
          </p:cNvPr>
          <p:cNvSpPr>
            <a:spLocks xmlns:a="http://schemas.openxmlformats.org/drawingml/2006/main" noGrp="1"/>
          </p:cNvSpPr>
          <p:nvPr/>
        </p:nvSpPr>
        <p:spPr>
          <a:xfrm xmlns:a="http://schemas.openxmlformats.org/drawingml/2006/main">
            <a:off x="4324350" y="224790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5E5855FA-DD62-442A-93EE-AE7F4A102A82}"/>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2  Sketch and caption</a:t>
            </a:r>
          </a:p>
        </p:txBody>
      </p:sp>
      <p:sp>
        <p:nvSpPr>
          <p:cNvPr id="11" name="">
            <a:extLst xmlns:a="http://schemas.openxmlformats.org/drawingml/2006/main">
              <a:ext uri="{FF2B5EF4-FFF2-40B4-BE49-F238E27FC236}">
                <a16:creationId xmlns:a16="http://schemas.microsoft.com/office/drawing/2014/main" id="{D8A889F5-9816-4FE9-8DA9-8E2D78A8276B}"/>
              </a:ext>
            </a:extLst>
          </p:cNvPr>
          <p:cNvSpPr>
            <a:spLocks xmlns:a="http://schemas.openxmlformats.org/drawingml/2006/main" noGrp="1"/>
          </p:cNvSpPr>
          <p:nvPr/>
        </p:nvSpPr>
        <p:spPr>
          <a:xfrm xmlns:a="http://schemas.openxmlformats.org/drawingml/2006/main">
            <a:off x="4495800" y="285750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12" name="">
            <a:extLst xmlns:a="http://schemas.openxmlformats.org/drawingml/2006/main">
              <a:ext uri="{FF2B5EF4-FFF2-40B4-BE49-F238E27FC236}">
                <a16:creationId xmlns:a16="http://schemas.microsoft.com/office/drawing/2014/main" id="{12C90434-3E84-4254-B28C-C091C16F1449}"/>
              </a:ext>
            </a:extLst>
          </p:cNvPr>
          <p:cNvSpPr>
            <a:spLocks xmlns:a="http://schemas.openxmlformats.org/drawingml/2006/main" noGrp="1"/>
          </p:cNvSpPr>
          <p:nvPr/>
        </p:nvSpPr>
        <p:spPr>
          <a:xfrm xmlns:a="http://schemas.openxmlformats.org/drawingml/2006/main">
            <a:off x="80391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C9B95231-47BD-4647-90B3-0C317C4FC76C}"/>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3  Sketch and caption</a:t>
            </a:r>
          </a:p>
        </p:txBody>
      </p:sp>
      <p:sp>
        <p:nvSpPr>
          <p:cNvPr id="14" name="">
            <a:extLst xmlns:a="http://schemas.openxmlformats.org/drawingml/2006/main">
              <a:ext uri="{FF2B5EF4-FFF2-40B4-BE49-F238E27FC236}">
                <a16:creationId xmlns:a16="http://schemas.microsoft.com/office/drawing/2014/main" id="{E84AE6B7-BB48-4CF0-A32C-96A980829404}"/>
              </a:ext>
            </a:extLst>
          </p:cNvPr>
          <p:cNvSpPr>
            <a:spLocks xmlns:a="http://schemas.openxmlformats.org/drawingml/2006/main" noGrp="1"/>
          </p:cNvSpPr>
          <p:nvPr/>
        </p:nvSpPr>
        <p:spPr>
          <a:xfrm xmlns:a="http://schemas.openxmlformats.org/drawingml/2006/main">
            <a:off x="8210550" y="285750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15" name="">
            <a:extLst xmlns:a="http://schemas.openxmlformats.org/drawingml/2006/main">
              <a:ext uri="{FF2B5EF4-FFF2-40B4-BE49-F238E27FC236}">
                <a16:creationId xmlns:a16="http://schemas.microsoft.com/office/drawing/2014/main" id="{4EE8FF0B-51C5-4D08-B7CD-50E5284AB114}"/>
              </a:ext>
            </a:extLst>
          </p:cNvPr>
          <p:cNvSpPr>
            <a:spLocks xmlns:a="http://schemas.openxmlformats.org/drawingml/2006/main" noGrp="1"/>
          </p:cNvSpPr>
          <p:nvPr/>
        </p:nvSpPr>
        <p:spPr>
          <a:xfrm xmlns:a="http://schemas.openxmlformats.org/drawingml/2006/main">
            <a:off x="6096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380E0275-5A13-41B6-9A73-44B75CF86DE5}"/>
              </a:ext>
            </a:extLst>
          </p:cNvPr>
          <p:cNvSpPr>
            <a:spLocks xmlns:a="http://schemas.openxmlformats.org/drawingml/2006/main" noGrp="1"/>
          </p:cNvSpPr>
          <p:nvPr/>
        </p:nvSpPr>
        <p:spPr>
          <a:xfrm xmlns:a="http://schemas.openxmlformats.org/drawingml/2006/main">
            <a:off x="781050" y="415290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4  Sketch and caption</a:t>
            </a:r>
          </a:p>
        </p:txBody>
      </p:sp>
      <p:sp>
        <p:nvSpPr>
          <p:cNvPr id="17" name="">
            <a:extLst xmlns:a="http://schemas.openxmlformats.org/drawingml/2006/main">
              <a:ext uri="{FF2B5EF4-FFF2-40B4-BE49-F238E27FC236}">
                <a16:creationId xmlns:a16="http://schemas.microsoft.com/office/drawing/2014/main" id="{F33AD237-ED93-48E3-8072-C7C30D776CC5}"/>
              </a:ext>
            </a:extLst>
          </p:cNvPr>
          <p:cNvSpPr>
            <a:spLocks xmlns:a="http://schemas.openxmlformats.org/drawingml/2006/main" noGrp="1"/>
          </p:cNvSpPr>
          <p:nvPr/>
        </p:nvSpPr>
        <p:spPr>
          <a:xfrm xmlns:a="http://schemas.openxmlformats.org/drawingml/2006/main">
            <a:off x="781050" y="462915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18" name="">
            <a:extLst xmlns:a="http://schemas.openxmlformats.org/drawingml/2006/main">
              <a:ext uri="{FF2B5EF4-FFF2-40B4-BE49-F238E27FC236}">
                <a16:creationId xmlns:a16="http://schemas.microsoft.com/office/drawing/2014/main" id="{336F7392-2EBC-4BF4-9DEE-B92ED5D1BE7D}"/>
              </a:ext>
            </a:extLst>
          </p:cNvPr>
          <p:cNvSpPr>
            <a:spLocks xmlns:a="http://schemas.openxmlformats.org/drawingml/2006/main" noGrp="1"/>
          </p:cNvSpPr>
          <p:nvPr/>
        </p:nvSpPr>
        <p:spPr>
          <a:xfrm xmlns:a="http://schemas.openxmlformats.org/drawingml/2006/main">
            <a:off x="4324350" y="401955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64EB5D52-D851-4DBB-AE63-9C0E851631E2}"/>
              </a:ext>
            </a:extLst>
          </p:cNvPr>
          <p:cNvSpPr>
            <a:spLocks xmlns:a="http://schemas.openxmlformats.org/drawingml/2006/main" noGrp="1"/>
          </p:cNvSpPr>
          <p:nvPr/>
        </p:nvSpPr>
        <p:spPr>
          <a:xfrm xmlns:a="http://schemas.openxmlformats.org/drawingml/2006/main">
            <a:off x="4495800" y="415290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5  Sketch and caption</a:t>
            </a:r>
          </a:p>
        </p:txBody>
      </p:sp>
      <p:sp>
        <p:nvSpPr>
          <p:cNvPr id="20" name="">
            <a:extLst xmlns:a="http://schemas.openxmlformats.org/drawingml/2006/main">
              <a:ext uri="{FF2B5EF4-FFF2-40B4-BE49-F238E27FC236}">
                <a16:creationId xmlns:a16="http://schemas.microsoft.com/office/drawing/2014/main" id="{1E93FE98-1BD1-41F4-88C9-248EB8C5FC4F}"/>
              </a:ext>
            </a:extLst>
          </p:cNvPr>
          <p:cNvSpPr>
            <a:spLocks xmlns:a="http://schemas.openxmlformats.org/drawingml/2006/main" noGrp="1"/>
          </p:cNvSpPr>
          <p:nvPr/>
        </p:nvSpPr>
        <p:spPr>
          <a:xfrm xmlns:a="http://schemas.openxmlformats.org/drawingml/2006/main">
            <a:off x="4495800" y="462915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21" name="">
            <a:extLst xmlns:a="http://schemas.openxmlformats.org/drawingml/2006/main">
              <a:ext uri="{FF2B5EF4-FFF2-40B4-BE49-F238E27FC236}">
                <a16:creationId xmlns:a16="http://schemas.microsoft.com/office/drawing/2014/main" id="{372FE8EE-8548-4CD5-BC96-1B8249DF8865}"/>
              </a:ext>
            </a:extLst>
          </p:cNvPr>
          <p:cNvSpPr>
            <a:spLocks xmlns:a="http://schemas.openxmlformats.org/drawingml/2006/main" noGrp="1"/>
          </p:cNvSpPr>
          <p:nvPr/>
        </p:nvSpPr>
        <p:spPr>
          <a:xfrm xmlns:a="http://schemas.openxmlformats.org/drawingml/2006/main">
            <a:off x="80391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B011EFFE-0EF8-4925-A4B0-D973802589E5}"/>
              </a:ext>
            </a:extLst>
          </p:cNvPr>
          <p:cNvSpPr>
            <a:spLocks xmlns:a="http://schemas.openxmlformats.org/drawingml/2006/main" noGrp="1"/>
          </p:cNvSpPr>
          <p:nvPr/>
        </p:nvSpPr>
        <p:spPr>
          <a:xfrm xmlns:a="http://schemas.openxmlformats.org/drawingml/2006/main">
            <a:off x="8210550" y="415290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6  Sketch and caption</a:t>
            </a:r>
          </a:p>
        </p:txBody>
      </p:sp>
      <p:sp>
        <p:nvSpPr>
          <p:cNvPr id="23" name="">
            <a:extLst xmlns:a="http://schemas.openxmlformats.org/drawingml/2006/main">
              <a:ext uri="{FF2B5EF4-FFF2-40B4-BE49-F238E27FC236}">
                <a16:creationId xmlns:a16="http://schemas.microsoft.com/office/drawing/2014/main" id="{E4EC6BF5-75DB-42CF-8B2D-769BE40B2E4F}"/>
              </a:ext>
            </a:extLst>
          </p:cNvPr>
          <p:cNvSpPr>
            <a:spLocks xmlns:a="http://schemas.openxmlformats.org/drawingml/2006/main" noGrp="1"/>
          </p:cNvSpPr>
          <p:nvPr/>
        </p:nvSpPr>
        <p:spPr>
          <a:xfrm xmlns:a="http://schemas.openxmlformats.org/drawingml/2006/main">
            <a:off x="8210550" y="4629150"/>
            <a:ext cx="320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[Sketch and caption]</a:t>
            </a:r>
          </a:p>
        </p:txBody>
      </p:sp>
      <p:sp>
        <p:nvSpPr>
          <p:cNvPr id="24" name="">
            <a:extLst xmlns:a="http://schemas.openxmlformats.org/drawingml/2006/main">
              <a:ext uri="{FF2B5EF4-FFF2-40B4-BE49-F238E27FC236}">
                <a16:creationId xmlns:a16="http://schemas.microsoft.com/office/drawing/2014/main" id="{E80D216D-92E7-4104-8AB6-508DCF95E13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9D7EFC2-5CFC-442A-A8CB-38C614D72771}"/>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6" name="">
            <a:extLst xmlns:a="http://schemas.openxmlformats.org/drawingml/2006/main">
              <a:ext uri="{FF2B5EF4-FFF2-40B4-BE49-F238E27FC236}">
                <a16:creationId xmlns:a16="http://schemas.microsoft.com/office/drawing/2014/main" id="{558B5E80-7C3B-4351-B16F-F74EFAB3EF80}"/>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38794362"/>
      </p:ext>
    </p:extLst>
  </p:cSld>
</p:sld>
</file>

<file path=ppt/slides/slide3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2EDDF28-D8D1-4AB5-B3C1-3677E67F026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Blank-diagram recall</a:t>
            </a:r>
          </a:p>
        </p:txBody>
      </p:sp>
      <p:sp>
        <p:nvSpPr>
          <p:cNvPr id="2" name="">
            <a:extLst xmlns:a="http://schemas.openxmlformats.org/drawingml/2006/main">
              <a:ext uri="{FF2B5EF4-FFF2-40B4-BE49-F238E27FC236}">
                <a16:creationId xmlns:a16="http://schemas.microsoft.com/office/drawing/2014/main" id="{7C221C61-2C2E-474E-B792-219AEB6D681B}"/>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BFD4624E-30BD-4157-972D-A2F4E38B108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8574A2-C2AE-4C11-A16D-9D0609B27A83}"/>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5066A739-A248-41E4-A9DB-A5C22FC711F0}"/>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8083EF0D-614D-4936-9239-96865B70BCA9}"/>
              </a:ext>
            </a:extLst>
          </p:cNvPr>
          <p:cNvSpPr>
            <a:spLocks xmlns:a="http://schemas.openxmlformats.org/drawingml/2006/main" noGrp="1"/>
          </p:cNvSpPr>
          <p:nvPr/>
        </p:nvSpPr>
        <p:spPr>
          <a:xfrm xmlns:a="http://schemas.openxmlformats.org/drawingml/2006/main">
            <a:off x="609600" y="2247900"/>
            <a:ext cx="109728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FA9947D5-7174-4C0F-8160-3A714B71D511}"/>
              </a:ext>
            </a:extLst>
          </p:cNvPr>
          <p:cNvSpPr>
            <a:spLocks xmlns:a="http://schemas.openxmlformats.org/drawingml/2006/main" noGrp="1"/>
          </p:cNvSpPr>
          <p:nvPr/>
        </p:nvSpPr>
        <p:spPr>
          <a:xfrm xmlns:a="http://schemas.openxmlformats.org/drawingml/2006/main">
            <a:off x="781050" y="2381250"/>
            <a:ext cx="1062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1">
                <a:solidFill>
                  <a:srgbClr val="263C3A"/>
                </a:solidFill>
                <a:latin typeface="DejaVu Sans"/>
                <a:ea typeface="DejaVu Sans"/>
                <a:cs typeface="DejaVu Sans"/>
              </a:defRPr>
            </a:pPr>
            <a:r>
              <a:rPr sz="1650" b="1">
                <a:solidFill>
                  <a:srgbClr val="263C3A"/>
                </a:solidFill>
                <a:latin typeface="DejaVu Sans"/>
                <a:ea typeface="DejaVu Sans"/>
                <a:cs typeface="DejaVu Sans"/>
              </a:rPr>
              <a:t>[Insert your familiar diagram with labels removed]</a:t>
            </a:r>
          </a:p>
        </p:txBody>
      </p:sp>
      <p:sp>
        <p:nvSpPr>
          <p:cNvPr id="8" name="">
            <a:extLst xmlns:a="http://schemas.openxmlformats.org/drawingml/2006/main">
              <a:ext uri="{FF2B5EF4-FFF2-40B4-BE49-F238E27FC236}">
                <a16:creationId xmlns:a16="http://schemas.microsoft.com/office/drawing/2014/main" id="{8C1E0FA1-B1F0-4E4C-9056-8CA774B5B24B}"/>
              </a:ext>
            </a:extLst>
          </p:cNvPr>
          <p:cNvSpPr>
            <a:spLocks xmlns:a="http://schemas.openxmlformats.org/drawingml/2006/main" noGrp="1"/>
          </p:cNvSpPr>
          <p:nvPr/>
        </p:nvSpPr>
        <p:spPr>
          <a:xfrm xmlns:a="http://schemas.openxmlformats.org/drawingml/2006/main">
            <a:off x="781050" y="3105150"/>
            <a:ext cx="106299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r>
              <a:t/>
            </a:r>
          </a:p>
        </p:txBody>
      </p:sp>
      <p:sp>
        <p:nvSpPr>
          <p:cNvPr id="9" name="">
            <a:extLst xmlns:a="http://schemas.openxmlformats.org/drawingml/2006/main">
              <a:ext uri="{FF2B5EF4-FFF2-40B4-BE49-F238E27FC236}">
                <a16:creationId xmlns:a16="http://schemas.microsoft.com/office/drawing/2014/main" id="{BC395A68-6298-427D-82C9-9C94D1AD10A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79403D-D95E-4F8C-974A-09A012701AA0}"/>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1" name="">
            <a:extLst xmlns:a="http://schemas.openxmlformats.org/drawingml/2006/main">
              <a:ext uri="{FF2B5EF4-FFF2-40B4-BE49-F238E27FC236}">
                <a16:creationId xmlns:a16="http://schemas.microsoft.com/office/drawing/2014/main" id="{8F67DFF1-2F8E-426B-B511-EAA89CDEAF91}"/>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553845224"/>
      </p:ext>
    </p:extLst>
  </p:cSld>
</p:sld>
</file>

<file path=ppt/slides/slide32.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BB362C1-06F3-49F3-8613-7FBFBD881607}"/>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Draw from memory</a:t>
            </a:r>
          </a:p>
        </p:txBody>
      </p:sp>
      <p:sp>
        <p:nvSpPr>
          <p:cNvPr id="2" name="">
            <a:extLst xmlns:a="http://schemas.openxmlformats.org/drawingml/2006/main">
              <a:ext uri="{FF2B5EF4-FFF2-40B4-BE49-F238E27FC236}">
                <a16:creationId xmlns:a16="http://schemas.microsoft.com/office/drawing/2014/main" id="{6E1FC8A2-6EAE-4995-9C42-0666A9C8B125}"/>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21AD04E-3F05-4074-8B18-EDC8EF957525}"/>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0CA9D9-6F87-4CFA-9F82-AAA6CF9934E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CA17E038-4AC9-4644-B537-F8B7F0DB17F4}"/>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5EF21D8B-4D2C-42B4-9AAE-0F49B60D3533}"/>
              </a:ext>
            </a:extLst>
          </p:cNvPr>
          <p:cNvSpPr>
            <a:spLocks xmlns:a="http://schemas.openxmlformats.org/drawingml/2006/main" noGrp="1"/>
          </p:cNvSpPr>
          <p:nvPr/>
        </p:nvSpPr>
        <p:spPr>
          <a:xfrm xmlns:a="http://schemas.openxmlformats.org/drawingml/2006/main">
            <a:off x="609600" y="2247900"/>
            <a:ext cx="109728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9B87CBB-83DE-4FC7-99EE-CB60F86C617E}"/>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Draw and label from memory</a:t>
            </a:r>
          </a:p>
        </p:txBody>
      </p:sp>
      <p:sp>
        <p:nvSpPr>
          <p:cNvPr id="8" name="">
            <a:extLst xmlns:a="http://schemas.openxmlformats.org/drawingml/2006/main">
              <a:ext uri="{FF2B5EF4-FFF2-40B4-BE49-F238E27FC236}">
                <a16:creationId xmlns:a16="http://schemas.microsoft.com/office/drawing/2014/main" id="{E54A7F95-1147-4CB6-BA65-77BB60F1564B}"/>
              </a:ext>
            </a:extLst>
          </p:cNvPr>
          <p:cNvSpPr>
            <a:spLocks xmlns:a="http://schemas.openxmlformats.org/drawingml/2006/main" noGrp="1"/>
          </p:cNvSpPr>
          <p:nvPr/>
        </p:nvSpPr>
        <p:spPr>
          <a:xfrm xmlns:a="http://schemas.openxmlformats.org/drawingml/2006/main">
            <a:off x="781050" y="2857500"/>
            <a:ext cx="106299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DB3F6A6C-47D8-446A-BA45-FBF9660C8E20}"/>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0407AB3-0DE1-4E66-8499-1E60CC5670C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1" name="">
            <a:extLst xmlns:a="http://schemas.openxmlformats.org/drawingml/2006/main">
              <a:ext uri="{FF2B5EF4-FFF2-40B4-BE49-F238E27FC236}">
                <a16:creationId xmlns:a16="http://schemas.microsoft.com/office/drawing/2014/main" id="{6D76C07D-A6CA-40CF-8F79-69FC8896178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306837412"/>
      </p:ext>
    </p:extLst>
  </p:cSld>
</p:sld>
</file>

<file path=ppt/slides/slide33.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E326838-DFA4-4E10-B573-FED5EAF1EF19}"/>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Because, but, so</a:t>
            </a:r>
          </a:p>
        </p:txBody>
      </p:sp>
      <p:sp>
        <p:nvSpPr>
          <p:cNvPr id="2" name="">
            <a:extLst xmlns:a="http://schemas.openxmlformats.org/drawingml/2006/main">
              <a:ext uri="{FF2B5EF4-FFF2-40B4-BE49-F238E27FC236}">
                <a16:creationId xmlns:a16="http://schemas.microsoft.com/office/drawing/2014/main" id="{68471CD8-6A03-4B53-8482-615FF2AD5642}"/>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5F629484-E54D-483E-A535-07E58BB8FA7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B1A344D-F3D5-43A3-9529-F288F5480C36}"/>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36600F1A-10DB-4541-A43D-85017C205ACE}"/>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3462DD68-E232-4DA2-B0C8-90A84549A698}"/>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3E69A39E-D0BF-4686-83BA-BEB817A7BA64}"/>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statement] because</a:t>
            </a:r>
          </a:p>
        </p:txBody>
      </p:sp>
      <p:sp>
        <p:nvSpPr>
          <p:cNvPr id="8" name="">
            <a:extLst xmlns:a="http://schemas.openxmlformats.org/drawingml/2006/main">
              <a:ext uri="{FF2B5EF4-FFF2-40B4-BE49-F238E27FC236}">
                <a16:creationId xmlns:a16="http://schemas.microsoft.com/office/drawing/2014/main" id="{271AF18A-EA28-4FE8-A5BB-3030BB0E9C8C}"/>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EDC2955B-3CD8-4CAA-B62B-813A907A5DCC}"/>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statement] but</a:t>
            </a:r>
          </a:p>
        </p:txBody>
      </p:sp>
      <p:sp>
        <p:nvSpPr>
          <p:cNvPr id="10" name="">
            <a:extLst xmlns:a="http://schemas.openxmlformats.org/drawingml/2006/main">
              <a:ext uri="{FF2B5EF4-FFF2-40B4-BE49-F238E27FC236}">
                <a16:creationId xmlns:a16="http://schemas.microsoft.com/office/drawing/2014/main" id="{A5300841-C4C6-4FF2-B4AE-77E14C10E74C}"/>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C0E9252F-6704-4904-9979-940409B9B6BE}"/>
              </a:ext>
            </a:extLst>
          </p:cNvPr>
          <p:cNvSpPr>
            <a:spLocks xmlns:a="http://schemas.openxmlformats.org/drawingml/2006/main" noGrp="1"/>
          </p:cNvSpPr>
          <p:nvPr/>
        </p:nvSpPr>
        <p:spPr>
          <a:xfrm xmlns:a="http://schemas.openxmlformats.org/drawingml/2006/main">
            <a:off x="781050" y="47434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statement] so</a:t>
            </a:r>
          </a:p>
        </p:txBody>
      </p:sp>
      <p:sp>
        <p:nvSpPr>
          <p:cNvPr id="12" name="">
            <a:extLst xmlns:a="http://schemas.openxmlformats.org/drawingml/2006/main">
              <a:ext uri="{FF2B5EF4-FFF2-40B4-BE49-F238E27FC236}">
                <a16:creationId xmlns:a16="http://schemas.microsoft.com/office/drawing/2014/main" id="{A05C8D3F-359E-4D6C-AF5E-374914D8955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0EC067F-D638-479E-BE48-FF82009D16EF}"/>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D2CD1412-D497-4D11-A1D9-AD2C69FDB007}"/>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690623088"/>
      </p:ext>
    </p:extLst>
  </p:cSld>
</p:sld>
</file>

<file path=ppt/slides/slide34.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1865886-744F-4BF4-B829-CB94C02B8100}"/>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Numbered Heads Together</a:t>
            </a:r>
          </a:p>
        </p:txBody>
      </p:sp>
      <p:sp>
        <p:nvSpPr>
          <p:cNvPr id="2" name="">
            <a:extLst xmlns:a="http://schemas.openxmlformats.org/drawingml/2006/main">
              <a:ext uri="{FF2B5EF4-FFF2-40B4-BE49-F238E27FC236}">
                <a16:creationId xmlns:a16="http://schemas.microsoft.com/office/drawing/2014/main" id="{665F5B9D-5FBD-413A-AD34-33D9B991FBA1}"/>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BF2B42A-3CEE-44B5-BCA0-231787411657}"/>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BD738B-FE20-4D5A-854E-7B73DC36AC73}"/>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C9B75BCE-A937-43CE-BC05-B3463FBEEE2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EB280448-C512-45BF-AD81-37E423CA629A}"/>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677CCCFC-B50D-4139-8D09-1F0A9B0AFADD}"/>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Learner 1  First recall</a:t>
            </a:r>
          </a:p>
        </p:txBody>
      </p:sp>
      <p:sp>
        <p:nvSpPr>
          <p:cNvPr id="8" name="">
            <a:extLst xmlns:a="http://schemas.openxmlformats.org/drawingml/2006/main">
              <a:ext uri="{FF2B5EF4-FFF2-40B4-BE49-F238E27FC236}">
                <a16:creationId xmlns:a16="http://schemas.microsoft.com/office/drawing/2014/main" id="{F2B6F9AC-9C3B-4DDE-97C9-74097F35B26E}"/>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2D9351E7-882F-4AF7-8CA3-4C67402CDE3A}"/>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6DC78430-0D1E-4742-8EC9-5D575CFE5F12}"/>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Learner 2  First recall</a:t>
            </a:r>
          </a:p>
        </p:txBody>
      </p:sp>
      <p:sp>
        <p:nvSpPr>
          <p:cNvPr id="11" name="">
            <a:extLst xmlns:a="http://schemas.openxmlformats.org/drawingml/2006/main">
              <a:ext uri="{FF2B5EF4-FFF2-40B4-BE49-F238E27FC236}">
                <a16:creationId xmlns:a16="http://schemas.microsoft.com/office/drawing/2014/main" id="{3B750418-4F46-41F7-AB10-DA33534B3314}"/>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9CDE9263-EB33-47EB-9643-256EEBF77ACE}"/>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A42D4639-6B11-4EF9-9B4E-260B1C53BF5D}"/>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Learner 3  First recall</a:t>
            </a:r>
          </a:p>
        </p:txBody>
      </p:sp>
      <p:sp>
        <p:nvSpPr>
          <p:cNvPr id="14" name="">
            <a:extLst xmlns:a="http://schemas.openxmlformats.org/drawingml/2006/main">
              <a:ext uri="{FF2B5EF4-FFF2-40B4-BE49-F238E27FC236}">
                <a16:creationId xmlns:a16="http://schemas.microsoft.com/office/drawing/2014/main" id="{3FC386FD-2DDE-4434-9F03-FB2E94397BB4}"/>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C8D0FA38-017B-4413-AFA2-FD28177C3CB0}"/>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CCF6DEA8-3107-4F6D-B8B1-3E3C006DBB17}"/>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Learner 4  First recall</a:t>
            </a:r>
          </a:p>
        </p:txBody>
      </p:sp>
      <p:sp>
        <p:nvSpPr>
          <p:cNvPr id="17" name="">
            <a:extLst xmlns:a="http://schemas.openxmlformats.org/drawingml/2006/main">
              <a:ext uri="{FF2B5EF4-FFF2-40B4-BE49-F238E27FC236}">
                <a16:creationId xmlns:a16="http://schemas.microsoft.com/office/drawing/2014/main" id="{F25809FA-E2E7-4407-AC5F-693BE6437CD0}"/>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02A3B4E1-E8F9-4A45-9DD6-E48A7DB512C8}"/>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FBFDA12-0F98-4E9B-B29B-EC2A96A8679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8FEB4258-4136-4095-A069-045756FA914A}"/>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05760465"/>
      </p:ext>
    </p:extLst>
  </p:cSld>
</p:sld>
</file>

<file path=ppt/slides/slide35.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3F64816-1A33-4AD7-B37B-B88A739EF37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Peer Instruction</a:t>
            </a:r>
          </a:p>
        </p:txBody>
      </p:sp>
      <p:sp>
        <p:nvSpPr>
          <p:cNvPr id="2" name="">
            <a:extLst xmlns:a="http://schemas.openxmlformats.org/drawingml/2006/main">
              <a:ext uri="{FF2B5EF4-FFF2-40B4-BE49-F238E27FC236}">
                <a16:creationId xmlns:a16="http://schemas.microsoft.com/office/drawing/2014/main" id="{A19A0DF1-7B31-4E6A-8544-3BAD425AAD2F}"/>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7BF9629-2B49-432E-A4FC-596F3B92850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6701CF-9828-4C5F-B557-7FC1C854017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52111B7D-20C5-4F16-97C0-29E93AF7854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BDF6F69F-2D54-4067-9648-B97474DB4F07}"/>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429F97A-DB7C-432E-B2B1-197F8E15533E}"/>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Question  [Your conceptual question]</a:t>
            </a:r>
          </a:p>
        </p:txBody>
      </p:sp>
      <p:sp>
        <p:nvSpPr>
          <p:cNvPr id="8" name="">
            <a:extLst xmlns:a="http://schemas.openxmlformats.org/drawingml/2006/main">
              <a:ext uri="{FF2B5EF4-FFF2-40B4-BE49-F238E27FC236}">
                <a16:creationId xmlns:a16="http://schemas.microsoft.com/office/drawing/2014/main" id="{BD1A3308-717D-49AB-983B-6B5908385B2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A3BED153-69AB-4D35-A4DA-DAEDF37C7DC8}"/>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E11B53F1-8E79-4397-A72E-2DDC9D6B426C}"/>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Choices</a:t>
            </a:r>
          </a:p>
        </p:txBody>
      </p:sp>
      <p:sp>
        <p:nvSpPr>
          <p:cNvPr id="11" name="">
            <a:extLst xmlns:a="http://schemas.openxmlformats.org/drawingml/2006/main">
              <a:ext uri="{FF2B5EF4-FFF2-40B4-BE49-F238E27FC236}">
                <a16:creationId xmlns:a16="http://schemas.microsoft.com/office/drawing/2014/main" id="{3CB4A6D3-A844-478F-8CC7-036F91F4D964}"/>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 [Option]</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B [Option]</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C [Option]</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D [Option]</a:t>
            </a:r>
          </a:p>
        </p:txBody>
      </p:sp>
      <p:sp>
        <p:nvSpPr>
          <p:cNvPr id="12" name="">
            <a:extLst xmlns:a="http://schemas.openxmlformats.org/drawingml/2006/main">
              <a:ext uri="{FF2B5EF4-FFF2-40B4-BE49-F238E27FC236}">
                <a16:creationId xmlns:a16="http://schemas.microsoft.com/office/drawing/2014/main" id="{C8DD2F88-820B-4C7F-8075-0A33EC701EC7}"/>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0B644C47-72A5-4886-A253-AC25DDBE3917}"/>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first choice and reason</a:t>
            </a:r>
          </a:p>
        </p:txBody>
      </p:sp>
      <p:sp>
        <p:nvSpPr>
          <p:cNvPr id="14" name="">
            <a:extLst xmlns:a="http://schemas.openxmlformats.org/drawingml/2006/main">
              <a:ext uri="{FF2B5EF4-FFF2-40B4-BE49-F238E27FC236}">
                <a16:creationId xmlns:a16="http://schemas.microsoft.com/office/drawing/2014/main" id="{6D85498B-2DD9-40B1-8612-7B7A9C27C67B}"/>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880045E7-F66C-4481-867D-B7F635A53EC2}"/>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8D32877C-E699-4B02-81E0-5C1F641374B6}"/>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final choice and reason</a:t>
            </a:r>
          </a:p>
        </p:txBody>
      </p:sp>
      <p:sp>
        <p:nvSpPr>
          <p:cNvPr id="17" name="">
            <a:extLst xmlns:a="http://schemas.openxmlformats.org/drawingml/2006/main">
              <a:ext uri="{FF2B5EF4-FFF2-40B4-BE49-F238E27FC236}">
                <a16:creationId xmlns:a16="http://schemas.microsoft.com/office/drawing/2014/main" id="{4CBE17C4-5BB9-455B-967A-A1CAEA354D12}"/>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E045589C-637B-45B1-A6D1-3CB092C6DF9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78A88FF-EAF1-4B8A-A103-03B03005AF5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4EA2AD01-BE3A-469C-A088-D0B37A9E6F3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644118152"/>
      </p:ext>
    </p:extLst>
  </p:cSld>
</p:sld>
</file>

<file path=ppt/slides/slide36.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AF50715-7BB9-4B85-B02D-AD079719E2AC}"/>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Taboo explanations</a:t>
            </a:r>
          </a:p>
        </p:txBody>
      </p:sp>
      <p:sp>
        <p:nvSpPr>
          <p:cNvPr id="2" name="">
            <a:extLst xmlns:a="http://schemas.openxmlformats.org/drawingml/2006/main">
              <a:ext uri="{FF2B5EF4-FFF2-40B4-BE49-F238E27FC236}">
                <a16:creationId xmlns:a16="http://schemas.microsoft.com/office/drawing/2014/main" id="{7EFD7FCF-D972-4DED-B1B9-FD89F13EECDD}"/>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579122C5-8B9C-4CED-A2ED-9A7E12B3F02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7EB229-2D6B-4197-B5DE-D1C8147B944C}"/>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ECD02C89-D34B-41FF-B567-5DFCCC706104}"/>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2EBAA4C3-F378-44B9-83F1-713A4EB0DD31}"/>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4F49BF3B-E35D-4B7D-8B95-97176FB6F632}"/>
              </a:ext>
            </a:extLst>
          </p:cNvPr>
          <p:cNvSpPr>
            <a:spLocks xmlns:a="http://schemas.openxmlformats.org/drawingml/2006/main" noGrp="1"/>
          </p:cNvSpPr>
          <p:nvPr/>
        </p:nvSpPr>
        <p:spPr>
          <a:xfrm xmlns:a="http://schemas.openxmlformats.org/drawingml/2006/main">
            <a:off x="781050"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1</a:t>
            </a:r>
          </a:p>
        </p:txBody>
      </p:sp>
      <p:sp>
        <p:nvSpPr>
          <p:cNvPr id="8" name="">
            <a:extLst xmlns:a="http://schemas.openxmlformats.org/drawingml/2006/main">
              <a:ext uri="{FF2B5EF4-FFF2-40B4-BE49-F238E27FC236}">
                <a16:creationId xmlns:a16="http://schemas.microsoft.com/office/drawing/2014/main" id="{5D8553DD-F332-4594-9C1A-25ACA0BF8F40}"/>
              </a:ext>
            </a:extLst>
          </p:cNvPr>
          <p:cNvSpPr>
            <a:spLocks xmlns:a="http://schemas.openxmlformats.org/drawingml/2006/main" noGrp="1"/>
          </p:cNvSpPr>
          <p:nvPr/>
        </p:nvSpPr>
        <p:spPr>
          <a:xfrm xmlns:a="http://schemas.openxmlformats.org/drawingml/2006/main">
            <a:off x="781050"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9" name="">
            <a:extLst xmlns:a="http://schemas.openxmlformats.org/drawingml/2006/main">
              <a:ext uri="{FF2B5EF4-FFF2-40B4-BE49-F238E27FC236}">
                <a16:creationId xmlns:a16="http://schemas.microsoft.com/office/drawing/2014/main" id="{DA080557-6162-4B30-83C5-894C60B66D50}"/>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D5F29A2B-21B3-4B85-BE59-4DBDF00D86B9}"/>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2</a:t>
            </a:r>
          </a:p>
        </p:txBody>
      </p:sp>
      <p:sp>
        <p:nvSpPr>
          <p:cNvPr id="11" name="">
            <a:extLst xmlns:a="http://schemas.openxmlformats.org/drawingml/2006/main">
              <a:ext uri="{FF2B5EF4-FFF2-40B4-BE49-F238E27FC236}">
                <a16:creationId xmlns:a16="http://schemas.microsoft.com/office/drawing/2014/main" id="{B48C432D-38BA-4D8B-B8A1-C0FA6EA8E10C}"/>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12" name="">
            <a:extLst xmlns:a="http://schemas.openxmlformats.org/drawingml/2006/main">
              <a:ext uri="{FF2B5EF4-FFF2-40B4-BE49-F238E27FC236}">
                <a16:creationId xmlns:a16="http://schemas.microsoft.com/office/drawing/2014/main" id="{FBF0ECDD-5580-4DE1-AB4F-C8034FE49C91}"/>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43502388-51FA-4DF1-B2FB-1E9899FB2699}"/>
              </a:ext>
            </a:extLst>
          </p:cNvPr>
          <p:cNvSpPr>
            <a:spLocks xmlns:a="http://schemas.openxmlformats.org/drawingml/2006/main" noGrp="1"/>
          </p:cNvSpPr>
          <p:nvPr/>
        </p:nvSpPr>
        <p:spPr>
          <a:xfrm xmlns:a="http://schemas.openxmlformats.org/drawingml/2006/main">
            <a:off x="781050"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3</a:t>
            </a:r>
          </a:p>
        </p:txBody>
      </p:sp>
      <p:sp>
        <p:nvSpPr>
          <p:cNvPr id="14" name="">
            <a:extLst xmlns:a="http://schemas.openxmlformats.org/drawingml/2006/main">
              <a:ext uri="{FF2B5EF4-FFF2-40B4-BE49-F238E27FC236}">
                <a16:creationId xmlns:a16="http://schemas.microsoft.com/office/drawing/2014/main" id="{501B4D7B-82EC-471B-B15E-08E970695EDC}"/>
              </a:ext>
            </a:extLst>
          </p:cNvPr>
          <p:cNvSpPr>
            <a:spLocks xmlns:a="http://schemas.openxmlformats.org/drawingml/2006/main" noGrp="1"/>
          </p:cNvSpPr>
          <p:nvPr/>
        </p:nvSpPr>
        <p:spPr>
          <a:xfrm xmlns:a="http://schemas.openxmlformats.org/drawingml/2006/main">
            <a:off x="781050"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15" name="">
            <a:extLst xmlns:a="http://schemas.openxmlformats.org/drawingml/2006/main">
              <a:ext uri="{FF2B5EF4-FFF2-40B4-BE49-F238E27FC236}">
                <a16:creationId xmlns:a16="http://schemas.microsoft.com/office/drawing/2014/main" id="{0F6551A6-A39A-4BEC-B191-02BFF58DAC51}"/>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AE4F0F9D-588C-41B2-9108-4233EF63E224}"/>
              </a:ext>
            </a:extLst>
          </p:cNvPr>
          <p:cNvSpPr>
            <a:spLocks xmlns:a="http://schemas.openxmlformats.org/drawingml/2006/main" noGrp="1"/>
          </p:cNvSpPr>
          <p:nvPr/>
        </p:nvSpPr>
        <p:spPr>
          <a:xfrm xmlns:a="http://schemas.openxmlformats.org/drawingml/2006/main">
            <a:off x="6353175"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4</a:t>
            </a:r>
          </a:p>
        </p:txBody>
      </p:sp>
      <p:sp>
        <p:nvSpPr>
          <p:cNvPr id="17" name="">
            <a:extLst xmlns:a="http://schemas.openxmlformats.org/drawingml/2006/main">
              <a:ext uri="{FF2B5EF4-FFF2-40B4-BE49-F238E27FC236}">
                <a16:creationId xmlns:a16="http://schemas.microsoft.com/office/drawing/2014/main" id="{E776C014-7B91-485D-B8E3-1257E78CC2E4}"/>
              </a:ext>
            </a:extLst>
          </p:cNvPr>
          <p:cNvSpPr>
            <a:spLocks xmlns:a="http://schemas.openxmlformats.org/drawingml/2006/main" noGrp="1"/>
          </p:cNvSpPr>
          <p:nvPr/>
        </p:nvSpPr>
        <p:spPr>
          <a:xfrm xmlns:a="http://schemas.openxmlformats.org/drawingml/2006/main">
            <a:off x="6353175"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Term [Your term]</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Avoid [Your restricted words]</a:t>
            </a:r>
          </a:p>
        </p:txBody>
      </p:sp>
      <p:sp>
        <p:nvSpPr>
          <p:cNvPr id="18" name="">
            <a:extLst xmlns:a="http://schemas.openxmlformats.org/drawingml/2006/main">
              <a:ext uri="{FF2B5EF4-FFF2-40B4-BE49-F238E27FC236}">
                <a16:creationId xmlns:a16="http://schemas.microsoft.com/office/drawing/2014/main" id="{F292D6CD-B868-4CEC-93DC-8831FB23873D}"/>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3D57405-8A0F-4488-BBA6-E9C6C64C43D4}"/>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D05873CC-7A19-47BC-9420-DA21F5BCA88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356933617"/>
      </p:ext>
    </p:extLst>
  </p:cSld>
</p:sld>
</file>

<file path=ppt/slides/slide37.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4AE620F-1060-4727-B92B-2EC46A3FDDB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Elevator explanation</a:t>
            </a:r>
          </a:p>
        </p:txBody>
      </p:sp>
      <p:sp>
        <p:nvSpPr>
          <p:cNvPr id="2" name="">
            <a:extLst xmlns:a="http://schemas.openxmlformats.org/drawingml/2006/main">
              <a:ext uri="{FF2B5EF4-FFF2-40B4-BE49-F238E27FC236}">
                <a16:creationId xmlns:a16="http://schemas.microsoft.com/office/drawing/2014/main" id="{F0DD1FD4-B909-42AF-BFCE-6F2877D03EB1}"/>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F9F7EF02-2C5C-428E-A7A0-AE60E4F33FE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777CDE-1EBB-41C8-9FCE-652E0BA9E8AA}"/>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F598E55-7C08-41E9-95AC-7B0A204C8490}"/>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E9B1BFD1-BE4E-4564-9B95-86E8640B1D7F}"/>
              </a:ext>
            </a:extLst>
          </p:cNvPr>
          <p:cNvSpPr>
            <a:spLocks xmlns:a="http://schemas.openxmlformats.org/drawingml/2006/main" noGrp="1"/>
          </p:cNvSpPr>
          <p:nvPr/>
        </p:nvSpPr>
        <p:spPr>
          <a:xfrm xmlns:a="http://schemas.openxmlformats.org/drawingml/2006/main">
            <a:off x="6096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CD424B27-FCAD-4691-AE02-2300505D4D7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Main idea</a:t>
            </a:r>
          </a:p>
        </p:txBody>
      </p:sp>
      <p:sp>
        <p:nvSpPr>
          <p:cNvPr id="8" name="">
            <a:extLst xmlns:a="http://schemas.openxmlformats.org/drawingml/2006/main">
              <a:ext uri="{FF2B5EF4-FFF2-40B4-BE49-F238E27FC236}">
                <a16:creationId xmlns:a16="http://schemas.microsoft.com/office/drawing/2014/main" id="{94D95160-2D1A-4E47-8A3F-9F590ABC9092}"/>
              </a:ext>
            </a:extLst>
          </p:cNvPr>
          <p:cNvSpPr>
            <a:spLocks xmlns:a="http://schemas.openxmlformats.org/drawingml/2006/main" noGrp="1"/>
          </p:cNvSpPr>
          <p:nvPr/>
        </p:nvSpPr>
        <p:spPr>
          <a:xfrm xmlns:a="http://schemas.openxmlformats.org/drawingml/2006/main">
            <a:off x="7810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D8216BFD-1F4E-43CB-95E4-2411D77A08C7}"/>
              </a:ext>
            </a:extLst>
          </p:cNvPr>
          <p:cNvSpPr>
            <a:spLocks xmlns:a="http://schemas.openxmlformats.org/drawingml/2006/main" noGrp="1"/>
          </p:cNvSpPr>
          <p:nvPr/>
        </p:nvSpPr>
        <p:spPr>
          <a:xfrm xmlns:a="http://schemas.openxmlformats.org/drawingml/2006/main">
            <a:off x="4324350" y="2247900"/>
            <a:ext cx="3543300"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D997B7AA-C1EA-4350-9AF8-BC2B87F430B0}"/>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Essential details</a:t>
            </a:r>
          </a:p>
        </p:txBody>
      </p:sp>
      <p:sp>
        <p:nvSpPr>
          <p:cNvPr id="11" name="">
            <a:extLst xmlns:a="http://schemas.openxmlformats.org/drawingml/2006/main">
              <a:ext uri="{FF2B5EF4-FFF2-40B4-BE49-F238E27FC236}">
                <a16:creationId xmlns:a16="http://schemas.microsoft.com/office/drawing/2014/main" id="{47A6780C-6B2B-4563-8EF3-66D0555C3F74}"/>
              </a:ext>
            </a:extLst>
          </p:cNvPr>
          <p:cNvSpPr>
            <a:spLocks xmlns:a="http://schemas.openxmlformats.org/drawingml/2006/main" noGrp="1"/>
          </p:cNvSpPr>
          <p:nvPr/>
        </p:nvSpPr>
        <p:spPr>
          <a:xfrm xmlns:a="http://schemas.openxmlformats.org/drawingml/2006/main">
            <a:off x="449580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B278BD16-EC49-426A-9D1F-BE0DEA9864B9}"/>
              </a:ext>
            </a:extLst>
          </p:cNvPr>
          <p:cNvSpPr>
            <a:spLocks xmlns:a="http://schemas.openxmlformats.org/drawingml/2006/main" noGrp="1"/>
          </p:cNvSpPr>
          <p:nvPr/>
        </p:nvSpPr>
        <p:spPr>
          <a:xfrm xmlns:a="http://schemas.openxmlformats.org/drawingml/2006/main">
            <a:off x="80391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D33C606C-7DD4-4B2D-AD8B-BD039F596DA9}"/>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Example or connection</a:t>
            </a:r>
          </a:p>
        </p:txBody>
      </p:sp>
      <p:sp>
        <p:nvSpPr>
          <p:cNvPr id="14" name="">
            <a:extLst xmlns:a="http://schemas.openxmlformats.org/drawingml/2006/main">
              <a:ext uri="{FF2B5EF4-FFF2-40B4-BE49-F238E27FC236}">
                <a16:creationId xmlns:a16="http://schemas.microsoft.com/office/drawing/2014/main" id="{EAC20DE9-2F80-4CE9-B72E-8574AF992F7A}"/>
              </a:ext>
            </a:extLst>
          </p:cNvPr>
          <p:cNvSpPr>
            <a:spLocks xmlns:a="http://schemas.openxmlformats.org/drawingml/2006/main" noGrp="1"/>
          </p:cNvSpPr>
          <p:nvPr/>
        </p:nvSpPr>
        <p:spPr>
          <a:xfrm xmlns:a="http://schemas.openxmlformats.org/drawingml/2006/main">
            <a:off x="82105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4DCA2AB3-FAFF-4DBE-9A4A-969FA655087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C202C1D-B793-4953-B1F2-4BE6F54DD67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7" name="">
            <a:extLst xmlns:a="http://schemas.openxmlformats.org/drawingml/2006/main">
              <a:ext uri="{FF2B5EF4-FFF2-40B4-BE49-F238E27FC236}">
                <a16:creationId xmlns:a16="http://schemas.microsoft.com/office/drawing/2014/main" id="{F1D88F0E-BDD5-49AE-AC90-B08624DBB77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074966376"/>
      </p:ext>
    </p:extLst>
  </p:cSld>
</p:sld>
</file>

<file path=ppt/slides/slide38.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371CDE1-98C1-425F-851F-41DA2569ABF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Frayer model from memory</a:t>
            </a:r>
          </a:p>
        </p:txBody>
      </p:sp>
      <p:sp>
        <p:nvSpPr>
          <p:cNvPr id="2" name="">
            <a:extLst xmlns:a="http://schemas.openxmlformats.org/drawingml/2006/main">
              <a:ext uri="{FF2B5EF4-FFF2-40B4-BE49-F238E27FC236}">
                <a16:creationId xmlns:a16="http://schemas.microsoft.com/office/drawing/2014/main" id="{75F2D2DD-57A9-4B40-9B35-0CDE616B0AD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previously taught concept]</a:t>
            </a:r>
          </a:p>
        </p:txBody>
      </p:sp>
      <p:sp>
        <p:nvSpPr>
          <p:cNvPr id="3" name="">
            <a:extLst xmlns:a="http://schemas.openxmlformats.org/drawingml/2006/main">
              <a:ext uri="{FF2B5EF4-FFF2-40B4-BE49-F238E27FC236}">
                <a16:creationId xmlns:a16="http://schemas.microsoft.com/office/drawing/2014/main" id="{70AE8042-0850-49FA-955D-CE9E6C3D21E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BC4AB0-1CE8-4DF3-8E28-8147724EE12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6A260336-96E9-4E20-A2A0-4858A52AD05F}"/>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9E4FBC58-A0A6-4F6A-962F-DE7ADFF86061}"/>
              </a:ext>
            </a:extLst>
          </p:cNvPr>
          <p:cNvSpPr>
            <a:spLocks xmlns:a="http://schemas.openxmlformats.org/drawingml/2006/main" noGrp="1"/>
          </p:cNvSpPr>
          <p:nvPr/>
        </p:nvSpPr>
        <p:spPr>
          <a:xfrm xmlns:a="http://schemas.openxmlformats.org/drawingml/2006/main">
            <a:off x="609600" y="2247900"/>
            <a:ext cx="5029200" cy="14859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7C73688-5B3A-4D68-A057-42612001AEB6}"/>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4D61E5D-AD4C-45BF-8A3E-FBC8DF56B311}"/>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808D3015-2FC4-480A-934F-18CAFB93D0FE}"/>
              </a:ext>
            </a:extLst>
          </p:cNvPr>
          <p:cNvSpPr>
            <a:spLocks xmlns:a="http://schemas.openxmlformats.org/drawingml/2006/main" noGrp="1"/>
          </p:cNvSpPr>
          <p:nvPr/>
        </p:nvSpPr>
        <p:spPr>
          <a:xfrm xmlns:a="http://schemas.openxmlformats.org/drawingml/2006/main">
            <a:off x="1352550" y="24669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Definition</a:t>
            </a:r>
          </a:p>
        </p:txBody>
      </p:sp>
      <p:sp>
        <p:nvSpPr>
          <p:cNvPr id="10" name="">
            <a:extLst xmlns:a="http://schemas.openxmlformats.org/drawingml/2006/main">
              <a:ext uri="{FF2B5EF4-FFF2-40B4-BE49-F238E27FC236}">
                <a16:creationId xmlns:a16="http://schemas.microsoft.com/office/drawing/2014/main" id="{A6C37D07-2FCB-4E00-A1FA-AB20AAC98493}"/>
              </a:ext>
            </a:extLst>
          </p:cNvPr>
          <p:cNvSpPr>
            <a:spLocks xmlns:a="http://schemas.openxmlformats.org/drawingml/2006/main" noGrp="1"/>
          </p:cNvSpPr>
          <p:nvPr/>
        </p:nvSpPr>
        <p:spPr>
          <a:xfrm xmlns:a="http://schemas.openxmlformats.org/drawingml/2006/main">
            <a:off x="819150" y="299085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11" name="">
            <a:extLst xmlns:a="http://schemas.openxmlformats.org/drawingml/2006/main">
              <a:ext uri="{FF2B5EF4-FFF2-40B4-BE49-F238E27FC236}">
                <a16:creationId xmlns:a16="http://schemas.microsoft.com/office/drawing/2014/main" id="{68B58710-376A-498F-8D1D-EA289EFAE22A}"/>
              </a:ext>
            </a:extLst>
          </p:cNvPr>
          <p:cNvSpPr>
            <a:spLocks xmlns:a="http://schemas.openxmlformats.org/drawingml/2006/main" noGrp="1"/>
          </p:cNvSpPr>
          <p:nvPr/>
        </p:nvSpPr>
        <p:spPr>
          <a:xfrm xmlns:a="http://schemas.openxmlformats.org/drawingml/2006/main">
            <a:off x="6553200" y="2247900"/>
            <a:ext cx="5029200" cy="14859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B3C624A9-2DCA-41A1-933D-64FD16C17620}"/>
              </a:ext>
            </a:extLst>
          </p:cNvPr>
          <p:cNvSpPr>
            <a:spLocks xmlns:a="http://schemas.openxmlformats.org/drawingml/2006/main" noGrp="1"/>
          </p:cNvSpPr>
          <p:nvPr/>
        </p:nvSpPr>
        <p:spPr>
          <a:xfrm xmlns:a="http://schemas.openxmlformats.org/drawingml/2006/main">
            <a:off x="67437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AC79D37-ACC4-4949-BE92-3439AA7DC74A}"/>
              </a:ext>
            </a:extLst>
          </p:cNvPr>
          <p:cNvSpPr>
            <a:spLocks xmlns:a="http://schemas.openxmlformats.org/drawingml/2006/main" noGrp="1"/>
          </p:cNvSpPr>
          <p:nvPr/>
        </p:nvSpPr>
        <p:spPr>
          <a:xfrm xmlns:a="http://schemas.openxmlformats.org/drawingml/2006/main">
            <a:off x="68008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7E254027-4519-4B8D-818A-61EBE7185ADA}"/>
              </a:ext>
            </a:extLst>
          </p:cNvPr>
          <p:cNvSpPr>
            <a:spLocks xmlns:a="http://schemas.openxmlformats.org/drawingml/2006/main" noGrp="1"/>
          </p:cNvSpPr>
          <p:nvPr/>
        </p:nvSpPr>
        <p:spPr>
          <a:xfrm xmlns:a="http://schemas.openxmlformats.org/drawingml/2006/main">
            <a:off x="7296150" y="24669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Key characteristics</a:t>
            </a:r>
          </a:p>
        </p:txBody>
      </p:sp>
      <p:sp>
        <p:nvSpPr>
          <p:cNvPr id="15" name="">
            <a:extLst xmlns:a="http://schemas.openxmlformats.org/drawingml/2006/main">
              <a:ext uri="{FF2B5EF4-FFF2-40B4-BE49-F238E27FC236}">
                <a16:creationId xmlns:a16="http://schemas.microsoft.com/office/drawing/2014/main" id="{E7DE7420-A4F1-43EA-A85F-BC7AFE67CF4F}"/>
              </a:ext>
            </a:extLst>
          </p:cNvPr>
          <p:cNvSpPr>
            <a:spLocks xmlns:a="http://schemas.openxmlformats.org/drawingml/2006/main" noGrp="1"/>
          </p:cNvSpPr>
          <p:nvPr/>
        </p:nvSpPr>
        <p:spPr>
          <a:xfrm xmlns:a="http://schemas.openxmlformats.org/drawingml/2006/main">
            <a:off x="6762750" y="299085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16" name="">
            <a:extLst xmlns:a="http://schemas.openxmlformats.org/drawingml/2006/main">
              <a:ext uri="{FF2B5EF4-FFF2-40B4-BE49-F238E27FC236}">
                <a16:creationId xmlns:a16="http://schemas.microsoft.com/office/drawing/2014/main" id="{32ADC12D-6FD8-47F5-89A5-2751DF6F0545}"/>
              </a:ext>
            </a:extLst>
          </p:cNvPr>
          <p:cNvSpPr>
            <a:spLocks xmlns:a="http://schemas.openxmlformats.org/drawingml/2006/main" noGrp="1"/>
          </p:cNvSpPr>
          <p:nvPr/>
        </p:nvSpPr>
        <p:spPr>
          <a:xfrm xmlns:a="http://schemas.openxmlformats.org/drawingml/2006/main">
            <a:off x="609600" y="4286250"/>
            <a:ext cx="5029200" cy="14859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7B12B317-EA73-449D-929E-B6FD54B1517E}"/>
              </a:ext>
            </a:extLst>
          </p:cNvPr>
          <p:cNvSpPr>
            <a:spLocks xmlns:a="http://schemas.openxmlformats.org/drawingml/2006/main" noGrp="1"/>
          </p:cNvSpPr>
          <p:nvPr/>
        </p:nvSpPr>
        <p:spPr>
          <a:xfrm xmlns:a="http://schemas.openxmlformats.org/drawingml/2006/main">
            <a:off x="800100" y="44577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C10609D-504B-4206-8EBF-C70915E2CBDE}"/>
              </a:ext>
            </a:extLst>
          </p:cNvPr>
          <p:cNvSpPr>
            <a:spLocks xmlns:a="http://schemas.openxmlformats.org/drawingml/2006/main" noGrp="1"/>
          </p:cNvSpPr>
          <p:nvPr/>
        </p:nvSpPr>
        <p:spPr>
          <a:xfrm xmlns:a="http://schemas.openxmlformats.org/drawingml/2006/main">
            <a:off x="857250" y="45243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E59533D8-3AE1-4A65-AFBF-A277335EDF56}"/>
              </a:ext>
            </a:extLst>
          </p:cNvPr>
          <p:cNvSpPr>
            <a:spLocks xmlns:a="http://schemas.openxmlformats.org/drawingml/2006/main" noGrp="1"/>
          </p:cNvSpPr>
          <p:nvPr/>
        </p:nvSpPr>
        <p:spPr>
          <a:xfrm xmlns:a="http://schemas.openxmlformats.org/drawingml/2006/main">
            <a:off x="1352550" y="45053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Examples</a:t>
            </a:r>
          </a:p>
        </p:txBody>
      </p:sp>
      <p:sp>
        <p:nvSpPr>
          <p:cNvPr id="20" name="">
            <a:extLst xmlns:a="http://schemas.openxmlformats.org/drawingml/2006/main">
              <a:ext uri="{FF2B5EF4-FFF2-40B4-BE49-F238E27FC236}">
                <a16:creationId xmlns:a16="http://schemas.microsoft.com/office/drawing/2014/main" id="{817ECE65-9917-4A8E-BE9E-83A08488CC34}"/>
              </a:ext>
            </a:extLst>
          </p:cNvPr>
          <p:cNvSpPr>
            <a:spLocks xmlns:a="http://schemas.openxmlformats.org/drawingml/2006/main" noGrp="1"/>
          </p:cNvSpPr>
          <p:nvPr/>
        </p:nvSpPr>
        <p:spPr>
          <a:xfrm xmlns:a="http://schemas.openxmlformats.org/drawingml/2006/main">
            <a:off x="819150" y="502920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21" name="">
            <a:extLst xmlns:a="http://schemas.openxmlformats.org/drawingml/2006/main">
              <a:ext uri="{FF2B5EF4-FFF2-40B4-BE49-F238E27FC236}">
                <a16:creationId xmlns:a16="http://schemas.microsoft.com/office/drawing/2014/main" id="{F0441067-CD7A-482A-A09E-58869F121133}"/>
              </a:ext>
            </a:extLst>
          </p:cNvPr>
          <p:cNvSpPr>
            <a:spLocks xmlns:a="http://schemas.openxmlformats.org/drawingml/2006/main" noGrp="1"/>
          </p:cNvSpPr>
          <p:nvPr/>
        </p:nvSpPr>
        <p:spPr>
          <a:xfrm xmlns:a="http://schemas.openxmlformats.org/drawingml/2006/main">
            <a:off x="6553200" y="4286250"/>
            <a:ext cx="5029200" cy="14859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0484D23E-BDA6-49F5-A44D-D3E4796EE1D2}"/>
              </a:ext>
            </a:extLst>
          </p:cNvPr>
          <p:cNvSpPr>
            <a:spLocks xmlns:a="http://schemas.openxmlformats.org/drawingml/2006/main" noGrp="1"/>
          </p:cNvSpPr>
          <p:nvPr/>
        </p:nvSpPr>
        <p:spPr>
          <a:xfrm xmlns:a="http://schemas.openxmlformats.org/drawingml/2006/main">
            <a:off x="6743700" y="44577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7075307-88E3-4D3A-BA28-8FBE90011590}"/>
              </a:ext>
            </a:extLst>
          </p:cNvPr>
          <p:cNvSpPr>
            <a:spLocks xmlns:a="http://schemas.openxmlformats.org/drawingml/2006/main" noGrp="1"/>
          </p:cNvSpPr>
          <p:nvPr/>
        </p:nvSpPr>
        <p:spPr>
          <a:xfrm xmlns:a="http://schemas.openxmlformats.org/drawingml/2006/main">
            <a:off x="6800850" y="45243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38CFD081-9FD0-47B9-91E0-0D7C5ABA10EC}"/>
              </a:ext>
            </a:extLst>
          </p:cNvPr>
          <p:cNvSpPr>
            <a:spLocks xmlns:a="http://schemas.openxmlformats.org/drawingml/2006/main" noGrp="1"/>
          </p:cNvSpPr>
          <p:nvPr/>
        </p:nvSpPr>
        <p:spPr>
          <a:xfrm xmlns:a="http://schemas.openxmlformats.org/drawingml/2006/main">
            <a:off x="7296150" y="45053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Non-examples</a:t>
            </a:r>
          </a:p>
        </p:txBody>
      </p:sp>
      <p:sp>
        <p:nvSpPr>
          <p:cNvPr id="25" name="">
            <a:extLst xmlns:a="http://schemas.openxmlformats.org/drawingml/2006/main">
              <a:ext uri="{FF2B5EF4-FFF2-40B4-BE49-F238E27FC236}">
                <a16:creationId xmlns:a16="http://schemas.microsoft.com/office/drawing/2014/main" id="{E1469A81-14D9-443D-9D34-302833387E7F}"/>
              </a:ext>
            </a:extLst>
          </p:cNvPr>
          <p:cNvSpPr>
            <a:spLocks xmlns:a="http://schemas.openxmlformats.org/drawingml/2006/main" noGrp="1"/>
          </p:cNvSpPr>
          <p:nvPr/>
        </p:nvSpPr>
        <p:spPr>
          <a:xfrm xmlns:a="http://schemas.openxmlformats.org/drawingml/2006/main">
            <a:off x="6762750" y="5029200"/>
            <a:ext cx="4610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[Recall here]</a:t>
            </a:r>
          </a:p>
        </p:txBody>
      </p:sp>
      <p:sp>
        <p:nvSpPr>
          <p:cNvPr id="26" name="">
            <a:extLst xmlns:a="http://schemas.openxmlformats.org/drawingml/2006/main">
              <a:ext uri="{FF2B5EF4-FFF2-40B4-BE49-F238E27FC236}">
                <a16:creationId xmlns:a16="http://schemas.microsoft.com/office/drawing/2014/main" id="{EC6B43D6-D952-4124-81C7-7A4D06A584FE}"/>
              </a:ext>
            </a:extLst>
          </p:cNvPr>
          <p:cNvSpPr>
            <a:spLocks xmlns:a="http://schemas.openxmlformats.org/drawingml/2006/main" noGrp="1"/>
          </p:cNvSpPr>
          <p:nvPr/>
        </p:nvSpPr>
        <p:spPr>
          <a:xfrm xmlns:a="http://schemas.openxmlformats.org/drawingml/2006/main">
            <a:off x="4572000" y="3848100"/>
            <a:ext cx="3048000" cy="381000"/>
          </a:xfrm>
          <a:prstGeom xmlns:a="http://schemas.openxmlformats.org/drawingml/2006/main" prst="rect">
            <a:avLst/>
          </a:prstGeom>
          <a:solidFill xmlns:a="http://schemas.openxmlformats.org/drawingml/2006/main">
            <a:srgbClr val="E7EEE9"/>
          </a:solidFill>
          <a:ln xmlns:a="http://schemas.openxmlformats.org/drawingml/2006/main" w="9525">
            <a:solidFill>
              <a:srgbClr val="A9BDB7"/>
            </a:solidFill>
          </a:ln>
        </p:spPr>
      </p:sp>
      <p:sp>
        <p:nvSpPr>
          <p:cNvPr id="27" name="">
            <a:extLst xmlns:a="http://schemas.openxmlformats.org/drawingml/2006/main">
              <a:ext uri="{FF2B5EF4-FFF2-40B4-BE49-F238E27FC236}">
                <a16:creationId xmlns:a16="http://schemas.microsoft.com/office/drawing/2014/main" id="{020AD091-0B59-43C9-8DE8-852F42E584DC}"/>
              </a:ext>
            </a:extLst>
          </p:cNvPr>
          <p:cNvSpPr>
            <a:spLocks xmlns:a="http://schemas.openxmlformats.org/drawingml/2006/main" noGrp="1"/>
          </p:cNvSpPr>
          <p:nvPr/>
        </p:nvSpPr>
        <p:spPr>
          <a:xfrm xmlns:a="http://schemas.openxmlformats.org/drawingml/2006/main">
            <a:off x="4762500" y="388620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[Concept]</a:t>
            </a:r>
          </a:p>
        </p:txBody>
      </p:sp>
      <p:sp>
        <p:nvSpPr>
          <p:cNvPr id="28" name="">
            <a:extLst xmlns:a="http://schemas.openxmlformats.org/drawingml/2006/main">
              <a:ext uri="{FF2B5EF4-FFF2-40B4-BE49-F238E27FC236}">
                <a16:creationId xmlns:a16="http://schemas.microsoft.com/office/drawing/2014/main" id="{BC4B1557-EB09-4CE0-A665-8D8129CE071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A17FCE4-0FC4-441F-B1A3-FEFA7A95A0BC}"/>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0" name="">
            <a:extLst xmlns:a="http://schemas.openxmlformats.org/drawingml/2006/main">
              <a:ext uri="{FF2B5EF4-FFF2-40B4-BE49-F238E27FC236}">
                <a16:creationId xmlns:a16="http://schemas.microsoft.com/office/drawing/2014/main" id="{B77CBD89-EB7E-4468-969D-675D61918C9C}"/>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015290201"/>
      </p:ext>
    </p:extLst>
  </p:cSld>
</p:sld>
</file>

<file path=ppt/slides/slide39.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64D2E2F-CAF3-4442-BEEA-738BA0523F45}"/>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How and why recall</a:t>
            </a:r>
          </a:p>
        </p:txBody>
      </p:sp>
      <p:sp>
        <p:nvSpPr>
          <p:cNvPr id="2" name="">
            <a:extLst xmlns:a="http://schemas.openxmlformats.org/drawingml/2006/main">
              <a:ext uri="{FF2B5EF4-FFF2-40B4-BE49-F238E27FC236}">
                <a16:creationId xmlns:a16="http://schemas.microsoft.com/office/drawing/2014/main" id="{C3773A36-1ADA-4079-9369-F45E3DBC72F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F3E274ED-AD54-4252-B01B-ACE4C37F44C5}"/>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EEE37B-08B0-45AD-952C-6A771090E5C8}"/>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20910EED-81BE-4229-A921-DB3CD93B786E}"/>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32C607CA-93B7-47BC-B483-0F41D5005022}"/>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047895F9-5B93-4652-B1B8-44A359BE7744}"/>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How  [Your prompt]</a:t>
            </a:r>
          </a:p>
        </p:txBody>
      </p:sp>
      <p:sp>
        <p:nvSpPr>
          <p:cNvPr id="8" name="">
            <a:extLst xmlns:a="http://schemas.openxmlformats.org/drawingml/2006/main">
              <a:ext uri="{FF2B5EF4-FFF2-40B4-BE49-F238E27FC236}">
                <a16:creationId xmlns:a16="http://schemas.microsoft.com/office/drawing/2014/main" id="{070C33D8-6693-4419-A7FA-4F368E523735}"/>
              </a:ext>
            </a:extLst>
          </p:cNvPr>
          <p:cNvSpPr>
            <a:spLocks xmlns:a="http://schemas.openxmlformats.org/drawingml/2006/main" noGrp="1"/>
          </p:cNvSpPr>
          <p:nvPr/>
        </p:nvSpPr>
        <p:spPr>
          <a:xfrm xmlns:a="http://schemas.openxmlformats.org/drawingml/2006/main">
            <a:off x="781050" y="2857500"/>
            <a:ext cx="50577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EE77996A-B60C-4DB9-8FCA-467CCBBDC276}"/>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B48D68C5-7BED-4C50-BF39-86725790BE57}"/>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Why  [Your prompt]</a:t>
            </a:r>
          </a:p>
        </p:txBody>
      </p:sp>
      <p:sp>
        <p:nvSpPr>
          <p:cNvPr id="11" name="">
            <a:extLst xmlns:a="http://schemas.openxmlformats.org/drawingml/2006/main">
              <a:ext uri="{FF2B5EF4-FFF2-40B4-BE49-F238E27FC236}">
                <a16:creationId xmlns:a16="http://schemas.microsoft.com/office/drawing/2014/main" id="{A5270007-7E9D-40E7-AF58-6F5FC494B563}"/>
              </a:ext>
            </a:extLst>
          </p:cNvPr>
          <p:cNvSpPr>
            <a:spLocks xmlns:a="http://schemas.openxmlformats.org/drawingml/2006/main" noGrp="1"/>
          </p:cNvSpPr>
          <p:nvPr/>
        </p:nvSpPr>
        <p:spPr>
          <a:xfrm xmlns:a="http://schemas.openxmlformats.org/drawingml/2006/main">
            <a:off x="6353175" y="2857500"/>
            <a:ext cx="50577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70AA5A8B-0498-414D-B9D7-6DF810D65024}"/>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C8B1F08-7B43-4EC8-8B21-DBFF2A50C120}"/>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F4780658-EF79-451F-87C5-8C9063D858C4}"/>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109969802"/>
      </p:ext>
    </p:extLst>
  </p:cSld>
</p:sld>
</file>

<file path=ppt/slides/slide40.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E5409B-270F-47D2-AAEE-46C29289919E}"/>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Short recall write</a:t>
            </a:r>
          </a:p>
        </p:txBody>
      </p:sp>
      <p:sp>
        <p:nvSpPr>
          <p:cNvPr id="2" name="">
            <a:extLst xmlns:a="http://schemas.openxmlformats.org/drawingml/2006/main">
              <a:ext uri="{FF2B5EF4-FFF2-40B4-BE49-F238E27FC236}">
                <a16:creationId xmlns:a16="http://schemas.microsoft.com/office/drawing/2014/main" id="{32ED3233-0A12-4FEE-A777-69146C424FA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22EEC39D-9F1F-4F50-8902-4E1634B80D5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C3166C0-CF2E-4364-94B4-75FAFE955F6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F05F69D6-409A-4406-9426-9C8B77E4A47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1DBCE1CD-AE2E-496A-BC83-545369D7D766}"/>
              </a:ext>
            </a:extLst>
          </p:cNvPr>
          <p:cNvSpPr>
            <a:spLocks xmlns:a="http://schemas.openxmlformats.org/drawingml/2006/main" noGrp="1"/>
          </p:cNvSpPr>
          <p:nvPr/>
        </p:nvSpPr>
        <p:spPr>
          <a:xfrm xmlns:a="http://schemas.openxmlformats.org/drawingml/2006/main">
            <a:off x="609600" y="2247900"/>
            <a:ext cx="109728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B9EA412-D4CA-4817-9B44-8816F35B8E83}"/>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focused recall question]</a:t>
            </a:r>
          </a:p>
        </p:txBody>
      </p:sp>
      <p:sp>
        <p:nvSpPr>
          <p:cNvPr id="8" name="">
            <a:extLst xmlns:a="http://schemas.openxmlformats.org/drawingml/2006/main">
              <a:ext uri="{FF2B5EF4-FFF2-40B4-BE49-F238E27FC236}">
                <a16:creationId xmlns:a16="http://schemas.microsoft.com/office/drawing/2014/main" id="{B9D61262-8918-4D53-A98D-FBB79058B2A8}"/>
              </a:ext>
            </a:extLst>
          </p:cNvPr>
          <p:cNvSpPr>
            <a:spLocks xmlns:a="http://schemas.openxmlformats.org/drawingml/2006/main" noGrp="1"/>
          </p:cNvSpPr>
          <p:nvPr/>
        </p:nvSpPr>
        <p:spPr>
          <a:xfrm xmlns:a="http://schemas.openxmlformats.org/drawingml/2006/main">
            <a:off x="781050" y="2857500"/>
            <a:ext cx="106299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E6D87D2A-6D3B-497B-B5E1-D9A8AD8220C2}"/>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089597C-2DC5-4020-A883-85BD44A0D3E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1" name="">
            <a:extLst xmlns:a="http://schemas.openxmlformats.org/drawingml/2006/main">
              <a:ext uri="{FF2B5EF4-FFF2-40B4-BE49-F238E27FC236}">
                <a16:creationId xmlns:a16="http://schemas.microsoft.com/office/drawing/2014/main" id="{0476E7D3-DB0F-49E4-9CD5-1C208497AF4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9596975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2026-10-07T20:45:55.7050000Z</dcterms:created>
  <dcterms:modified xsi:type="dcterms:W3CDTF">2026-10-07T20:45:55.7050000Z</dcterms:modified>
</coreProperties>
</file>