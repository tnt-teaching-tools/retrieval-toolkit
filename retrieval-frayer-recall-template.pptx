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0e54e142df4aaf" /><Relationship Type="http://schemas.openxmlformats.org/officeDocument/2006/relationships/extended-properties" Target="/docProps/app.xml" Id="R600a179ec1c9437e" /><Relationship Type="http://schemas.openxmlformats.org/officeDocument/2006/relationships/officeDocument" Target="/ppt/presentation.xml" Id="R5b3fe7ab70c044f3" /></Relationships>
</file>

<file path=ppt/presentation.xml><?xml version="1.0" encoding="utf-8"?>
<p:presentation xmlns:p="http://schemas.openxmlformats.org/presentationml/2006/main">
  <p:sldMasterIdLst>
    <p:sldMasterId xmlns:r="http://schemas.openxmlformats.org/officeDocument/2006/relationships" id="2147483648" r:id="R2d9f51ebd0b7433f"/>
  </p:sldMasterIdLst>
  <p:notesMasterIdLst>
    <p:notesMasterId xmlns:r="http://schemas.openxmlformats.org/officeDocument/2006/relationships" r:id="R2a3dcf0d20d1412e"/>
  </p:notesMasterIdLst>
  <p:sldIdLst>
    <p:sldId xmlns:r="http://schemas.openxmlformats.org/officeDocument/2006/relationships" id="256" r:id="R780a34d9ed2b4c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e93e40b848484a" /><Relationship Type="http://schemas.openxmlformats.org/officeDocument/2006/relationships/slideMaster" Target="/ppt/slideMasters/slideMaster1.xml" Id="R2d9f51ebd0b7433f" /><Relationship Type="http://schemas.openxmlformats.org/officeDocument/2006/relationships/notesMaster" Target="/ppt/notesMasters/notesMaster1.xml" Id="R2a3dcf0d20d1412e" /><Relationship Type="http://schemas.openxmlformats.org/officeDocument/2006/relationships/presProps" Target="/ppt/presProps.xml" Id="R4b848947caef4a95" /><Relationship Type="http://schemas.openxmlformats.org/officeDocument/2006/relationships/tableStyles" Target="/ppt/tableStyles.xml" Id="R745f242596764bd8" /><Relationship Type="http://schemas.openxmlformats.org/officeDocument/2006/relationships/slide" Target="/ppt/slides/slide1.xml" Id="R780a34d9ed2b4c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92e19d858443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ce95b5593647c3" /><Relationship Type="http://schemas.openxmlformats.org/officeDocument/2006/relationships/notesMaster" Target="/ppt/notesMasters/notesMaster1.xml" Id="Rdac475ecb85d44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2b6dcb8bef42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614625914943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98011efd3142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180847d7fe40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7ccc5a4fa646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d8e0c1fe5bf4c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6037F26-593F-4CB6-BF00-68C4BFFE9095}"/>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3005F58-EB87-4BF7-ADCB-85137C83F03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774A0465-B85E-4971-9AAA-9E323503AE9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F076FCB2-B676-4DEF-976E-B8105F3F6DC0}"/>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EADBFE60-86CC-4B40-A778-68269BF89F8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96D89D2-1E89-4840-915F-45BDB9EAAE8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24F1AA3-E8BB-416C-9B7E-115BE6C06A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DD6E75D-6BD0-4DD0-A3BA-5641C0830D6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248C8BBF-061F-4A19-81A3-888402CF759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FC8DBA6-5343-4E99-87BA-C5C2CC83F3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D60304C-353E-4DFD-B1DA-F508E2B258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2B60ECAD-F4A7-49F7-8B5B-2340D2C1B0C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6261923-C04C-4333-A1DB-1C32347CCAF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6E73F60-B1D9-45DB-87DC-E8F4F0A1A8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5BDD79E-67D9-42C0-BF13-0CF1B20C73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17d59b36ef42bc" /><Relationship Type="http://schemas.openxmlformats.org/officeDocument/2006/relationships/slideLayout" Target="/ppt/slideLayouts/slideLayout1.xml" Id="R214d7881728f44b5" /><Relationship Type="http://schemas.openxmlformats.org/officeDocument/2006/relationships/slideLayout" Target="/ppt/slideLayouts/slideLayout2.xml" Id="Rb9dbb14dc9f4404f" /><Relationship Type="http://schemas.openxmlformats.org/officeDocument/2006/relationships/slideLayout" Target="/ppt/slideLayouts/slideLayout3.xml" Id="R785789138034469a" /><Relationship Type="http://schemas.openxmlformats.org/officeDocument/2006/relationships/slideLayout" Target="/ppt/slideLayouts/slideLayout4.xml" Id="Rce3eb574e7424fc3" /><Relationship Type="http://schemas.openxmlformats.org/officeDocument/2006/relationships/slideLayout" Target="/ppt/slideLayouts/slideLayout5.xml" Id="Re7c58dc54042425a" /><Relationship Type="http://schemas.openxmlformats.org/officeDocument/2006/relationships/slideLayout" Target="/ppt/slideLayouts/slideLayout6.xml" Id="R1cc9b3ab91e143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4d7881728f44b5"/>
    <p:sldLayoutId xmlns:r="http://schemas.openxmlformats.org/officeDocument/2006/relationships" id="2147483650" r:id="Rb9dbb14dc9f4404f"/>
    <p:sldLayoutId xmlns:r="http://schemas.openxmlformats.org/officeDocument/2006/relationships" id="2147483651" r:id="R785789138034469a"/>
    <p:sldLayoutId xmlns:r="http://schemas.openxmlformats.org/officeDocument/2006/relationships" id="2147483652" r:id="Rce3eb574e7424fc3"/>
    <p:sldLayoutId xmlns:r="http://schemas.openxmlformats.org/officeDocument/2006/relationships" id="2147483653" r:id="Re7c58dc54042425a"/>
    <p:sldLayoutId xmlns:r="http://schemas.openxmlformats.org/officeDocument/2006/relationships" id="2147483654" r:id="R1cc9b3ab91e143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ec24f11776d4478" /><Relationship Type="http://schemas.openxmlformats.org/officeDocument/2006/relationships/notesSlide" Target="/ppt/notesSlides/notesSlide1.xml" Id="Rc5e5bc7b74f24ef9"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5ED28A7-0D36-4AD9-A24A-290B9A7C344A}"/>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Frayer model from memory</a:t>
            </a:r>
          </a:p>
        </p:txBody>
      </p:sp>
      <p:sp>
        <p:nvSpPr>
          <p:cNvPr id="2" name="">
            <a:extLst xmlns:a="http://schemas.openxmlformats.org/drawingml/2006/main">
              <a:ext uri="{FF2B5EF4-FFF2-40B4-BE49-F238E27FC236}">
                <a16:creationId xmlns:a16="http://schemas.microsoft.com/office/drawing/2014/main" id="{894FB739-94F2-4E13-97F4-5E694A191B1B}"/>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previously taught concept]</a:t>
            </a:r>
          </a:p>
        </p:txBody>
      </p:sp>
      <p:sp>
        <p:nvSpPr>
          <p:cNvPr id="3" name="">
            <a:extLst xmlns:a="http://schemas.openxmlformats.org/drawingml/2006/main">
              <a:ext uri="{FF2B5EF4-FFF2-40B4-BE49-F238E27FC236}">
                <a16:creationId xmlns:a16="http://schemas.microsoft.com/office/drawing/2014/main" id="{4408789A-7AC6-4240-81B6-AB4804D39313}"/>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872F9F-EB2C-44F2-B2B4-72808AC1AD8F}"/>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C06251BF-BB60-4884-B016-82D5239C8304}"/>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A6E1CC0F-ED08-46E7-A75A-EF23E400965F}"/>
              </a:ext>
            </a:extLst>
          </p:cNvPr>
          <p:cNvSpPr>
            <a:spLocks xmlns:a="http://schemas.openxmlformats.org/drawingml/2006/main" noGrp="1"/>
          </p:cNvSpPr>
          <p:nvPr/>
        </p:nvSpPr>
        <p:spPr>
          <a:xfrm xmlns:a="http://schemas.openxmlformats.org/drawingml/2006/main">
            <a:off x="609600" y="2247900"/>
            <a:ext cx="5029200" cy="14859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AF1916CD-F751-4B92-BB55-A1F46882A343}"/>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2DC67C8-7B23-4811-A457-42A9840AC169}"/>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AFBF8F26-E16E-4048-A79A-48F686E463E8}"/>
              </a:ext>
            </a:extLst>
          </p:cNvPr>
          <p:cNvSpPr>
            <a:spLocks xmlns:a="http://schemas.openxmlformats.org/drawingml/2006/main" noGrp="1"/>
          </p:cNvSpPr>
          <p:nvPr/>
        </p:nvSpPr>
        <p:spPr>
          <a:xfrm xmlns:a="http://schemas.openxmlformats.org/drawingml/2006/main">
            <a:off x="1352550" y="2466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Definition</a:t>
            </a:r>
          </a:p>
        </p:txBody>
      </p:sp>
      <p:sp>
        <p:nvSpPr>
          <p:cNvPr id="10" name="">
            <a:extLst xmlns:a="http://schemas.openxmlformats.org/drawingml/2006/main">
              <a:ext uri="{FF2B5EF4-FFF2-40B4-BE49-F238E27FC236}">
                <a16:creationId xmlns:a16="http://schemas.microsoft.com/office/drawing/2014/main" id="{83BA3536-F6A3-4E9A-8100-2DF15AEC64B7}"/>
              </a:ext>
            </a:extLst>
          </p:cNvPr>
          <p:cNvSpPr>
            <a:spLocks xmlns:a="http://schemas.openxmlformats.org/drawingml/2006/main" noGrp="1"/>
          </p:cNvSpPr>
          <p:nvPr/>
        </p:nvSpPr>
        <p:spPr>
          <a:xfrm xmlns:a="http://schemas.openxmlformats.org/drawingml/2006/main">
            <a:off x="819150" y="2990850"/>
            <a:ext cx="4610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[Recall here]</a:t>
            </a:r>
          </a:p>
        </p:txBody>
      </p:sp>
      <p:sp>
        <p:nvSpPr>
          <p:cNvPr id="11" name="">
            <a:extLst xmlns:a="http://schemas.openxmlformats.org/drawingml/2006/main">
              <a:ext uri="{FF2B5EF4-FFF2-40B4-BE49-F238E27FC236}">
                <a16:creationId xmlns:a16="http://schemas.microsoft.com/office/drawing/2014/main" id="{9B9DA00A-1AD3-49EF-9823-1C7B27B7260A}"/>
              </a:ext>
            </a:extLst>
          </p:cNvPr>
          <p:cNvSpPr>
            <a:spLocks xmlns:a="http://schemas.openxmlformats.org/drawingml/2006/main" noGrp="1"/>
          </p:cNvSpPr>
          <p:nvPr/>
        </p:nvSpPr>
        <p:spPr>
          <a:xfrm xmlns:a="http://schemas.openxmlformats.org/drawingml/2006/main">
            <a:off x="6553200" y="2247900"/>
            <a:ext cx="5029200" cy="14859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3A43674E-6E8F-4C71-BD82-9189EB416905}"/>
              </a:ext>
            </a:extLst>
          </p:cNvPr>
          <p:cNvSpPr>
            <a:spLocks xmlns:a="http://schemas.openxmlformats.org/drawingml/2006/main" noGrp="1"/>
          </p:cNvSpPr>
          <p:nvPr/>
        </p:nvSpPr>
        <p:spPr>
          <a:xfrm xmlns:a="http://schemas.openxmlformats.org/drawingml/2006/main">
            <a:off x="67437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A575318-B53B-44C7-B020-C06384E97E61}"/>
              </a:ext>
            </a:extLst>
          </p:cNvPr>
          <p:cNvSpPr>
            <a:spLocks xmlns:a="http://schemas.openxmlformats.org/drawingml/2006/main" noGrp="1"/>
          </p:cNvSpPr>
          <p:nvPr/>
        </p:nvSpPr>
        <p:spPr>
          <a:xfrm xmlns:a="http://schemas.openxmlformats.org/drawingml/2006/main">
            <a:off x="68008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352A3ED4-EAC6-4ECF-9425-0CBB0E659701}"/>
              </a:ext>
            </a:extLst>
          </p:cNvPr>
          <p:cNvSpPr>
            <a:spLocks xmlns:a="http://schemas.openxmlformats.org/drawingml/2006/main" noGrp="1"/>
          </p:cNvSpPr>
          <p:nvPr/>
        </p:nvSpPr>
        <p:spPr>
          <a:xfrm xmlns:a="http://schemas.openxmlformats.org/drawingml/2006/main">
            <a:off x="7296150" y="2466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Key characteristics</a:t>
            </a:r>
          </a:p>
        </p:txBody>
      </p:sp>
      <p:sp>
        <p:nvSpPr>
          <p:cNvPr id="15" name="">
            <a:extLst xmlns:a="http://schemas.openxmlformats.org/drawingml/2006/main">
              <a:ext uri="{FF2B5EF4-FFF2-40B4-BE49-F238E27FC236}">
                <a16:creationId xmlns:a16="http://schemas.microsoft.com/office/drawing/2014/main" id="{858E0278-B050-4654-9FA8-E1A7C49EEA68}"/>
              </a:ext>
            </a:extLst>
          </p:cNvPr>
          <p:cNvSpPr>
            <a:spLocks xmlns:a="http://schemas.openxmlformats.org/drawingml/2006/main" noGrp="1"/>
          </p:cNvSpPr>
          <p:nvPr/>
        </p:nvSpPr>
        <p:spPr>
          <a:xfrm xmlns:a="http://schemas.openxmlformats.org/drawingml/2006/main">
            <a:off x="6762750" y="2990850"/>
            <a:ext cx="4610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[Recall here]</a:t>
            </a:r>
          </a:p>
        </p:txBody>
      </p:sp>
      <p:sp>
        <p:nvSpPr>
          <p:cNvPr id="16" name="">
            <a:extLst xmlns:a="http://schemas.openxmlformats.org/drawingml/2006/main">
              <a:ext uri="{FF2B5EF4-FFF2-40B4-BE49-F238E27FC236}">
                <a16:creationId xmlns:a16="http://schemas.microsoft.com/office/drawing/2014/main" id="{AB25D97B-36CD-4858-BB16-81A1508F5580}"/>
              </a:ext>
            </a:extLst>
          </p:cNvPr>
          <p:cNvSpPr>
            <a:spLocks xmlns:a="http://schemas.openxmlformats.org/drawingml/2006/main" noGrp="1"/>
          </p:cNvSpPr>
          <p:nvPr/>
        </p:nvSpPr>
        <p:spPr>
          <a:xfrm xmlns:a="http://schemas.openxmlformats.org/drawingml/2006/main">
            <a:off x="609600" y="4286250"/>
            <a:ext cx="5029200" cy="14859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11B86620-1ED6-4C3E-9773-49FC1490C290}"/>
              </a:ext>
            </a:extLst>
          </p:cNvPr>
          <p:cNvSpPr>
            <a:spLocks xmlns:a="http://schemas.openxmlformats.org/drawingml/2006/main" noGrp="1"/>
          </p:cNvSpPr>
          <p:nvPr/>
        </p:nvSpPr>
        <p:spPr>
          <a:xfrm xmlns:a="http://schemas.openxmlformats.org/drawingml/2006/main">
            <a:off x="800100" y="44577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825C0B0-B644-4D21-985A-376B2BA38F7D}"/>
              </a:ext>
            </a:extLst>
          </p:cNvPr>
          <p:cNvSpPr>
            <a:spLocks xmlns:a="http://schemas.openxmlformats.org/drawingml/2006/main" noGrp="1"/>
          </p:cNvSpPr>
          <p:nvPr/>
        </p:nvSpPr>
        <p:spPr>
          <a:xfrm xmlns:a="http://schemas.openxmlformats.org/drawingml/2006/main">
            <a:off x="857250" y="4524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03</a:t>
            </a:r>
          </a:p>
        </p:txBody>
      </p:sp>
      <p:sp>
        <p:nvSpPr>
          <p:cNvPr id="19" name="">
            <a:extLst xmlns:a="http://schemas.openxmlformats.org/drawingml/2006/main">
              <a:ext uri="{FF2B5EF4-FFF2-40B4-BE49-F238E27FC236}">
                <a16:creationId xmlns:a16="http://schemas.microsoft.com/office/drawing/2014/main" id="{DE8A1973-4FDB-4CB0-B31B-C53D52E8E7A6}"/>
              </a:ext>
            </a:extLst>
          </p:cNvPr>
          <p:cNvSpPr>
            <a:spLocks xmlns:a="http://schemas.openxmlformats.org/drawingml/2006/main" noGrp="1"/>
          </p:cNvSpPr>
          <p:nvPr/>
        </p:nvSpPr>
        <p:spPr>
          <a:xfrm xmlns:a="http://schemas.openxmlformats.org/drawingml/2006/main">
            <a:off x="1352550" y="45053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Examples</a:t>
            </a:r>
          </a:p>
        </p:txBody>
      </p:sp>
      <p:sp>
        <p:nvSpPr>
          <p:cNvPr id="20" name="">
            <a:extLst xmlns:a="http://schemas.openxmlformats.org/drawingml/2006/main">
              <a:ext uri="{FF2B5EF4-FFF2-40B4-BE49-F238E27FC236}">
                <a16:creationId xmlns:a16="http://schemas.microsoft.com/office/drawing/2014/main" id="{D8BCE0F6-3D56-4736-A01C-7FCA89DA4F2A}"/>
              </a:ext>
            </a:extLst>
          </p:cNvPr>
          <p:cNvSpPr>
            <a:spLocks xmlns:a="http://schemas.openxmlformats.org/drawingml/2006/main" noGrp="1"/>
          </p:cNvSpPr>
          <p:nvPr/>
        </p:nvSpPr>
        <p:spPr>
          <a:xfrm xmlns:a="http://schemas.openxmlformats.org/drawingml/2006/main">
            <a:off x="819150" y="5029200"/>
            <a:ext cx="4610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[Recall here]</a:t>
            </a:r>
          </a:p>
        </p:txBody>
      </p:sp>
      <p:sp>
        <p:nvSpPr>
          <p:cNvPr id="21" name="">
            <a:extLst xmlns:a="http://schemas.openxmlformats.org/drawingml/2006/main">
              <a:ext uri="{FF2B5EF4-FFF2-40B4-BE49-F238E27FC236}">
                <a16:creationId xmlns:a16="http://schemas.microsoft.com/office/drawing/2014/main" id="{9A11AB50-7B89-4BB8-AC76-1F47550A6A5D}"/>
              </a:ext>
            </a:extLst>
          </p:cNvPr>
          <p:cNvSpPr>
            <a:spLocks xmlns:a="http://schemas.openxmlformats.org/drawingml/2006/main" noGrp="1"/>
          </p:cNvSpPr>
          <p:nvPr/>
        </p:nvSpPr>
        <p:spPr>
          <a:xfrm xmlns:a="http://schemas.openxmlformats.org/drawingml/2006/main">
            <a:off x="6553200" y="4286250"/>
            <a:ext cx="5029200" cy="14859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5AEB93AB-1467-42AE-B71C-020EDEA03B4C}"/>
              </a:ext>
            </a:extLst>
          </p:cNvPr>
          <p:cNvSpPr>
            <a:spLocks xmlns:a="http://schemas.openxmlformats.org/drawingml/2006/main" noGrp="1"/>
          </p:cNvSpPr>
          <p:nvPr/>
        </p:nvSpPr>
        <p:spPr>
          <a:xfrm xmlns:a="http://schemas.openxmlformats.org/drawingml/2006/main">
            <a:off x="6743700" y="44577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329F10D-99F3-4E01-8A86-31CF508E70F0}"/>
              </a:ext>
            </a:extLst>
          </p:cNvPr>
          <p:cNvSpPr>
            <a:spLocks xmlns:a="http://schemas.openxmlformats.org/drawingml/2006/main" noGrp="1"/>
          </p:cNvSpPr>
          <p:nvPr/>
        </p:nvSpPr>
        <p:spPr>
          <a:xfrm xmlns:a="http://schemas.openxmlformats.org/drawingml/2006/main">
            <a:off x="6800850" y="4524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04</a:t>
            </a:r>
          </a:p>
        </p:txBody>
      </p:sp>
      <p:sp>
        <p:nvSpPr>
          <p:cNvPr id="24" name="">
            <a:extLst xmlns:a="http://schemas.openxmlformats.org/drawingml/2006/main">
              <a:ext uri="{FF2B5EF4-FFF2-40B4-BE49-F238E27FC236}">
                <a16:creationId xmlns:a16="http://schemas.microsoft.com/office/drawing/2014/main" id="{04481B47-FCF9-4766-94CF-C9FAAD92FCBA}"/>
              </a:ext>
            </a:extLst>
          </p:cNvPr>
          <p:cNvSpPr>
            <a:spLocks xmlns:a="http://schemas.openxmlformats.org/drawingml/2006/main" noGrp="1"/>
          </p:cNvSpPr>
          <p:nvPr/>
        </p:nvSpPr>
        <p:spPr>
          <a:xfrm xmlns:a="http://schemas.openxmlformats.org/drawingml/2006/main">
            <a:off x="7296150" y="45053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Non-examples</a:t>
            </a:r>
          </a:p>
        </p:txBody>
      </p:sp>
      <p:sp>
        <p:nvSpPr>
          <p:cNvPr id="25" name="">
            <a:extLst xmlns:a="http://schemas.openxmlformats.org/drawingml/2006/main">
              <a:ext uri="{FF2B5EF4-FFF2-40B4-BE49-F238E27FC236}">
                <a16:creationId xmlns:a16="http://schemas.microsoft.com/office/drawing/2014/main" id="{526ABC07-D199-41E6-BEB2-9466325B705C}"/>
              </a:ext>
            </a:extLst>
          </p:cNvPr>
          <p:cNvSpPr>
            <a:spLocks xmlns:a="http://schemas.openxmlformats.org/drawingml/2006/main" noGrp="1"/>
          </p:cNvSpPr>
          <p:nvPr/>
        </p:nvSpPr>
        <p:spPr>
          <a:xfrm xmlns:a="http://schemas.openxmlformats.org/drawingml/2006/main">
            <a:off x="6762750" y="5029200"/>
            <a:ext cx="4610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[Recall here]</a:t>
            </a:r>
          </a:p>
        </p:txBody>
      </p:sp>
      <p:sp>
        <p:nvSpPr>
          <p:cNvPr id="26" name="">
            <a:extLst xmlns:a="http://schemas.openxmlformats.org/drawingml/2006/main">
              <a:ext uri="{FF2B5EF4-FFF2-40B4-BE49-F238E27FC236}">
                <a16:creationId xmlns:a16="http://schemas.microsoft.com/office/drawing/2014/main" id="{B5AC702A-9751-4D28-A131-F2E7E02008D9}"/>
              </a:ext>
            </a:extLst>
          </p:cNvPr>
          <p:cNvSpPr>
            <a:spLocks xmlns:a="http://schemas.openxmlformats.org/drawingml/2006/main" noGrp="1"/>
          </p:cNvSpPr>
          <p:nvPr/>
        </p:nvSpPr>
        <p:spPr>
          <a:xfrm xmlns:a="http://schemas.openxmlformats.org/drawingml/2006/main">
            <a:off x="4572000" y="3848100"/>
            <a:ext cx="3048000" cy="381000"/>
          </a:xfrm>
          <a:prstGeom xmlns:a="http://schemas.openxmlformats.org/drawingml/2006/main" prst="rect">
            <a:avLst/>
          </a:prstGeom>
          <a:solidFill xmlns:a="http://schemas.openxmlformats.org/drawingml/2006/main">
            <a:srgbClr val="E7EEE9"/>
          </a:solidFill>
          <a:ln xmlns:a="http://schemas.openxmlformats.org/drawingml/2006/main" w="9525">
            <a:solidFill>
              <a:srgbClr val="A9BDB7"/>
            </a:solidFill>
          </a:ln>
        </p:spPr>
      </p:sp>
      <p:sp>
        <p:nvSpPr>
          <p:cNvPr id="27" name="">
            <a:extLst xmlns:a="http://schemas.openxmlformats.org/drawingml/2006/main">
              <a:ext uri="{FF2B5EF4-FFF2-40B4-BE49-F238E27FC236}">
                <a16:creationId xmlns:a16="http://schemas.microsoft.com/office/drawing/2014/main" id="{43199246-B9E2-4E4F-8AC8-A67C7B848324}"/>
              </a:ext>
            </a:extLst>
          </p:cNvPr>
          <p:cNvSpPr>
            <a:spLocks xmlns:a="http://schemas.openxmlformats.org/drawingml/2006/main" noGrp="1"/>
          </p:cNvSpPr>
          <p:nvPr/>
        </p:nvSpPr>
        <p:spPr>
          <a:xfrm xmlns:a="http://schemas.openxmlformats.org/drawingml/2006/main">
            <a:off x="4762500" y="38862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[Concept]</a:t>
            </a:r>
          </a:p>
        </p:txBody>
      </p:sp>
      <p:sp>
        <p:nvSpPr>
          <p:cNvPr id="28" name="">
            <a:extLst xmlns:a="http://schemas.openxmlformats.org/drawingml/2006/main">
              <a:ext uri="{FF2B5EF4-FFF2-40B4-BE49-F238E27FC236}">
                <a16:creationId xmlns:a16="http://schemas.microsoft.com/office/drawing/2014/main" id="{68362AC3-B416-4C98-884F-DE003DBDD3B2}"/>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4C84AD6-AEF3-48A4-A104-D34F9ED26949}"/>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30" name="">
            <a:extLst xmlns:a="http://schemas.openxmlformats.org/drawingml/2006/main">
              <a:ext uri="{FF2B5EF4-FFF2-40B4-BE49-F238E27FC236}">
                <a16:creationId xmlns:a16="http://schemas.microsoft.com/office/drawing/2014/main" id="{96B214BD-FC22-4284-8D19-AB9842F6F15C}"/>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13951704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2026-10-07T20:44:31.3880000Z</dcterms:created>
  <dcterms:modified xsi:type="dcterms:W3CDTF">2026-10-07T20:44:31.3880000Z</dcterms:modified>
</coreProperties>
</file>