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22b9a1c08b4a85" /><Relationship Type="http://schemas.openxmlformats.org/officeDocument/2006/relationships/extended-properties" Target="/docProps/app.xml" Id="R395adac22bf6437a" /><Relationship Type="http://schemas.openxmlformats.org/officeDocument/2006/relationships/officeDocument" Target="/ppt/presentation.xml" Id="Rcf934c7d8d204722" /></Relationships>
</file>

<file path=ppt/presentation.xml><?xml version="1.0" encoding="utf-8"?>
<p:presentation xmlns:p="http://schemas.openxmlformats.org/presentationml/2006/main">
  <p:sldMasterIdLst>
    <p:sldMasterId xmlns:r="http://schemas.openxmlformats.org/officeDocument/2006/relationships" id="2147483648" r:id="R1a0287e05ba84dad"/>
  </p:sldMasterIdLst>
  <p:notesMasterIdLst>
    <p:notesMasterId xmlns:r="http://schemas.openxmlformats.org/officeDocument/2006/relationships" r:id="Ra8d2b2deb13c4aa8"/>
  </p:notesMasterIdLst>
  <p:sldIdLst>
    <p:sldId xmlns:r="http://schemas.openxmlformats.org/officeDocument/2006/relationships" id="256" r:id="Rfebde107ccc2497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c18fafa2a5b4175" /><Relationship Type="http://schemas.openxmlformats.org/officeDocument/2006/relationships/slideMaster" Target="/ppt/slideMasters/slideMaster1.xml" Id="R1a0287e05ba84dad" /><Relationship Type="http://schemas.openxmlformats.org/officeDocument/2006/relationships/notesMaster" Target="/ppt/notesMasters/notesMaster1.xml" Id="Ra8d2b2deb13c4aa8" /><Relationship Type="http://schemas.openxmlformats.org/officeDocument/2006/relationships/presProps" Target="/ppt/presProps.xml" Id="R210a3fa9021c455e" /><Relationship Type="http://schemas.openxmlformats.org/officeDocument/2006/relationships/tableStyles" Target="/ppt/tableStyles.xml" Id="Rd4dce1eb70844f6c" /><Relationship Type="http://schemas.openxmlformats.org/officeDocument/2006/relationships/slide" Target="/ppt/slides/slide1.xml" Id="Rfebde107ccc2497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f0c14c7ec5445d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31487cc2fc64fe8" /><Relationship Type="http://schemas.openxmlformats.org/officeDocument/2006/relationships/notesMaster" Target="/ppt/notesMasters/notesMaster1.xml" Id="R878cb99a8fc7485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Dorothy Frayer &amp; colleagues — Frayer model; retrieval example by Marilee Sprenger</a:t>
            </a:r>
          </a:p>
          <a:p xmlns:a="http://schemas.openxmlformats.org/drawingml/2006/main">
            <a:r>
              <a:t/>
            </a:r>
          </a:p>
          <a:p xmlns:a="http://schemas.openxmlformats.org/drawingml/2006/main">
            <a:r>
              <a:t>https://www.middleweb.com/39762/getting-test-ready-try-some-retrieval-practice/</a:t>
            </a:r>
          </a:p>
          <a:p xmlns:a="http://schemas.openxmlformats.org/drawingml/2006/main">
            <a:r>
              <a:t/>
            </a:r>
          </a:p>
          <a:p xmlns:a="http://schemas.openxmlformats.org/drawingml/2006/main">
            <a:r>
              <a:t>Sprenger credits Dorothy Frayer and colleagues with the organiser and describes using it for retrieval. This guide uses its definition, characteristics, examples and non-examples structure with notes closed.</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https://tnt-teaching-tools.github.io/retrieval-toolkit/retrieval-frayer-recall.html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6771581cbc412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ea9b95a7c9f477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d942bf28c484e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fbad216f1b148e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30096dcba44ca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34f8344ad4b46e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519c72f01e489c" /><Relationship Type="http://schemas.openxmlformats.org/officeDocument/2006/relationships/slideLayout" Target="/ppt/slideLayouts/slideLayout1.xml" Id="Rab60308ad6f14a4a" /><Relationship Type="http://schemas.openxmlformats.org/officeDocument/2006/relationships/slideLayout" Target="/ppt/slideLayouts/slideLayout2.xml" Id="R8bcc3167d8194465" /><Relationship Type="http://schemas.openxmlformats.org/officeDocument/2006/relationships/slideLayout" Target="/ppt/slideLayouts/slideLayout3.xml" Id="R7620f80c95934d6b" /><Relationship Type="http://schemas.openxmlformats.org/officeDocument/2006/relationships/slideLayout" Target="/ppt/slideLayouts/slideLayout4.xml" Id="R3a0d6bc20c7243e9" /><Relationship Type="http://schemas.openxmlformats.org/officeDocument/2006/relationships/slideLayout" Target="/ppt/slideLayouts/slideLayout5.xml" Id="R0a7a962213e34eea" /><Relationship Type="http://schemas.openxmlformats.org/officeDocument/2006/relationships/slideLayout" Target="/ppt/slideLayouts/slideLayout6.xml" Id="R3b3394fa33ad47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60308ad6f14a4a"/>
    <p:sldLayoutId xmlns:r="http://schemas.openxmlformats.org/officeDocument/2006/relationships" id="2147483650" r:id="R8bcc3167d8194465"/>
    <p:sldLayoutId xmlns:r="http://schemas.openxmlformats.org/officeDocument/2006/relationships" id="2147483651" r:id="R7620f80c95934d6b"/>
    <p:sldLayoutId xmlns:r="http://schemas.openxmlformats.org/officeDocument/2006/relationships" id="2147483652" r:id="R3a0d6bc20c7243e9"/>
    <p:sldLayoutId xmlns:r="http://schemas.openxmlformats.org/officeDocument/2006/relationships" id="2147483653" r:id="R0a7a962213e34eea"/>
    <p:sldLayoutId xmlns:r="http://schemas.openxmlformats.org/officeDocument/2006/relationships" id="2147483654" r:id="R3b3394fa33ad47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7ab964390494b89" /><Relationship Type="http://schemas.openxmlformats.org/officeDocument/2006/relationships/hyperlink" Target="https://www.middleweb.com/39762/getting-test-ready-try-some-retrieval-practice/" TargetMode="External" Id="R58fe63bfa0ec490a" /><Relationship Type="http://schemas.openxmlformats.org/officeDocument/2006/relationships/notesSlide" Target="/ppt/notesSlides/notesSlide1.xml" Id="R5574e11cd4a24139"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371CDE1-98C1-425F-851F-41DA2569ABF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Frayer model from memory</a:t>
            </a:r>
          </a:p>
        </p:txBody>
      </p:sp>
      <p:sp>
        <p:nvSpPr>
          <p:cNvPr id="2" name="">
            <a:extLst xmlns:a="http://schemas.openxmlformats.org/drawingml/2006/main">
              <a:ext uri="{FF2B5EF4-FFF2-40B4-BE49-F238E27FC236}">
                <a16:creationId xmlns:a16="http://schemas.microsoft.com/office/drawing/2014/main" id="{75F2D2DD-57A9-4B40-9B35-0CDE616B0ADE}"/>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previously taught concept]</a:t>
            </a:r>
          </a:p>
        </p:txBody>
      </p:sp>
      <p:sp>
        <p:nvSpPr>
          <p:cNvPr id="3" name="">
            <a:extLst xmlns:a="http://schemas.openxmlformats.org/drawingml/2006/main">
              <a:ext uri="{FF2B5EF4-FFF2-40B4-BE49-F238E27FC236}">
                <a16:creationId xmlns:a16="http://schemas.microsoft.com/office/drawing/2014/main" id="{70AE8042-0850-49FA-955D-CE9E6C3D21E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BC4AB0-1CE8-4DF3-8E28-8147724EE121}"/>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6A260336-96E9-4E20-A2A0-4858A52AD05F}"/>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9E4FBC58-A0A6-4F6A-962F-DE7ADFF86061}"/>
              </a:ext>
            </a:extLst>
          </p:cNvPr>
          <p:cNvSpPr>
            <a:spLocks xmlns:a="http://schemas.openxmlformats.org/drawingml/2006/main" noGrp="1"/>
          </p:cNvSpPr>
          <p:nvPr/>
        </p:nvSpPr>
        <p:spPr>
          <a:xfrm xmlns:a="http://schemas.openxmlformats.org/drawingml/2006/main">
            <a:off x="609600" y="2247900"/>
            <a:ext cx="5029200" cy="14859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E7C73688-5B3A-4D68-A057-42612001AEB6}"/>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4D61E5D-AD4C-45BF-8A3E-FBC8DF56B311}"/>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808D3015-2FC4-480A-934F-18CAFB93D0FE}"/>
              </a:ext>
            </a:extLst>
          </p:cNvPr>
          <p:cNvSpPr>
            <a:spLocks xmlns:a="http://schemas.openxmlformats.org/drawingml/2006/main" noGrp="1"/>
          </p:cNvSpPr>
          <p:nvPr/>
        </p:nvSpPr>
        <p:spPr>
          <a:xfrm xmlns:a="http://schemas.openxmlformats.org/drawingml/2006/main">
            <a:off x="1352550" y="24669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Definition</a:t>
            </a:r>
          </a:p>
        </p:txBody>
      </p:sp>
      <p:sp>
        <p:nvSpPr>
          <p:cNvPr id="10" name="">
            <a:extLst xmlns:a="http://schemas.openxmlformats.org/drawingml/2006/main">
              <a:ext uri="{FF2B5EF4-FFF2-40B4-BE49-F238E27FC236}">
                <a16:creationId xmlns:a16="http://schemas.microsoft.com/office/drawing/2014/main" id="{A6C37D07-2FCB-4E00-A1FA-AB20AAC98493}"/>
              </a:ext>
            </a:extLst>
          </p:cNvPr>
          <p:cNvSpPr>
            <a:spLocks xmlns:a="http://schemas.openxmlformats.org/drawingml/2006/main" noGrp="1"/>
          </p:cNvSpPr>
          <p:nvPr/>
        </p:nvSpPr>
        <p:spPr>
          <a:xfrm xmlns:a="http://schemas.openxmlformats.org/drawingml/2006/main">
            <a:off x="819150" y="2990850"/>
            <a:ext cx="4610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[Recall here]</a:t>
            </a:r>
          </a:p>
        </p:txBody>
      </p:sp>
      <p:sp>
        <p:nvSpPr>
          <p:cNvPr id="11" name="">
            <a:extLst xmlns:a="http://schemas.openxmlformats.org/drawingml/2006/main">
              <a:ext uri="{FF2B5EF4-FFF2-40B4-BE49-F238E27FC236}">
                <a16:creationId xmlns:a16="http://schemas.microsoft.com/office/drawing/2014/main" id="{68B58710-376A-498F-8D1D-EA289EFAE22A}"/>
              </a:ext>
            </a:extLst>
          </p:cNvPr>
          <p:cNvSpPr>
            <a:spLocks xmlns:a="http://schemas.openxmlformats.org/drawingml/2006/main" noGrp="1"/>
          </p:cNvSpPr>
          <p:nvPr/>
        </p:nvSpPr>
        <p:spPr>
          <a:xfrm xmlns:a="http://schemas.openxmlformats.org/drawingml/2006/main">
            <a:off x="6553200" y="2247900"/>
            <a:ext cx="5029200" cy="14859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B3C624A9-2DCA-41A1-933D-64FD16C17620}"/>
              </a:ext>
            </a:extLst>
          </p:cNvPr>
          <p:cNvSpPr>
            <a:spLocks xmlns:a="http://schemas.openxmlformats.org/drawingml/2006/main" noGrp="1"/>
          </p:cNvSpPr>
          <p:nvPr/>
        </p:nvSpPr>
        <p:spPr>
          <a:xfrm xmlns:a="http://schemas.openxmlformats.org/drawingml/2006/main">
            <a:off x="67437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AC79D37-ACC4-4949-BE92-3439AA7DC74A}"/>
              </a:ext>
            </a:extLst>
          </p:cNvPr>
          <p:cNvSpPr>
            <a:spLocks xmlns:a="http://schemas.openxmlformats.org/drawingml/2006/main" noGrp="1"/>
          </p:cNvSpPr>
          <p:nvPr/>
        </p:nvSpPr>
        <p:spPr>
          <a:xfrm xmlns:a="http://schemas.openxmlformats.org/drawingml/2006/main">
            <a:off x="68008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7E254027-4519-4B8D-818A-61EBE7185ADA}"/>
              </a:ext>
            </a:extLst>
          </p:cNvPr>
          <p:cNvSpPr>
            <a:spLocks xmlns:a="http://schemas.openxmlformats.org/drawingml/2006/main" noGrp="1"/>
          </p:cNvSpPr>
          <p:nvPr/>
        </p:nvSpPr>
        <p:spPr>
          <a:xfrm xmlns:a="http://schemas.openxmlformats.org/drawingml/2006/main">
            <a:off x="7296150" y="24669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Key characteristics</a:t>
            </a:r>
          </a:p>
        </p:txBody>
      </p:sp>
      <p:sp>
        <p:nvSpPr>
          <p:cNvPr id="15" name="">
            <a:extLst xmlns:a="http://schemas.openxmlformats.org/drawingml/2006/main">
              <a:ext uri="{FF2B5EF4-FFF2-40B4-BE49-F238E27FC236}">
                <a16:creationId xmlns:a16="http://schemas.microsoft.com/office/drawing/2014/main" id="{E7DE7420-A4F1-43EA-A85F-BC7AFE67CF4F}"/>
              </a:ext>
            </a:extLst>
          </p:cNvPr>
          <p:cNvSpPr>
            <a:spLocks xmlns:a="http://schemas.openxmlformats.org/drawingml/2006/main" noGrp="1"/>
          </p:cNvSpPr>
          <p:nvPr/>
        </p:nvSpPr>
        <p:spPr>
          <a:xfrm xmlns:a="http://schemas.openxmlformats.org/drawingml/2006/main">
            <a:off x="6762750" y="2990850"/>
            <a:ext cx="4610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[Recall here]</a:t>
            </a:r>
          </a:p>
        </p:txBody>
      </p:sp>
      <p:sp>
        <p:nvSpPr>
          <p:cNvPr id="16" name="">
            <a:extLst xmlns:a="http://schemas.openxmlformats.org/drawingml/2006/main">
              <a:ext uri="{FF2B5EF4-FFF2-40B4-BE49-F238E27FC236}">
                <a16:creationId xmlns:a16="http://schemas.microsoft.com/office/drawing/2014/main" id="{32ADC12D-6FD8-47F5-89A5-2751DF6F0545}"/>
              </a:ext>
            </a:extLst>
          </p:cNvPr>
          <p:cNvSpPr>
            <a:spLocks xmlns:a="http://schemas.openxmlformats.org/drawingml/2006/main" noGrp="1"/>
          </p:cNvSpPr>
          <p:nvPr/>
        </p:nvSpPr>
        <p:spPr>
          <a:xfrm xmlns:a="http://schemas.openxmlformats.org/drawingml/2006/main">
            <a:off x="609600" y="4286250"/>
            <a:ext cx="5029200" cy="14859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7B12B317-EA73-449D-929E-B6FD54B1517E}"/>
              </a:ext>
            </a:extLst>
          </p:cNvPr>
          <p:cNvSpPr>
            <a:spLocks xmlns:a="http://schemas.openxmlformats.org/drawingml/2006/main" noGrp="1"/>
          </p:cNvSpPr>
          <p:nvPr/>
        </p:nvSpPr>
        <p:spPr>
          <a:xfrm xmlns:a="http://schemas.openxmlformats.org/drawingml/2006/main">
            <a:off x="800100" y="44577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C10609D-504B-4206-8EBF-C70915E2CBDE}"/>
              </a:ext>
            </a:extLst>
          </p:cNvPr>
          <p:cNvSpPr>
            <a:spLocks xmlns:a="http://schemas.openxmlformats.org/drawingml/2006/main" noGrp="1"/>
          </p:cNvSpPr>
          <p:nvPr/>
        </p:nvSpPr>
        <p:spPr>
          <a:xfrm xmlns:a="http://schemas.openxmlformats.org/drawingml/2006/main">
            <a:off x="857250" y="45243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E59533D8-3AE1-4A65-AFBF-A277335EDF56}"/>
              </a:ext>
            </a:extLst>
          </p:cNvPr>
          <p:cNvSpPr>
            <a:spLocks xmlns:a="http://schemas.openxmlformats.org/drawingml/2006/main" noGrp="1"/>
          </p:cNvSpPr>
          <p:nvPr/>
        </p:nvSpPr>
        <p:spPr>
          <a:xfrm xmlns:a="http://schemas.openxmlformats.org/drawingml/2006/main">
            <a:off x="1352550" y="45053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Examples</a:t>
            </a:r>
          </a:p>
        </p:txBody>
      </p:sp>
      <p:sp>
        <p:nvSpPr>
          <p:cNvPr id="20" name="">
            <a:extLst xmlns:a="http://schemas.openxmlformats.org/drawingml/2006/main">
              <a:ext uri="{FF2B5EF4-FFF2-40B4-BE49-F238E27FC236}">
                <a16:creationId xmlns:a16="http://schemas.microsoft.com/office/drawing/2014/main" id="{817ECE65-9917-4A8E-BE9E-83A08488CC34}"/>
              </a:ext>
            </a:extLst>
          </p:cNvPr>
          <p:cNvSpPr>
            <a:spLocks xmlns:a="http://schemas.openxmlformats.org/drawingml/2006/main" noGrp="1"/>
          </p:cNvSpPr>
          <p:nvPr/>
        </p:nvSpPr>
        <p:spPr>
          <a:xfrm xmlns:a="http://schemas.openxmlformats.org/drawingml/2006/main">
            <a:off x="819150" y="5029200"/>
            <a:ext cx="4610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[Recall here]</a:t>
            </a:r>
          </a:p>
        </p:txBody>
      </p:sp>
      <p:sp>
        <p:nvSpPr>
          <p:cNvPr id="21" name="">
            <a:extLst xmlns:a="http://schemas.openxmlformats.org/drawingml/2006/main">
              <a:ext uri="{FF2B5EF4-FFF2-40B4-BE49-F238E27FC236}">
                <a16:creationId xmlns:a16="http://schemas.microsoft.com/office/drawing/2014/main" id="{F0441067-CD7A-482A-A09E-58869F121133}"/>
              </a:ext>
            </a:extLst>
          </p:cNvPr>
          <p:cNvSpPr>
            <a:spLocks xmlns:a="http://schemas.openxmlformats.org/drawingml/2006/main" noGrp="1"/>
          </p:cNvSpPr>
          <p:nvPr/>
        </p:nvSpPr>
        <p:spPr>
          <a:xfrm xmlns:a="http://schemas.openxmlformats.org/drawingml/2006/main">
            <a:off x="6553200" y="4286250"/>
            <a:ext cx="5029200" cy="14859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0484D23E-BDA6-49F5-A44D-D3E4796EE1D2}"/>
              </a:ext>
            </a:extLst>
          </p:cNvPr>
          <p:cNvSpPr>
            <a:spLocks xmlns:a="http://schemas.openxmlformats.org/drawingml/2006/main" noGrp="1"/>
          </p:cNvSpPr>
          <p:nvPr/>
        </p:nvSpPr>
        <p:spPr>
          <a:xfrm xmlns:a="http://schemas.openxmlformats.org/drawingml/2006/main">
            <a:off x="6743700" y="44577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7075307-88E3-4D3A-BA28-8FBE90011590}"/>
              </a:ext>
            </a:extLst>
          </p:cNvPr>
          <p:cNvSpPr>
            <a:spLocks xmlns:a="http://schemas.openxmlformats.org/drawingml/2006/main" noGrp="1"/>
          </p:cNvSpPr>
          <p:nvPr/>
        </p:nvSpPr>
        <p:spPr>
          <a:xfrm xmlns:a="http://schemas.openxmlformats.org/drawingml/2006/main">
            <a:off x="6800850" y="45243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38CFD081-9FD0-47B9-91E0-0D7C5ABA10EC}"/>
              </a:ext>
            </a:extLst>
          </p:cNvPr>
          <p:cNvSpPr>
            <a:spLocks xmlns:a="http://schemas.openxmlformats.org/drawingml/2006/main" noGrp="1"/>
          </p:cNvSpPr>
          <p:nvPr/>
        </p:nvSpPr>
        <p:spPr>
          <a:xfrm xmlns:a="http://schemas.openxmlformats.org/drawingml/2006/main">
            <a:off x="7296150" y="45053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Non-examples</a:t>
            </a:r>
          </a:p>
        </p:txBody>
      </p:sp>
      <p:sp>
        <p:nvSpPr>
          <p:cNvPr id="25" name="">
            <a:extLst xmlns:a="http://schemas.openxmlformats.org/drawingml/2006/main">
              <a:ext uri="{FF2B5EF4-FFF2-40B4-BE49-F238E27FC236}">
                <a16:creationId xmlns:a16="http://schemas.microsoft.com/office/drawing/2014/main" id="{E1469A81-14D9-443D-9D34-302833387E7F}"/>
              </a:ext>
            </a:extLst>
          </p:cNvPr>
          <p:cNvSpPr>
            <a:spLocks xmlns:a="http://schemas.openxmlformats.org/drawingml/2006/main" noGrp="1"/>
          </p:cNvSpPr>
          <p:nvPr/>
        </p:nvSpPr>
        <p:spPr>
          <a:xfrm xmlns:a="http://schemas.openxmlformats.org/drawingml/2006/main">
            <a:off x="6762750" y="5029200"/>
            <a:ext cx="4610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[Recall here]</a:t>
            </a:r>
          </a:p>
        </p:txBody>
      </p:sp>
      <p:sp>
        <p:nvSpPr>
          <p:cNvPr id="26" name="">
            <a:extLst xmlns:a="http://schemas.openxmlformats.org/drawingml/2006/main">
              <a:ext uri="{FF2B5EF4-FFF2-40B4-BE49-F238E27FC236}">
                <a16:creationId xmlns:a16="http://schemas.microsoft.com/office/drawing/2014/main" id="{EC6B43D6-D952-4124-81C7-7A4D06A584FE}"/>
              </a:ext>
            </a:extLst>
          </p:cNvPr>
          <p:cNvSpPr>
            <a:spLocks xmlns:a="http://schemas.openxmlformats.org/drawingml/2006/main" noGrp="1"/>
          </p:cNvSpPr>
          <p:nvPr/>
        </p:nvSpPr>
        <p:spPr>
          <a:xfrm xmlns:a="http://schemas.openxmlformats.org/drawingml/2006/main">
            <a:off x="4572000" y="3848100"/>
            <a:ext cx="3048000" cy="381000"/>
          </a:xfrm>
          <a:prstGeom xmlns:a="http://schemas.openxmlformats.org/drawingml/2006/main" prst="rect">
            <a:avLst/>
          </a:prstGeom>
          <a:solidFill xmlns:a="http://schemas.openxmlformats.org/drawingml/2006/main">
            <a:srgbClr val="E7EEE9"/>
          </a:solidFill>
          <a:ln xmlns:a="http://schemas.openxmlformats.org/drawingml/2006/main" w="9525">
            <a:solidFill>
              <a:srgbClr val="A9BDB7"/>
            </a:solidFill>
          </a:ln>
        </p:spPr>
      </p:sp>
      <p:sp>
        <p:nvSpPr>
          <p:cNvPr id="27" name="">
            <a:extLst xmlns:a="http://schemas.openxmlformats.org/drawingml/2006/main">
              <a:ext uri="{FF2B5EF4-FFF2-40B4-BE49-F238E27FC236}">
                <a16:creationId xmlns:a16="http://schemas.microsoft.com/office/drawing/2014/main" id="{020AD091-0B59-43C9-8DE8-852F42E584DC}"/>
              </a:ext>
            </a:extLst>
          </p:cNvPr>
          <p:cNvSpPr>
            <a:spLocks xmlns:a="http://schemas.openxmlformats.org/drawingml/2006/main" noGrp="1"/>
          </p:cNvSpPr>
          <p:nvPr/>
        </p:nvSpPr>
        <p:spPr>
          <a:xfrm xmlns:a="http://schemas.openxmlformats.org/drawingml/2006/main">
            <a:off x="4762500" y="388620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[Concept]</a:t>
            </a:r>
          </a:p>
        </p:txBody>
      </p:sp>
      <p:sp>
        <p:nvSpPr>
          <p:cNvPr id="28" name="">
            <a:extLst xmlns:a="http://schemas.openxmlformats.org/drawingml/2006/main">
              <a:ext uri="{FF2B5EF4-FFF2-40B4-BE49-F238E27FC236}">
                <a16:creationId xmlns:a16="http://schemas.microsoft.com/office/drawing/2014/main" id="{BC4B1557-EB09-4CE0-A665-8D8129CE0711}"/>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A17FCE4-0FC4-441F-B1A3-FEFA7A95A0BC}"/>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30" name="">
            <a:extLst xmlns:a="http://schemas.openxmlformats.org/drawingml/2006/main">
              <a:ext uri="{FF2B5EF4-FFF2-40B4-BE49-F238E27FC236}">
                <a16:creationId xmlns:a16="http://schemas.microsoft.com/office/drawing/2014/main" id="{B77CBD89-EB7E-4468-969D-675D61918C9C}"/>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32" name="source-credit">
            <a:extLst xmlns:a="http://schemas.openxmlformats.org/drawingml/2006/main">
              <a:ext uri="{FF2B5EF4-FFF2-40B4-BE49-F238E27FC236}">
                <a16:creationId xmlns:a16="http://schemas.microsoft.com/office/drawing/2014/main" id="{980393FB-3FE3-438D-AB36-4165161AA8AA}"/>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58fe63bfa0ec490a"/>
              </a:rPr>
              <a:t>Dorothy Frayer &amp; colleagues — Frayer model; retrieval example by Marilee Sprenger — original guidance</a:t>
            </a:r>
          </a:p>
        </p:txBody>
      </p:sp>
    </p:spTree>
    <p:extLst>
      <p:ext uri="{BB962C8B-B14F-4D97-AF65-F5344CB8AC3E}">
        <p14:creationId xmlns:p14="http://schemas.microsoft.com/office/powerpoint/2010/main" val="20152902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2026-10-08T06:09:50.2530000Z</dcterms:created>
  <dcterms:modified xsi:type="dcterms:W3CDTF">2026-10-08T06:09:50.2530000Z</dcterms:modified>
</coreProperties>
</file>