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d2e7a28ee0f4846" /><Relationship Type="http://schemas.openxmlformats.org/officeDocument/2006/relationships/extended-properties" Target="/docProps/app.xml" Id="Rf1ee50f021af47dd" /><Relationship Type="http://schemas.openxmlformats.org/officeDocument/2006/relationships/officeDocument" Target="/ppt/presentation.xml" Id="Ra09ff94dd89b4d25" /></Relationships>
</file>

<file path=ppt/presentation.xml><?xml version="1.0" encoding="utf-8"?>
<p:presentation xmlns:p="http://schemas.openxmlformats.org/presentationml/2006/main">
  <p:sldMasterIdLst>
    <p:sldMasterId xmlns:r="http://schemas.openxmlformats.org/officeDocument/2006/relationships" id="2147483648" r:id="Rb15f635e32704524"/>
  </p:sldMasterIdLst>
  <p:notesMasterIdLst>
    <p:notesMasterId xmlns:r="http://schemas.openxmlformats.org/officeDocument/2006/relationships" r:id="R55d2d2fafedb4845"/>
  </p:notesMasterIdLst>
  <p:sldIdLst>
    <p:sldId xmlns:r="http://schemas.openxmlformats.org/officeDocument/2006/relationships" id="256" r:id="Rd964e938d14b403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bdd75844ed0403f" /><Relationship Type="http://schemas.openxmlformats.org/officeDocument/2006/relationships/slideMaster" Target="/ppt/slideMasters/slideMaster1.xml" Id="Rb15f635e32704524" /><Relationship Type="http://schemas.openxmlformats.org/officeDocument/2006/relationships/notesMaster" Target="/ppt/notesMasters/notesMaster1.xml" Id="R55d2d2fafedb4845" /><Relationship Type="http://schemas.openxmlformats.org/officeDocument/2006/relationships/presProps" Target="/ppt/presProps.xml" Id="R4cc6a1cfba91427a" /><Relationship Type="http://schemas.openxmlformats.org/officeDocument/2006/relationships/tableStyles" Target="/ppt/tableStyles.xml" Id="Re8f94a1c44d946d3" /><Relationship Type="http://schemas.openxmlformats.org/officeDocument/2006/relationships/slide" Target="/ppt/slides/slide1.xml" Id="Rd964e938d14b403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a77136b5450450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7b420b18da6472b" /><Relationship Type="http://schemas.openxmlformats.org/officeDocument/2006/relationships/notesMaster" Target="/ppt/notesMasters/notesMaster1.xml" Id="R3ef9423bdfb743c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prompts and checked answers. All labels and response areas are editable. Give everyone an independent attempt before revealing answers. Duplicate the slide for answers or another prompt. For cards, print the prompt and answer on opposite sides or fold them to keep answers hidden.</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Janell R. Blunt — linked classroom guidance</a:t>
            </a:r>
          </a:p>
          <a:p xmlns:a="http://schemas.openxmlformats.org/drawingml/2006/main">
            <a:r>
              <a:t/>
            </a:r>
          </a:p>
          <a:p xmlns:a="http://schemas.openxmlformats.org/drawingml/2006/main">
            <a:r>
              <a:t>https://www.retrievalpractice.org/strategies/white-boards</a:t>
            </a:r>
          </a:p>
          <a:p xmlns:a="http://schemas.openxmlformats.org/drawingml/2006/main">
            <a:r>
              <a:t/>
            </a:r>
          </a:p>
          <a:p xmlns:a="http://schemas.openxmlformats.org/drawingml/2006/main">
            <a:r>
              <a:t>Mini whiteboards are a shared classroom tool. Blunt is credited for the linked retrieval guidance, not as the inventor of whiteboards.</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https://tnt-teaching-tools.github.io/retrieval-toolkit/retrieval-whiteboard-recall.html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41c38269926488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0170335bc1144d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36ab650af7944a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d6d01f0fc364d4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473a94f5c9c49f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f492bd6d3f3461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27242F87-905B-4F2B-BE1F-936977E455DD}"/>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4BD98E97-4E52-434B-A381-A4273309CA0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5E35D7FD-72FE-468E-89F4-FA07C55A549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A1F5EC98-B332-4C60-AC92-4C0893B743E9}"/>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34E22616-78E8-428B-8FFD-BD12554E48C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D3B05B45-CA06-4DD7-9837-B653E16E4A33}"/>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1483976-C61E-4EEF-B502-520E2337A3E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C8FE5B40-0980-406D-81A3-94B82038F53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534DB576-6DD9-4643-9F19-1ECA6198119B}"/>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381C995-7CFE-47E1-90C9-D2BFAC9DC3E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C26002D2-F2C0-45B8-9866-4E6D1490E83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78F29CD4-FA8F-4BBD-A170-10D797646F5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9E7F561C-5AE5-41A4-81BC-E9E918ECA8C0}"/>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4A37B16-7265-48FE-B92D-7845B1049CF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B6AC10D3-0834-4999-8F7C-78A7D20DCF8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d9858f87db14468" /><Relationship Type="http://schemas.openxmlformats.org/officeDocument/2006/relationships/slideLayout" Target="/ppt/slideLayouts/slideLayout1.xml" Id="R5e598735d8fd4fd4" /><Relationship Type="http://schemas.openxmlformats.org/officeDocument/2006/relationships/slideLayout" Target="/ppt/slideLayouts/slideLayout2.xml" Id="R448ee121bbc446b8" /><Relationship Type="http://schemas.openxmlformats.org/officeDocument/2006/relationships/slideLayout" Target="/ppt/slideLayouts/slideLayout3.xml" Id="R12d73ced14f048d4" /><Relationship Type="http://schemas.openxmlformats.org/officeDocument/2006/relationships/slideLayout" Target="/ppt/slideLayouts/slideLayout4.xml" Id="Ra5231481491143af" /><Relationship Type="http://schemas.openxmlformats.org/officeDocument/2006/relationships/slideLayout" Target="/ppt/slideLayouts/slideLayout5.xml" Id="R13c6a0a20adc44d9" /><Relationship Type="http://schemas.openxmlformats.org/officeDocument/2006/relationships/slideLayout" Target="/ppt/slideLayouts/slideLayout6.xml" Id="R0a3151b462b940f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e598735d8fd4fd4"/>
    <p:sldLayoutId xmlns:r="http://schemas.openxmlformats.org/officeDocument/2006/relationships" id="2147483650" r:id="R448ee121bbc446b8"/>
    <p:sldLayoutId xmlns:r="http://schemas.openxmlformats.org/officeDocument/2006/relationships" id="2147483651" r:id="R12d73ced14f048d4"/>
    <p:sldLayoutId xmlns:r="http://schemas.openxmlformats.org/officeDocument/2006/relationships" id="2147483652" r:id="Ra5231481491143af"/>
    <p:sldLayoutId xmlns:r="http://schemas.openxmlformats.org/officeDocument/2006/relationships" id="2147483653" r:id="R13c6a0a20adc44d9"/>
    <p:sldLayoutId xmlns:r="http://schemas.openxmlformats.org/officeDocument/2006/relationships" id="2147483654" r:id="R0a3151b462b940f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7afda3cc5e3487d" /><Relationship Type="http://schemas.openxmlformats.org/officeDocument/2006/relationships/hyperlink" Target="https://www.retrievalpractice.org/strategies/white-boards" TargetMode="External" Id="R59afd57293134042" /><Relationship Type="http://schemas.openxmlformats.org/officeDocument/2006/relationships/notesSlide" Target="/ppt/notesSlides/notesSlide1.xml" Id="R990a6c9cfdc0452b" /></Relationships>
</file>

<file path=ppt/slides/slide1.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A2FB8A3-CAEB-4FCA-B6D9-C3668D25D8A9}"/>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450" b="1">
                <a:solidFill>
                  <a:srgbClr val="263C3A"/>
                </a:solidFill>
                <a:latin typeface="DejaVu Sans"/>
                <a:ea typeface="DejaVu Sans"/>
                <a:cs typeface="DejaVu Sans"/>
              </a:defRPr>
            </a:pPr>
            <a:r>
              <a:rPr sz="3450" b="1">
                <a:solidFill>
                  <a:srgbClr val="263C3A"/>
                </a:solidFill>
                <a:latin typeface="DejaVu Sans"/>
                <a:ea typeface="DejaVu Sans"/>
                <a:cs typeface="DejaVu Sans"/>
              </a:rPr>
              <a:t>Whiteboard recall</a:t>
            </a:r>
          </a:p>
        </p:txBody>
      </p:sp>
      <p:sp>
        <p:nvSpPr>
          <p:cNvPr id="2" name="">
            <a:extLst xmlns:a="http://schemas.openxmlformats.org/drawingml/2006/main">
              <a:ext uri="{FF2B5EF4-FFF2-40B4-BE49-F238E27FC236}">
                <a16:creationId xmlns:a16="http://schemas.microsoft.com/office/drawing/2014/main" id="{99635D03-44FA-433C-82F2-5572E64CC417}"/>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16016C89-43A1-4434-8DDE-6BA45F6A72CB}"/>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9F06FFC-E316-42B5-9DB2-E3CDE885771A}"/>
              </a:ext>
            </a:extLst>
          </p:cNvPr>
          <p:cNvSpPr>
            <a:spLocks xmlns:a="http://schemas.openxmlformats.org/drawingml/2006/main" noGrp="1"/>
          </p:cNvSpPr>
          <p:nvPr/>
        </p:nvSpPr>
        <p:spPr>
          <a:xfrm xmlns:a="http://schemas.openxmlformats.org/drawingml/2006/main">
            <a:off x="609600" y="1828800"/>
            <a:ext cx="447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01  Recall from memory</a:t>
            </a:r>
          </a:p>
        </p:txBody>
      </p:sp>
      <p:sp>
        <p:nvSpPr>
          <p:cNvPr id="5" name="">
            <a:extLst xmlns:a="http://schemas.openxmlformats.org/drawingml/2006/main">
              <a:ext uri="{FF2B5EF4-FFF2-40B4-BE49-F238E27FC236}">
                <a16:creationId xmlns:a16="http://schemas.microsoft.com/office/drawing/2014/main" id="{7D94187B-6F9F-42CA-A30F-CB806930FCAA}"/>
              </a:ext>
            </a:extLst>
          </p:cNvPr>
          <p:cNvSpPr>
            <a:spLocks xmlns:a="http://schemas.openxmlformats.org/drawingml/2006/main" noGrp="1"/>
          </p:cNvSpPr>
          <p:nvPr/>
        </p:nvSpPr>
        <p:spPr>
          <a:xfrm xmlns:a="http://schemas.openxmlformats.org/drawingml/2006/main">
            <a:off x="6286500" y="1828800"/>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02  Check and improve</a:t>
            </a:r>
          </a:p>
        </p:txBody>
      </p:sp>
      <p:sp>
        <p:nvSpPr>
          <p:cNvPr id="6" name="">
            <a:extLst xmlns:a="http://schemas.openxmlformats.org/drawingml/2006/main">
              <a:ext uri="{FF2B5EF4-FFF2-40B4-BE49-F238E27FC236}">
                <a16:creationId xmlns:a16="http://schemas.microsoft.com/office/drawing/2014/main" id="{C932F68C-CCAD-4E68-8936-DE4B663EC701}"/>
              </a:ext>
            </a:extLst>
          </p:cNvPr>
          <p:cNvSpPr>
            <a:spLocks xmlns:a="http://schemas.openxmlformats.org/drawingml/2006/main" noGrp="1"/>
          </p:cNvSpPr>
          <p:nvPr/>
        </p:nvSpPr>
        <p:spPr>
          <a:xfrm xmlns:a="http://schemas.openxmlformats.org/drawingml/2006/main">
            <a:off x="609600" y="2247900"/>
            <a:ext cx="10972800" cy="27622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E9981734-AC99-4918-9561-AD1E81B27AF6}"/>
              </a:ext>
            </a:extLst>
          </p:cNvPr>
          <p:cNvSpPr>
            <a:spLocks xmlns:a="http://schemas.openxmlformats.org/drawingml/2006/main" noGrp="1"/>
          </p:cNvSpPr>
          <p:nvPr/>
        </p:nvSpPr>
        <p:spPr>
          <a:xfrm xmlns:a="http://schemas.openxmlformats.org/drawingml/2006/main">
            <a:off x="800100" y="241935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70F55DD-5614-4D42-9EAD-A2198AB46E75}"/>
              </a:ext>
            </a:extLst>
          </p:cNvPr>
          <p:cNvSpPr>
            <a:spLocks xmlns:a="http://schemas.openxmlformats.org/drawingml/2006/main" noGrp="1"/>
          </p:cNvSpPr>
          <p:nvPr/>
        </p:nvSpPr>
        <p:spPr>
          <a:xfrm xmlns:a="http://schemas.openxmlformats.org/drawingml/2006/main">
            <a:off x="857250" y="24860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01</a:t>
            </a:r>
          </a:p>
        </p:txBody>
      </p:sp>
      <p:sp>
        <p:nvSpPr>
          <p:cNvPr id="9" name="">
            <a:extLst xmlns:a="http://schemas.openxmlformats.org/drawingml/2006/main">
              <a:ext uri="{FF2B5EF4-FFF2-40B4-BE49-F238E27FC236}">
                <a16:creationId xmlns:a16="http://schemas.microsoft.com/office/drawing/2014/main" id="{AF666CA6-EE5F-4B33-A778-BC7A98CCA343}"/>
              </a:ext>
            </a:extLst>
          </p:cNvPr>
          <p:cNvSpPr>
            <a:spLocks xmlns:a="http://schemas.openxmlformats.org/drawingml/2006/main" noGrp="1"/>
          </p:cNvSpPr>
          <p:nvPr/>
        </p:nvSpPr>
        <p:spPr>
          <a:xfrm xmlns:a="http://schemas.openxmlformats.org/drawingml/2006/main">
            <a:off x="1352550" y="2466975"/>
            <a:ext cx="10039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Think first</a:t>
            </a:r>
          </a:p>
        </p:txBody>
      </p:sp>
      <p:sp>
        <p:nvSpPr>
          <p:cNvPr id="10" name="">
            <a:extLst xmlns:a="http://schemas.openxmlformats.org/drawingml/2006/main">
              <a:ext uri="{FF2B5EF4-FFF2-40B4-BE49-F238E27FC236}">
                <a16:creationId xmlns:a16="http://schemas.microsoft.com/office/drawing/2014/main" id="{1E02C850-A181-4044-BCB8-B5A97CDD8FAB}"/>
              </a:ext>
            </a:extLst>
          </p:cNvPr>
          <p:cNvSpPr>
            <a:spLocks xmlns:a="http://schemas.openxmlformats.org/drawingml/2006/main" noGrp="1"/>
          </p:cNvSpPr>
          <p:nvPr/>
        </p:nvSpPr>
        <p:spPr>
          <a:xfrm xmlns:a="http://schemas.openxmlformats.org/drawingml/2006/main">
            <a:off x="819150" y="2990850"/>
            <a:ext cx="105537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retrieval prompt]</a:t>
            </a:r>
          </a:p>
        </p:txBody>
      </p:sp>
      <p:sp>
        <p:nvSpPr>
          <p:cNvPr id="11" name="">
            <a:extLst xmlns:a="http://schemas.openxmlformats.org/drawingml/2006/main">
              <a:ext uri="{FF2B5EF4-FFF2-40B4-BE49-F238E27FC236}">
                <a16:creationId xmlns:a16="http://schemas.microsoft.com/office/drawing/2014/main" id="{027E9413-3038-40A8-BE81-FF54B6D477ED}"/>
              </a:ext>
            </a:extLst>
          </p:cNvPr>
          <p:cNvSpPr>
            <a:spLocks xmlns:a="http://schemas.openxmlformats.org/drawingml/2006/main" noGrp="1"/>
          </p:cNvSpPr>
          <p:nvPr/>
        </p:nvSpPr>
        <p:spPr>
          <a:xfrm xmlns:a="http://schemas.openxmlformats.org/drawingml/2006/main">
            <a:off x="609600" y="526732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263C3A"/>
                </a:solidFill>
                <a:latin typeface="DejaVu Sans"/>
                <a:ea typeface="DejaVu Sans"/>
                <a:cs typeface="DejaVu Sans"/>
              </a:defRPr>
            </a:pPr>
            <a:r>
              <a:rPr sz="1950" b="0">
                <a:solidFill>
                  <a:srgbClr val="263C3A"/>
                </a:solidFill>
                <a:latin typeface="DejaVu Sans"/>
                <a:ea typeface="DejaVu Sans"/>
                <a:cs typeface="DejaVu Sans"/>
              </a:rPr>
              <a:t>Write. Cover your board. Reveal together on the signal.</a:t>
            </a:r>
          </a:p>
        </p:txBody>
      </p:sp>
      <p:sp>
        <p:nvSpPr>
          <p:cNvPr id="12" name="">
            <a:extLst xmlns:a="http://schemas.openxmlformats.org/drawingml/2006/main">
              <a:ext uri="{FF2B5EF4-FFF2-40B4-BE49-F238E27FC236}">
                <a16:creationId xmlns:a16="http://schemas.microsoft.com/office/drawing/2014/main" id="{637BDCE7-C96B-4947-88A8-A8381E154B67}"/>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1DF8C80-A941-43E4-813B-A03A926CA4CD}"/>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14" name="">
            <a:extLst xmlns:a="http://schemas.openxmlformats.org/drawingml/2006/main">
              <a:ext uri="{FF2B5EF4-FFF2-40B4-BE49-F238E27FC236}">
                <a16:creationId xmlns:a16="http://schemas.microsoft.com/office/drawing/2014/main" id="{435DE421-A5E1-4042-A45A-CD81C5CB1092}"/>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16" name="source-credit">
            <a:extLst xmlns:a="http://schemas.openxmlformats.org/drawingml/2006/main">
              <a:ext uri="{FF2B5EF4-FFF2-40B4-BE49-F238E27FC236}">
                <a16:creationId xmlns:a16="http://schemas.microsoft.com/office/drawing/2014/main" id="{1DA0E140-ACD7-43D2-B74C-D55DBB361B67}"/>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59afd57293134042"/>
              </a:rPr>
              <a:t>Janell R. Blunt — linked classroom guidance — original guidance</a:t>
            </a:r>
          </a:p>
        </p:txBody>
      </p:sp>
    </p:spTree>
    <p:extLst>
      <p:ext uri="{BB962C8B-B14F-4D97-AF65-F5344CB8AC3E}">
        <p14:creationId xmlns:p14="http://schemas.microsoft.com/office/powerpoint/2010/main" val="17498551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2026-10-08T06:08:38.4790000Z</dcterms:created>
  <dcterms:modified xsi:type="dcterms:W3CDTF">2026-10-08T06:08:38.4790000Z</dcterms:modified>
</coreProperties>
</file>