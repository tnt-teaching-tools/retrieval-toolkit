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9ced27eb86e49b1" /><Relationship Type="http://schemas.openxmlformats.org/officeDocument/2006/relationships/extended-properties" Target="/docProps/app.xml" Id="R235f4b8a6efc4180" /><Relationship Type="http://schemas.openxmlformats.org/officeDocument/2006/relationships/officeDocument" Target="/ppt/presentation.xml" Id="R4d389c4e1f5843a9" /></Relationships>
</file>

<file path=ppt/presentation.xml><?xml version="1.0" encoding="utf-8"?>
<p:presentation xmlns:p="http://schemas.openxmlformats.org/presentationml/2006/main">
  <p:sldMasterIdLst>
    <p:sldMasterId xmlns:r="http://schemas.openxmlformats.org/officeDocument/2006/relationships" id="2147483648" r:id="Rbc5a6dba3c664c3a"/>
  </p:sldMasterIdLst>
  <p:notesMasterIdLst>
    <p:notesMasterId xmlns:r="http://schemas.openxmlformats.org/officeDocument/2006/relationships" r:id="R5f5da666aee84a4b"/>
  </p:notesMasterIdLst>
  <p:sldIdLst>
    <p:sldId xmlns:r="http://schemas.openxmlformats.org/officeDocument/2006/relationships" id="256" r:id="Rbf672a0f5d45438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ab332cefca24454" /><Relationship Type="http://schemas.openxmlformats.org/officeDocument/2006/relationships/slideMaster" Target="/ppt/slideMasters/slideMaster1.xml" Id="Rbc5a6dba3c664c3a" /><Relationship Type="http://schemas.openxmlformats.org/officeDocument/2006/relationships/notesMaster" Target="/ppt/notesMasters/notesMaster1.xml" Id="R5f5da666aee84a4b" /><Relationship Type="http://schemas.openxmlformats.org/officeDocument/2006/relationships/presProps" Target="/ppt/presProps.xml" Id="Ra46c2bf9a68e468c" /><Relationship Type="http://schemas.openxmlformats.org/officeDocument/2006/relationships/tableStyles" Target="/ppt/tableStyles.xml" Id="R64fbf655b2034142" /><Relationship Type="http://schemas.openxmlformats.org/officeDocument/2006/relationships/slide" Target="/ppt/slides/slide1.xml" Id="Rbf672a0f5d45438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d0d4cba69d0473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d4c3af0e974647" /><Relationship Type="http://schemas.openxmlformats.org/officeDocument/2006/relationships/notesMaster" Target="/ppt/notesMasters/notesMaster1.xml" Id="R4dc185077ac7415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9e86fad213484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cdf387741df40e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cbff00253eb40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c1491328b8347b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7d717ef31b247f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aed547ddae94e6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D60FB63-113E-47BF-B151-B8B563D4D242}"/>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653A401-9F0E-41D4-B696-9945E46B207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CFB5A50-624F-4253-906B-159290D647E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FAEDD61B-01CE-4816-AEC3-CF51892A4308}"/>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5E1EA1D-A0B7-4B0E-911E-50CF2C16F35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E618BF74-841B-4350-A52E-5592B706BFEE}"/>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1E9F72F-A6E3-401E-941A-B636D6811E4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1CD9EE4-BB38-4DC1-8E5C-C323CC8BA10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2FB85BF1-9BF0-4F27-B28E-9C583B3BDCC3}"/>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26C3094B-349B-439C-A6AB-0316EE0500B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8454A9F-BB64-4DD7-998C-474298C7A24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A2BA4C35-E72B-4131-90CE-0F7E7600926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75332FF-AE2C-4A1D-B47D-EBA164602D0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89A2395B-E4DA-4D72-A6DE-F0BA765F845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BB12B31B-F4E8-4D16-9DA4-357371C08C2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353bf2fb0204321" /><Relationship Type="http://schemas.openxmlformats.org/officeDocument/2006/relationships/slideLayout" Target="/ppt/slideLayouts/slideLayout1.xml" Id="R278ffe7555774be0" /><Relationship Type="http://schemas.openxmlformats.org/officeDocument/2006/relationships/slideLayout" Target="/ppt/slideLayouts/slideLayout2.xml" Id="Rb58dc623cbab47a4" /><Relationship Type="http://schemas.openxmlformats.org/officeDocument/2006/relationships/slideLayout" Target="/ppt/slideLayouts/slideLayout3.xml" Id="R0d7127aedf9a448d" /><Relationship Type="http://schemas.openxmlformats.org/officeDocument/2006/relationships/slideLayout" Target="/ppt/slideLayouts/slideLayout4.xml" Id="R03fb2b8666054074" /><Relationship Type="http://schemas.openxmlformats.org/officeDocument/2006/relationships/slideLayout" Target="/ppt/slideLayouts/slideLayout5.xml" Id="Raede0dad9c5040bf" /><Relationship Type="http://schemas.openxmlformats.org/officeDocument/2006/relationships/slideLayout" Target="/ppt/slideLayouts/slideLayout6.xml" Id="R4c11d51d7cae45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78ffe7555774be0"/>
    <p:sldLayoutId xmlns:r="http://schemas.openxmlformats.org/officeDocument/2006/relationships" id="2147483650" r:id="Rb58dc623cbab47a4"/>
    <p:sldLayoutId xmlns:r="http://schemas.openxmlformats.org/officeDocument/2006/relationships" id="2147483651" r:id="R0d7127aedf9a448d"/>
    <p:sldLayoutId xmlns:r="http://schemas.openxmlformats.org/officeDocument/2006/relationships" id="2147483652" r:id="R03fb2b8666054074"/>
    <p:sldLayoutId xmlns:r="http://schemas.openxmlformats.org/officeDocument/2006/relationships" id="2147483653" r:id="Raede0dad9c5040bf"/>
    <p:sldLayoutId xmlns:r="http://schemas.openxmlformats.org/officeDocument/2006/relationships" id="2147483654" r:id="R4c11d51d7cae45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2bfe17b464440e0" /><Relationship Type="http://schemas.openxmlformats.org/officeDocument/2006/relationships/notesSlide" Target="/ppt/notesSlides/notesSlide1.xml" Id="Raed5d468bf1c433c"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F623858-AE59-40AA-A7BC-62183476FA67}"/>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Whiteboard recall</a:t>
            </a:r>
          </a:p>
        </p:txBody>
      </p:sp>
      <p:sp>
        <p:nvSpPr>
          <p:cNvPr id="2" name="">
            <a:extLst xmlns:a="http://schemas.openxmlformats.org/drawingml/2006/main">
              <a:ext uri="{FF2B5EF4-FFF2-40B4-BE49-F238E27FC236}">
                <a16:creationId xmlns:a16="http://schemas.microsoft.com/office/drawing/2014/main" id="{C950B86D-070D-470F-BB8F-34FF482E3D83}"/>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4A34779C-6597-4D32-8BA3-D882C65FD2BA}"/>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AB381DAE-19C7-4B04-B16F-E3BC0D7FDACF}"/>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F4040C85-91BE-4A6C-B271-5D9187B8C435}"/>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EF95D5CF-511F-48FC-9289-0AB7CA9FB172}"/>
              </a:ext>
            </a:extLst>
          </p:cNvPr>
          <p:cNvSpPr>
            <a:spLocks xmlns:a="http://schemas.openxmlformats.org/drawingml/2006/main" noGrp="1"/>
          </p:cNvSpPr>
          <p:nvPr/>
        </p:nvSpPr>
        <p:spPr>
          <a:xfrm xmlns:a="http://schemas.openxmlformats.org/drawingml/2006/main">
            <a:off x="609600" y="2247900"/>
            <a:ext cx="10972800" cy="276225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5C9A8595-3AFE-48EC-AF74-49F8964C8828}"/>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A9F3219-0785-474F-A130-F24028E36F53}"/>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AD8D1207-F6DC-4AD2-8AD4-2DA14ADA994D}"/>
              </a:ext>
            </a:extLst>
          </p:cNvPr>
          <p:cNvSpPr>
            <a:spLocks xmlns:a="http://schemas.openxmlformats.org/drawingml/2006/main" noGrp="1"/>
          </p:cNvSpPr>
          <p:nvPr/>
        </p:nvSpPr>
        <p:spPr>
          <a:xfrm xmlns:a="http://schemas.openxmlformats.org/drawingml/2006/main">
            <a:off x="1352550" y="2466975"/>
            <a:ext cx="10039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Think first</a:t>
            </a:r>
          </a:p>
        </p:txBody>
      </p:sp>
      <p:sp>
        <p:nvSpPr>
          <p:cNvPr id="10" name="">
            <a:extLst xmlns:a="http://schemas.openxmlformats.org/drawingml/2006/main">
              <a:ext uri="{FF2B5EF4-FFF2-40B4-BE49-F238E27FC236}">
                <a16:creationId xmlns:a16="http://schemas.microsoft.com/office/drawing/2014/main" id="{543E2852-B57E-495D-97F3-1699854B4C4B}"/>
              </a:ext>
            </a:extLst>
          </p:cNvPr>
          <p:cNvSpPr>
            <a:spLocks xmlns:a="http://schemas.openxmlformats.org/drawingml/2006/main" noGrp="1"/>
          </p:cNvSpPr>
          <p:nvPr/>
        </p:nvSpPr>
        <p:spPr>
          <a:xfrm xmlns:a="http://schemas.openxmlformats.org/drawingml/2006/main">
            <a:off x="819150" y="2990850"/>
            <a:ext cx="105537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retrieval prompt]</a:t>
            </a:r>
          </a:p>
        </p:txBody>
      </p:sp>
      <p:sp>
        <p:nvSpPr>
          <p:cNvPr id="11" name="">
            <a:extLst xmlns:a="http://schemas.openxmlformats.org/drawingml/2006/main">
              <a:ext uri="{FF2B5EF4-FFF2-40B4-BE49-F238E27FC236}">
                <a16:creationId xmlns:a16="http://schemas.microsoft.com/office/drawing/2014/main" id="{CBF54847-DAA9-4C41-9796-B3AC7913B201}"/>
              </a:ext>
            </a:extLst>
          </p:cNvPr>
          <p:cNvSpPr>
            <a:spLocks xmlns:a="http://schemas.openxmlformats.org/drawingml/2006/main" noGrp="1"/>
          </p:cNvSpPr>
          <p:nvPr/>
        </p:nvSpPr>
        <p:spPr>
          <a:xfrm xmlns:a="http://schemas.openxmlformats.org/drawingml/2006/main">
            <a:off x="609600" y="52673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263C3A"/>
                </a:solidFill>
                <a:latin typeface="DejaVu Sans"/>
                <a:ea typeface="DejaVu Sans"/>
                <a:cs typeface="DejaVu Sans"/>
              </a:defRPr>
            </a:pPr>
            <a:r>
              <a:rPr sz="1950" b="0">
                <a:solidFill>
                  <a:srgbClr val="263C3A"/>
                </a:solidFill>
                <a:latin typeface="DejaVu Sans"/>
                <a:ea typeface="DejaVu Sans"/>
                <a:cs typeface="DejaVu Sans"/>
              </a:rPr>
              <a:t>Write. Cover your board. Reveal together on the signal.</a:t>
            </a:r>
          </a:p>
        </p:txBody>
      </p:sp>
      <p:sp>
        <p:nvSpPr>
          <p:cNvPr id="12" name="">
            <a:extLst xmlns:a="http://schemas.openxmlformats.org/drawingml/2006/main">
              <a:ext uri="{FF2B5EF4-FFF2-40B4-BE49-F238E27FC236}">
                <a16:creationId xmlns:a16="http://schemas.microsoft.com/office/drawing/2014/main" id="{6BED9B75-3CDA-4DBF-8F98-B61994E8FBD3}"/>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3814C48-920B-4EBD-8A61-BFDE0686A762}"/>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14" name="">
            <a:extLst xmlns:a="http://schemas.openxmlformats.org/drawingml/2006/main">
              <a:ext uri="{FF2B5EF4-FFF2-40B4-BE49-F238E27FC236}">
                <a16:creationId xmlns:a16="http://schemas.microsoft.com/office/drawing/2014/main" id="{DCD191B6-3169-4AE4-87C1-AFAABFA6E0DA}"/>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21262964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2026-10-07T20:43:24.5810000Z</dcterms:created>
  <dcterms:modified xsi:type="dcterms:W3CDTF">2026-10-07T20:43:24.5810000Z</dcterms:modified>
</coreProperties>
</file>