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d0f0c6375db4257" /><Relationship Type="http://schemas.openxmlformats.org/officeDocument/2006/relationships/extended-properties" Target="/docProps/app.xml" Id="R3c97502cfe09406a" /><Relationship Type="http://schemas.openxmlformats.org/officeDocument/2006/relationships/officeDocument" Target="/ppt/presentation.xml" Id="Rbfe7ff464a9649d2" /></Relationships>
</file>

<file path=ppt/presentation.xml><?xml version="1.0" encoding="utf-8"?>
<p:presentation xmlns:p="http://schemas.openxmlformats.org/presentationml/2006/main">
  <p:sldMasterIdLst>
    <p:sldMasterId xmlns:r="http://schemas.openxmlformats.org/officeDocument/2006/relationships" id="2147483648" r:id="R7701a5989a04420c"/>
  </p:sldMasterIdLst>
  <p:notesMasterIdLst>
    <p:notesMasterId xmlns:r="http://schemas.openxmlformats.org/officeDocument/2006/relationships" r:id="R43b076c457764b1f"/>
  </p:notesMasterIdLst>
  <p:sldIdLst>
    <p:sldId xmlns:r="http://schemas.openxmlformats.org/officeDocument/2006/relationships" id="256" r:id="Re6d7986810a949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08ac3462ab406b" /><Relationship Type="http://schemas.openxmlformats.org/officeDocument/2006/relationships/slideMaster" Target="/ppt/slideMasters/slideMaster1.xml" Id="R7701a5989a04420c" /><Relationship Type="http://schemas.openxmlformats.org/officeDocument/2006/relationships/notesMaster" Target="/ppt/notesMasters/notesMaster1.xml" Id="R43b076c457764b1f" /><Relationship Type="http://schemas.openxmlformats.org/officeDocument/2006/relationships/presProps" Target="/ppt/presProps.xml" Id="R3d7e460afacf4b28" /><Relationship Type="http://schemas.openxmlformats.org/officeDocument/2006/relationships/tableStyles" Target="/ppt/tableStyles.xml" Id="R42e3a47b40fd45cb" /><Relationship Type="http://schemas.openxmlformats.org/officeDocument/2006/relationships/slide" Target="/ppt/slides/slide1.xml" Id="Re6d7986810a949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de9a46679342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963ce1082d4c24" /><Relationship Type="http://schemas.openxmlformats.org/officeDocument/2006/relationships/notesMaster" Target="/ppt/notesMasters/notesMaster1.xml" Id="R5f735e5995684d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Judith C. Hochman &amp; Natalie Wexler — The Writing Revolution; Bradford Research School adaptation</a:t>
            </a:r>
          </a:p>
          <a:p xmlns:a="http://schemas.openxmlformats.org/drawingml/2006/main">
            <a:r>
              <a:t/>
            </a:r>
          </a:p>
          <a:p xmlns:a="http://schemas.openxmlformats.org/drawingml/2006/main">
            <a:r>
              <a:t>https://researchschool.org.uk/bradford/news/retrieval-practice-higher-order-thinking</a:t>
            </a:r>
          </a:p>
          <a:p xmlns:a="http://schemas.openxmlformats.org/drawingml/2006/main">
            <a:r>
              <a:t/>
            </a:r>
          </a:p>
          <a:p xmlns:a="http://schemas.openxmlformats.org/drawingml/2006/main">
            <a:r>
              <a:t>The because/but/so writing routine is associated with Hochman and Wexler’s The Writing Revolution. Bradford Research School describes adapting it for retrieval and elaboration. This guide follows that combined purpose.</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https://tnt-teaching-tools.github.io/retrieval-toolkit/retrieval-because-but-so.html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1e688d1f0d4b8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1604d73c6734b2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fff5510c06740e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444bc983b19445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f54b4501c65480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f25f1fefc240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242F87-905B-4F2B-BE1F-936977E455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D98E97-4E52-434B-A381-A4273309CA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35D7FD-72FE-468E-89F4-FA07C55A54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F5EC98-B332-4C60-AC92-4C0893B743E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E22616-78E8-428B-8FFD-BD12554E48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B05B45-CA06-4DD7-9837-B653E16E4A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1483976-C61E-4EEF-B502-520E2337A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FE5B40-0980-406D-81A3-94B82038F5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DB576-6DD9-4643-9F19-1ECA6198119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81C995-7CFE-47E1-90C9-D2BFAC9DC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6002D2-F2C0-45B8-9866-4E6D1490E8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F29CD4-FA8F-4BBD-A170-10D797646F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7F561C-5AE5-41A4-81BC-E9E918ECA8C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A37B16-7265-48FE-B92D-7845B1049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6AC10D3-0834-4999-8F7C-78A7D20DC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70c5eeb9c24ca5" /><Relationship Type="http://schemas.openxmlformats.org/officeDocument/2006/relationships/slideLayout" Target="/ppt/slideLayouts/slideLayout1.xml" Id="Rc995089eeb3d450e" /><Relationship Type="http://schemas.openxmlformats.org/officeDocument/2006/relationships/slideLayout" Target="/ppt/slideLayouts/slideLayout2.xml" Id="R742ca67a4cc84073" /><Relationship Type="http://schemas.openxmlformats.org/officeDocument/2006/relationships/slideLayout" Target="/ppt/slideLayouts/slideLayout3.xml" Id="R0165bc4f98e3404f" /><Relationship Type="http://schemas.openxmlformats.org/officeDocument/2006/relationships/slideLayout" Target="/ppt/slideLayouts/slideLayout4.xml" Id="R7994c0ef8b254131" /><Relationship Type="http://schemas.openxmlformats.org/officeDocument/2006/relationships/slideLayout" Target="/ppt/slideLayouts/slideLayout5.xml" Id="Rd2eb9a2bb4644401" /><Relationship Type="http://schemas.openxmlformats.org/officeDocument/2006/relationships/slideLayout" Target="/ppt/slideLayouts/slideLayout6.xml" Id="R23d5f28517e64e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95089eeb3d450e"/>
    <p:sldLayoutId xmlns:r="http://schemas.openxmlformats.org/officeDocument/2006/relationships" id="2147483650" r:id="R742ca67a4cc84073"/>
    <p:sldLayoutId xmlns:r="http://schemas.openxmlformats.org/officeDocument/2006/relationships" id="2147483651" r:id="R0165bc4f98e3404f"/>
    <p:sldLayoutId xmlns:r="http://schemas.openxmlformats.org/officeDocument/2006/relationships" id="2147483652" r:id="R7994c0ef8b254131"/>
    <p:sldLayoutId xmlns:r="http://schemas.openxmlformats.org/officeDocument/2006/relationships" id="2147483653" r:id="Rd2eb9a2bb4644401"/>
    <p:sldLayoutId xmlns:r="http://schemas.openxmlformats.org/officeDocument/2006/relationships" id="2147483654" r:id="R23d5f28517e64e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8399eeca5074f8b" /><Relationship Type="http://schemas.openxmlformats.org/officeDocument/2006/relationships/hyperlink" Target="https://researchschool.org.uk/bradford/news/retrieval-practice-higher-order-thinking" TargetMode="External" Id="Rfbc425dca8484095" /><Relationship Type="http://schemas.openxmlformats.org/officeDocument/2006/relationships/notesSlide" Target="/ppt/notesSlides/notesSlide1.xml" Id="Rc18e280dbeca41a9"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E326838-DFA4-4E10-B573-FED5EAF1EF19}"/>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Because, but, so</a:t>
            </a:r>
          </a:p>
        </p:txBody>
      </p:sp>
      <p:sp>
        <p:nvSpPr>
          <p:cNvPr id="2" name="">
            <a:extLst xmlns:a="http://schemas.openxmlformats.org/drawingml/2006/main">
              <a:ext uri="{FF2B5EF4-FFF2-40B4-BE49-F238E27FC236}">
                <a16:creationId xmlns:a16="http://schemas.microsoft.com/office/drawing/2014/main" id="{68471CD8-6A03-4B53-8482-615FF2AD5642}"/>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5F629484-E54D-483E-A535-07E58BB8FA7D}"/>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B1A344D-F3D5-43A3-9529-F288F5480C36}"/>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36600F1A-10DB-4541-A43D-85017C205ACE}"/>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3462DD68-E232-4DA2-B0C8-90A84549A698}"/>
              </a:ext>
            </a:extLst>
          </p:cNvPr>
          <p:cNvSpPr>
            <a:spLocks xmlns:a="http://schemas.openxmlformats.org/drawingml/2006/main" noGrp="1"/>
          </p:cNvSpPr>
          <p:nvPr/>
        </p:nvSpPr>
        <p:spPr>
          <a:xfrm xmlns:a="http://schemas.openxmlformats.org/drawingml/2006/main">
            <a:off x="609600" y="2247900"/>
            <a:ext cx="109728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3E69A39E-D0BF-4686-83BA-BEB817A7BA64}"/>
              </a:ext>
            </a:extLst>
          </p:cNvPr>
          <p:cNvSpPr>
            <a:spLocks xmlns:a="http://schemas.openxmlformats.org/drawingml/2006/main" noGrp="1"/>
          </p:cNvSpPr>
          <p:nvPr/>
        </p:nvSpPr>
        <p:spPr>
          <a:xfrm xmlns:a="http://schemas.openxmlformats.org/drawingml/2006/main">
            <a:off x="781050" y="23812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statement] because</a:t>
            </a:r>
          </a:p>
        </p:txBody>
      </p:sp>
      <p:sp>
        <p:nvSpPr>
          <p:cNvPr id="8" name="">
            <a:extLst xmlns:a="http://schemas.openxmlformats.org/drawingml/2006/main">
              <a:ext uri="{FF2B5EF4-FFF2-40B4-BE49-F238E27FC236}">
                <a16:creationId xmlns:a16="http://schemas.microsoft.com/office/drawing/2014/main" id="{271AF18A-EA28-4FE8-A5BB-3030BB0E9C8C}"/>
              </a:ext>
            </a:extLst>
          </p:cNvPr>
          <p:cNvSpPr>
            <a:spLocks xmlns:a="http://schemas.openxmlformats.org/drawingml/2006/main" noGrp="1"/>
          </p:cNvSpPr>
          <p:nvPr/>
        </p:nvSpPr>
        <p:spPr>
          <a:xfrm xmlns:a="http://schemas.openxmlformats.org/drawingml/2006/main">
            <a:off x="609600" y="3429000"/>
            <a:ext cx="109728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9" name="">
            <a:extLst xmlns:a="http://schemas.openxmlformats.org/drawingml/2006/main">
              <a:ext uri="{FF2B5EF4-FFF2-40B4-BE49-F238E27FC236}">
                <a16:creationId xmlns:a16="http://schemas.microsoft.com/office/drawing/2014/main" id="{EDC2955B-3CD8-4CAA-B62B-813A907A5DCC}"/>
              </a:ext>
            </a:extLst>
          </p:cNvPr>
          <p:cNvSpPr>
            <a:spLocks xmlns:a="http://schemas.openxmlformats.org/drawingml/2006/main" noGrp="1"/>
          </p:cNvSpPr>
          <p:nvPr/>
        </p:nvSpPr>
        <p:spPr>
          <a:xfrm xmlns:a="http://schemas.openxmlformats.org/drawingml/2006/main">
            <a:off x="781050" y="35623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statement] but</a:t>
            </a:r>
          </a:p>
        </p:txBody>
      </p:sp>
      <p:sp>
        <p:nvSpPr>
          <p:cNvPr id="10" name="">
            <a:extLst xmlns:a="http://schemas.openxmlformats.org/drawingml/2006/main">
              <a:ext uri="{FF2B5EF4-FFF2-40B4-BE49-F238E27FC236}">
                <a16:creationId xmlns:a16="http://schemas.microsoft.com/office/drawing/2014/main" id="{A5300841-C4C6-4FF2-B4AE-77E14C10E74C}"/>
              </a:ext>
            </a:extLst>
          </p:cNvPr>
          <p:cNvSpPr>
            <a:spLocks xmlns:a="http://schemas.openxmlformats.org/drawingml/2006/main" noGrp="1"/>
          </p:cNvSpPr>
          <p:nvPr/>
        </p:nvSpPr>
        <p:spPr>
          <a:xfrm xmlns:a="http://schemas.openxmlformats.org/drawingml/2006/main">
            <a:off x="609600" y="4610100"/>
            <a:ext cx="109728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1" name="">
            <a:extLst xmlns:a="http://schemas.openxmlformats.org/drawingml/2006/main">
              <a:ext uri="{FF2B5EF4-FFF2-40B4-BE49-F238E27FC236}">
                <a16:creationId xmlns:a16="http://schemas.microsoft.com/office/drawing/2014/main" id="{C0E9252F-6704-4904-9979-940409B9B6BE}"/>
              </a:ext>
            </a:extLst>
          </p:cNvPr>
          <p:cNvSpPr>
            <a:spLocks xmlns:a="http://schemas.openxmlformats.org/drawingml/2006/main" noGrp="1"/>
          </p:cNvSpPr>
          <p:nvPr/>
        </p:nvSpPr>
        <p:spPr>
          <a:xfrm xmlns:a="http://schemas.openxmlformats.org/drawingml/2006/main">
            <a:off x="781050" y="47434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statement] so</a:t>
            </a:r>
          </a:p>
        </p:txBody>
      </p:sp>
      <p:sp>
        <p:nvSpPr>
          <p:cNvPr id="12" name="">
            <a:extLst xmlns:a="http://schemas.openxmlformats.org/drawingml/2006/main">
              <a:ext uri="{FF2B5EF4-FFF2-40B4-BE49-F238E27FC236}">
                <a16:creationId xmlns:a16="http://schemas.microsoft.com/office/drawing/2014/main" id="{A05C8D3F-359E-4D6C-AF5E-374914D89559}"/>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0EC067F-D638-479E-BE48-FF82009D16EF}"/>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4" name="">
            <a:extLst xmlns:a="http://schemas.openxmlformats.org/drawingml/2006/main">
              <a:ext uri="{FF2B5EF4-FFF2-40B4-BE49-F238E27FC236}">
                <a16:creationId xmlns:a16="http://schemas.microsoft.com/office/drawing/2014/main" id="{D2CD1412-D497-4D11-A1D9-AD2C69FDB007}"/>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6" name="source-credit">
            <a:extLst xmlns:a="http://schemas.openxmlformats.org/drawingml/2006/main">
              <a:ext uri="{FF2B5EF4-FFF2-40B4-BE49-F238E27FC236}">
                <a16:creationId xmlns:a16="http://schemas.microsoft.com/office/drawing/2014/main" id="{EFB6AC15-3AC2-4DD6-9C26-595A9A76506A}"/>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fbc425dca8484095"/>
              </a:rPr>
              <a:t>Judith C. Hochman &amp; Natalie Wexler — The Writing Revolution; Bradford Research School adaptation — original guidance</a:t>
            </a:r>
          </a:p>
        </p:txBody>
      </p:sp>
    </p:spTree>
    <p:extLst>
      <p:ext uri="{BB962C8B-B14F-4D97-AF65-F5344CB8AC3E}">
        <p14:creationId xmlns:p14="http://schemas.microsoft.com/office/powerpoint/2010/main" val="6906230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2026-10-08T06:09:40.4290000Z</dcterms:created>
  <dcterms:modified xsi:type="dcterms:W3CDTF">2026-10-08T06:09:40.4290000Z</dcterms:modified>
</coreProperties>
</file>