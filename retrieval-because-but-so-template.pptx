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434edf25694f10" /><Relationship Type="http://schemas.openxmlformats.org/officeDocument/2006/relationships/extended-properties" Target="/docProps/app.xml" Id="Rafb975f0962c495e" /><Relationship Type="http://schemas.openxmlformats.org/officeDocument/2006/relationships/officeDocument" Target="/ppt/presentation.xml" Id="R03f799e143dc40e2" /></Relationships>
</file>

<file path=ppt/presentation.xml><?xml version="1.0" encoding="utf-8"?>
<p:presentation xmlns:p="http://schemas.openxmlformats.org/presentationml/2006/main">
  <p:sldMasterIdLst>
    <p:sldMasterId xmlns:r="http://schemas.openxmlformats.org/officeDocument/2006/relationships" id="2147483648" r:id="R8164062e0f0045da"/>
  </p:sldMasterIdLst>
  <p:notesMasterIdLst>
    <p:notesMasterId xmlns:r="http://schemas.openxmlformats.org/officeDocument/2006/relationships" r:id="R2227c20da9ab4c2c"/>
  </p:notesMasterIdLst>
  <p:sldIdLst>
    <p:sldId xmlns:r="http://schemas.openxmlformats.org/officeDocument/2006/relationships" id="256" r:id="Rd7beda09b7cc44e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1bb69892b246e5" /><Relationship Type="http://schemas.openxmlformats.org/officeDocument/2006/relationships/slideMaster" Target="/ppt/slideMasters/slideMaster1.xml" Id="R8164062e0f0045da" /><Relationship Type="http://schemas.openxmlformats.org/officeDocument/2006/relationships/notesMaster" Target="/ppt/notesMasters/notesMaster1.xml" Id="R2227c20da9ab4c2c" /><Relationship Type="http://schemas.openxmlformats.org/officeDocument/2006/relationships/presProps" Target="/ppt/presProps.xml" Id="Ra982ee7484e94379" /><Relationship Type="http://schemas.openxmlformats.org/officeDocument/2006/relationships/tableStyles" Target="/ppt/tableStyles.xml" Id="Rcdb2f7af173a4216" /><Relationship Type="http://schemas.openxmlformats.org/officeDocument/2006/relationships/slide" Target="/ppt/slides/slide1.xml" Id="Rd7beda09b7cc44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801e54437041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d3e8ee95e74626" /><Relationship Type="http://schemas.openxmlformats.org/officeDocument/2006/relationships/notesMaster" Target="/ppt/notesMasters/notesMaster1.xml" Id="R5c1cafa223e849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3b9dcdbcaf47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f90895c05946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10789fea2c740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789679c339452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e2e4aa89b614f0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a21b87f4ecc4a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22C2750-C44C-4D0E-A04C-9769F2AAAEBF}"/>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4D5C338-599A-41A1-BAA1-31A6AD051BA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1FA7EDA-864C-4F0F-A36D-F8E4632B50A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1F85C4D-D1D7-42C7-882D-F186C9ED5F2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A462FAC-5B7E-4FF0-BC43-655FD0D283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527E3DF-18ED-43AB-AE76-EAA69ACB02E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1681F0E-5041-4C1E-BA82-7900957C18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5B1D3FD-FABE-4AC4-8B27-F4EA1E1B596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32DF8FA-C61E-4688-8AE9-76274D48FF0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0084E88-D1B1-411E-B2D1-E5E152648B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0F3ED62-35C6-4FD2-A55E-5B703C60EC8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CEA42E6-72F7-43F1-A4C0-6DDAC698D43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AF1FB33-52BC-4A16-B93B-63CC25F85DE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A95D56E-0C2D-448E-AB9C-5DEEB78FDF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932A652-EB5E-44BD-94BE-4C97BB1645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7f4e9319394e35" /><Relationship Type="http://schemas.openxmlformats.org/officeDocument/2006/relationships/slideLayout" Target="/ppt/slideLayouts/slideLayout1.xml" Id="Rb235bdf56b064645" /><Relationship Type="http://schemas.openxmlformats.org/officeDocument/2006/relationships/slideLayout" Target="/ppt/slideLayouts/slideLayout2.xml" Id="Rc52ae45415ac4da8" /><Relationship Type="http://schemas.openxmlformats.org/officeDocument/2006/relationships/slideLayout" Target="/ppt/slideLayouts/slideLayout3.xml" Id="Rfec10a63e0e94698" /><Relationship Type="http://schemas.openxmlformats.org/officeDocument/2006/relationships/slideLayout" Target="/ppt/slideLayouts/slideLayout4.xml" Id="R751943604e704610" /><Relationship Type="http://schemas.openxmlformats.org/officeDocument/2006/relationships/slideLayout" Target="/ppt/slideLayouts/slideLayout5.xml" Id="R023fcadfcef8479d" /><Relationship Type="http://schemas.openxmlformats.org/officeDocument/2006/relationships/slideLayout" Target="/ppt/slideLayouts/slideLayout6.xml" Id="Rb460c36418614c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35bdf56b064645"/>
    <p:sldLayoutId xmlns:r="http://schemas.openxmlformats.org/officeDocument/2006/relationships" id="2147483650" r:id="Rc52ae45415ac4da8"/>
    <p:sldLayoutId xmlns:r="http://schemas.openxmlformats.org/officeDocument/2006/relationships" id="2147483651" r:id="Rfec10a63e0e94698"/>
    <p:sldLayoutId xmlns:r="http://schemas.openxmlformats.org/officeDocument/2006/relationships" id="2147483652" r:id="R751943604e704610"/>
    <p:sldLayoutId xmlns:r="http://schemas.openxmlformats.org/officeDocument/2006/relationships" id="2147483653" r:id="R023fcadfcef8479d"/>
    <p:sldLayoutId xmlns:r="http://schemas.openxmlformats.org/officeDocument/2006/relationships" id="2147483654" r:id="Rb460c36418614c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bca953dccd457d" /><Relationship Type="http://schemas.openxmlformats.org/officeDocument/2006/relationships/notesSlide" Target="/ppt/notesSlides/notesSlide1.xml" Id="Rc6891ae5286a461a"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42B663A-D907-43DF-BDB7-E44803D2C9C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Because, but, so</a:t>
            </a:r>
          </a:p>
        </p:txBody>
      </p:sp>
      <p:sp>
        <p:nvSpPr>
          <p:cNvPr id="2" name="">
            <a:extLst xmlns:a="http://schemas.openxmlformats.org/drawingml/2006/main">
              <a:ext uri="{FF2B5EF4-FFF2-40B4-BE49-F238E27FC236}">
                <a16:creationId xmlns:a16="http://schemas.microsoft.com/office/drawing/2014/main" id="{2EFBA2CF-2730-415E-870F-F15B2A554EFD}"/>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84E67FC-2EE7-4332-832F-54735FF295C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602685-916C-4FED-BE37-E36EDCF32C72}"/>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5FD698EE-4C0D-472A-A3A5-DA437A6CBAE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0C5FF755-5C7E-416B-8181-9E0A6F0E0EFF}"/>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A8A93C3-181A-459F-942C-FBFB73F05776}"/>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because</a:t>
            </a:r>
          </a:p>
        </p:txBody>
      </p:sp>
      <p:sp>
        <p:nvSpPr>
          <p:cNvPr id="8" name="">
            <a:extLst xmlns:a="http://schemas.openxmlformats.org/drawingml/2006/main">
              <a:ext uri="{FF2B5EF4-FFF2-40B4-BE49-F238E27FC236}">
                <a16:creationId xmlns:a16="http://schemas.microsoft.com/office/drawing/2014/main" id="{64B59356-F015-4BCC-9588-5C81D84785C3}"/>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EB934425-AF44-41B4-88FB-40868170E07A}"/>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but</a:t>
            </a:r>
          </a:p>
        </p:txBody>
      </p:sp>
      <p:sp>
        <p:nvSpPr>
          <p:cNvPr id="10" name="">
            <a:extLst xmlns:a="http://schemas.openxmlformats.org/drawingml/2006/main">
              <a:ext uri="{FF2B5EF4-FFF2-40B4-BE49-F238E27FC236}">
                <a16:creationId xmlns:a16="http://schemas.microsoft.com/office/drawing/2014/main" id="{1220789E-1DA4-40BC-89E8-3F5961AB5C0D}"/>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236C6B2C-AFBD-46BD-95CC-CCBF55CF9D4E}"/>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so</a:t>
            </a:r>
          </a:p>
        </p:txBody>
      </p:sp>
      <p:sp>
        <p:nvSpPr>
          <p:cNvPr id="12" name="">
            <a:extLst xmlns:a="http://schemas.openxmlformats.org/drawingml/2006/main">
              <a:ext uri="{FF2B5EF4-FFF2-40B4-BE49-F238E27FC236}">
                <a16:creationId xmlns:a16="http://schemas.microsoft.com/office/drawing/2014/main" id="{496BD1F6-BDDA-4041-9CFC-A489B6D5BC4C}"/>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5F5743-26D4-4452-A3EE-1CAC195657E5}"/>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6DA3574D-6909-4F20-A6A2-EBF8B043F33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5139218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2026-10-07T20:44:20.5280000Z</dcterms:created>
  <dcterms:modified xsi:type="dcterms:W3CDTF">2026-10-07T20:44:20.5280000Z</dcterms:modified>
</coreProperties>
</file>