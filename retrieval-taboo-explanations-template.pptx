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7f72cc973e4ebc" /><Relationship Type="http://schemas.openxmlformats.org/officeDocument/2006/relationships/extended-properties" Target="/docProps/app.xml" Id="Rc3a39735837f4941" /><Relationship Type="http://schemas.openxmlformats.org/officeDocument/2006/relationships/officeDocument" Target="/ppt/presentation.xml" Id="Rbbf85c82c3a3465a" /></Relationships>
</file>

<file path=ppt/presentation.xml><?xml version="1.0" encoding="utf-8"?>
<p:presentation xmlns:p="http://schemas.openxmlformats.org/presentationml/2006/main">
  <p:sldMasterIdLst>
    <p:sldMasterId xmlns:r="http://schemas.openxmlformats.org/officeDocument/2006/relationships" id="2147483648" r:id="R2528a41a85e749d5"/>
  </p:sldMasterIdLst>
  <p:notesMasterIdLst>
    <p:notesMasterId xmlns:r="http://schemas.openxmlformats.org/officeDocument/2006/relationships" r:id="Rdfa754a4a0b2485e"/>
  </p:notesMasterIdLst>
  <p:sldIdLst>
    <p:sldId xmlns:r="http://schemas.openxmlformats.org/officeDocument/2006/relationships" id="256" r:id="R346b8bd8a77146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35f4eb7451425c" /><Relationship Type="http://schemas.openxmlformats.org/officeDocument/2006/relationships/slideMaster" Target="/ppt/slideMasters/slideMaster1.xml" Id="R2528a41a85e749d5" /><Relationship Type="http://schemas.openxmlformats.org/officeDocument/2006/relationships/notesMaster" Target="/ppt/notesMasters/notesMaster1.xml" Id="Rdfa754a4a0b2485e" /><Relationship Type="http://schemas.openxmlformats.org/officeDocument/2006/relationships/presProps" Target="/ppt/presProps.xml" Id="R0d9c4ae274394232" /><Relationship Type="http://schemas.openxmlformats.org/officeDocument/2006/relationships/tableStyles" Target="/ppt/tableStyles.xml" Id="Re363fe3929d9466f" /><Relationship Type="http://schemas.openxmlformats.org/officeDocument/2006/relationships/slide" Target="/ppt/slides/slide1.xml" Id="R346b8bd8a77146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19816e56be48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b8961c0e8f4bc0" /><Relationship Type="http://schemas.openxmlformats.org/officeDocument/2006/relationships/notesMaster" Target="/ppt/notesMasters/notesMaster1.xml" Id="R0130f1eb607d4a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Geographical Association — classroom guidance</a:t>
            </a:r>
          </a:p>
          <a:p xmlns:a="http://schemas.openxmlformats.org/drawingml/2006/main">
            <a:r>
              <a:t/>
            </a:r>
          </a:p>
          <a:p xmlns:a="http://schemas.openxmlformats.org/drawingml/2006/main">
            <a:r>
              <a:t>https://geography.org.uk/ite/initial-teacher-education/geography-support-for-trainees-and-ects/learning-to-teach-secondary-geography/ite-trainees-classroom-practice/practice/retrieval-practice/</a:t>
            </a:r>
          </a:p>
          <a:p xmlns:a="http://schemas.openxmlformats.org/drawingml/2006/main">
            <a:r>
              <a:t/>
            </a:r>
          </a:p>
          <a:p xmlns:a="http://schemas.openxmlformats.org/drawingml/2006/main">
            <a:r>
              <a:t>The Geographical Association describes this shared routine. Here it is adapted for processes or ideas in any subject, with the content recalled before reference materials are opened. Original creator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https://tnt-teaching-tools.github.io/retrieval-toolkit/retrieval-taboo-explanations.html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1b0ed1301240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0efae471f54a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ebf1dd715c48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501da61dd242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82ed0447a74a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8eef1784fb40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c865ad71204322" /><Relationship Type="http://schemas.openxmlformats.org/officeDocument/2006/relationships/slideLayout" Target="/ppt/slideLayouts/slideLayout1.xml" Id="R1266468c1fbc4a5f" /><Relationship Type="http://schemas.openxmlformats.org/officeDocument/2006/relationships/slideLayout" Target="/ppt/slideLayouts/slideLayout2.xml" Id="R88ada9043a454486" /><Relationship Type="http://schemas.openxmlformats.org/officeDocument/2006/relationships/slideLayout" Target="/ppt/slideLayouts/slideLayout3.xml" Id="R8005f17b6b4544ea" /><Relationship Type="http://schemas.openxmlformats.org/officeDocument/2006/relationships/slideLayout" Target="/ppt/slideLayouts/slideLayout4.xml" Id="Re48c5808e54f4e22" /><Relationship Type="http://schemas.openxmlformats.org/officeDocument/2006/relationships/slideLayout" Target="/ppt/slideLayouts/slideLayout5.xml" Id="R81dc4a7343b44012" /><Relationship Type="http://schemas.openxmlformats.org/officeDocument/2006/relationships/slideLayout" Target="/ppt/slideLayouts/slideLayout6.xml" Id="R3939a705196047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66468c1fbc4a5f"/>
    <p:sldLayoutId xmlns:r="http://schemas.openxmlformats.org/officeDocument/2006/relationships" id="2147483650" r:id="R88ada9043a454486"/>
    <p:sldLayoutId xmlns:r="http://schemas.openxmlformats.org/officeDocument/2006/relationships" id="2147483651" r:id="R8005f17b6b4544ea"/>
    <p:sldLayoutId xmlns:r="http://schemas.openxmlformats.org/officeDocument/2006/relationships" id="2147483652" r:id="Re48c5808e54f4e22"/>
    <p:sldLayoutId xmlns:r="http://schemas.openxmlformats.org/officeDocument/2006/relationships" id="2147483653" r:id="R81dc4a7343b44012"/>
    <p:sldLayoutId xmlns:r="http://schemas.openxmlformats.org/officeDocument/2006/relationships" id="2147483654" r:id="R3939a705196047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a5bc72961d40db" /><Relationship Type="http://schemas.openxmlformats.org/officeDocument/2006/relationships/hyperlink" Target="https://geography.org.uk/ite/initial-teacher-education/geography-support-for-trainees-and-ects/learning-to-teach-secondary-geography/ite-trainees-classroom-practice/practice/retrieval-practice/" TargetMode="External" Id="R98b5697ac45c4bf1" /><Relationship Type="http://schemas.openxmlformats.org/officeDocument/2006/relationships/notesSlide" Target="/ppt/notesSlides/notesSlide1.xml" Id="R5e5f9ccf68cb48e8"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AF50715-7BB9-4B85-B02D-AD079719E2A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Taboo explanations</a:t>
            </a:r>
          </a:p>
        </p:txBody>
      </p:sp>
      <p:sp>
        <p:nvSpPr>
          <p:cNvPr id="2" name="">
            <a:extLst xmlns:a="http://schemas.openxmlformats.org/drawingml/2006/main">
              <a:ext uri="{FF2B5EF4-FFF2-40B4-BE49-F238E27FC236}">
                <a16:creationId xmlns:a16="http://schemas.microsoft.com/office/drawing/2014/main" id="{7EFD7FCF-D972-4DED-B1B9-FD89F13EECDD}"/>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579122C5-8B9C-4CED-A2ED-9A7E12B3F02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7EB229-2D6B-4197-B5DE-D1C8147B944C}"/>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ECD02C89-D34B-41FF-B567-5DFCCC706104}"/>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2EBAA4C3-F378-44B9-83F1-713A4EB0DD31}"/>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4F49BF3B-E35D-4B7D-8B95-97176FB6F632}"/>
              </a:ext>
            </a:extLst>
          </p:cNvPr>
          <p:cNvSpPr>
            <a:spLocks xmlns:a="http://schemas.openxmlformats.org/drawingml/2006/main" noGrp="1"/>
          </p:cNvSpPr>
          <p:nvPr/>
        </p:nvSpPr>
        <p:spPr>
          <a:xfrm xmlns:a="http://schemas.openxmlformats.org/drawingml/2006/main">
            <a:off x="781050"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1</a:t>
            </a:r>
          </a:p>
        </p:txBody>
      </p:sp>
      <p:sp>
        <p:nvSpPr>
          <p:cNvPr id="8" name="">
            <a:extLst xmlns:a="http://schemas.openxmlformats.org/drawingml/2006/main">
              <a:ext uri="{FF2B5EF4-FFF2-40B4-BE49-F238E27FC236}">
                <a16:creationId xmlns:a16="http://schemas.microsoft.com/office/drawing/2014/main" id="{5D8553DD-F332-4594-9C1A-25ACA0BF8F40}"/>
              </a:ext>
            </a:extLst>
          </p:cNvPr>
          <p:cNvSpPr>
            <a:spLocks xmlns:a="http://schemas.openxmlformats.org/drawingml/2006/main" noGrp="1"/>
          </p:cNvSpPr>
          <p:nvPr/>
        </p:nvSpPr>
        <p:spPr>
          <a:xfrm xmlns:a="http://schemas.openxmlformats.org/drawingml/2006/main">
            <a:off x="781050"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9" name="">
            <a:extLst xmlns:a="http://schemas.openxmlformats.org/drawingml/2006/main">
              <a:ext uri="{FF2B5EF4-FFF2-40B4-BE49-F238E27FC236}">
                <a16:creationId xmlns:a16="http://schemas.microsoft.com/office/drawing/2014/main" id="{DA080557-6162-4B30-83C5-894C60B66D50}"/>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D5F29A2B-21B3-4B85-BE59-4DBDF00D86B9}"/>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2</a:t>
            </a:r>
          </a:p>
        </p:txBody>
      </p:sp>
      <p:sp>
        <p:nvSpPr>
          <p:cNvPr id="11" name="">
            <a:extLst xmlns:a="http://schemas.openxmlformats.org/drawingml/2006/main">
              <a:ext uri="{FF2B5EF4-FFF2-40B4-BE49-F238E27FC236}">
                <a16:creationId xmlns:a16="http://schemas.microsoft.com/office/drawing/2014/main" id="{B48C432D-38BA-4D8B-B8A1-C0FA6EA8E10C}"/>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12" name="">
            <a:extLst xmlns:a="http://schemas.openxmlformats.org/drawingml/2006/main">
              <a:ext uri="{FF2B5EF4-FFF2-40B4-BE49-F238E27FC236}">
                <a16:creationId xmlns:a16="http://schemas.microsoft.com/office/drawing/2014/main" id="{FBF0ECDD-5580-4DE1-AB4F-C8034FE49C91}"/>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43502388-51FA-4DF1-B2FB-1E9899FB2699}"/>
              </a:ext>
            </a:extLst>
          </p:cNvPr>
          <p:cNvSpPr>
            <a:spLocks xmlns:a="http://schemas.openxmlformats.org/drawingml/2006/main" noGrp="1"/>
          </p:cNvSpPr>
          <p:nvPr/>
        </p:nvSpPr>
        <p:spPr>
          <a:xfrm xmlns:a="http://schemas.openxmlformats.org/drawingml/2006/main">
            <a:off x="781050"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3</a:t>
            </a:r>
          </a:p>
        </p:txBody>
      </p:sp>
      <p:sp>
        <p:nvSpPr>
          <p:cNvPr id="14" name="">
            <a:extLst xmlns:a="http://schemas.openxmlformats.org/drawingml/2006/main">
              <a:ext uri="{FF2B5EF4-FFF2-40B4-BE49-F238E27FC236}">
                <a16:creationId xmlns:a16="http://schemas.microsoft.com/office/drawing/2014/main" id="{501B4D7B-82EC-471B-B15E-08E970695EDC}"/>
              </a:ext>
            </a:extLst>
          </p:cNvPr>
          <p:cNvSpPr>
            <a:spLocks xmlns:a="http://schemas.openxmlformats.org/drawingml/2006/main" noGrp="1"/>
          </p:cNvSpPr>
          <p:nvPr/>
        </p:nvSpPr>
        <p:spPr>
          <a:xfrm xmlns:a="http://schemas.openxmlformats.org/drawingml/2006/main">
            <a:off x="781050"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15" name="">
            <a:extLst xmlns:a="http://schemas.openxmlformats.org/drawingml/2006/main">
              <a:ext uri="{FF2B5EF4-FFF2-40B4-BE49-F238E27FC236}">
                <a16:creationId xmlns:a16="http://schemas.microsoft.com/office/drawing/2014/main" id="{0F6551A6-A39A-4BEC-B191-02BFF58DAC51}"/>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AE4F0F9D-588C-41B2-9108-4233EF63E224}"/>
              </a:ext>
            </a:extLst>
          </p:cNvPr>
          <p:cNvSpPr>
            <a:spLocks xmlns:a="http://schemas.openxmlformats.org/drawingml/2006/main" noGrp="1"/>
          </p:cNvSpPr>
          <p:nvPr/>
        </p:nvSpPr>
        <p:spPr>
          <a:xfrm xmlns:a="http://schemas.openxmlformats.org/drawingml/2006/main">
            <a:off x="6353175"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4</a:t>
            </a:r>
          </a:p>
        </p:txBody>
      </p:sp>
      <p:sp>
        <p:nvSpPr>
          <p:cNvPr id="17" name="">
            <a:extLst xmlns:a="http://schemas.openxmlformats.org/drawingml/2006/main">
              <a:ext uri="{FF2B5EF4-FFF2-40B4-BE49-F238E27FC236}">
                <a16:creationId xmlns:a16="http://schemas.microsoft.com/office/drawing/2014/main" id="{E776C014-7B91-485D-B8E3-1257E78CC2E4}"/>
              </a:ext>
            </a:extLst>
          </p:cNvPr>
          <p:cNvSpPr>
            <a:spLocks xmlns:a="http://schemas.openxmlformats.org/drawingml/2006/main" noGrp="1"/>
          </p:cNvSpPr>
          <p:nvPr/>
        </p:nvSpPr>
        <p:spPr>
          <a:xfrm xmlns:a="http://schemas.openxmlformats.org/drawingml/2006/main">
            <a:off x="6353175"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18" name="">
            <a:extLst xmlns:a="http://schemas.openxmlformats.org/drawingml/2006/main">
              <a:ext uri="{FF2B5EF4-FFF2-40B4-BE49-F238E27FC236}">
                <a16:creationId xmlns:a16="http://schemas.microsoft.com/office/drawing/2014/main" id="{F292D6CD-B868-4CEC-93DC-8831FB23873D}"/>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3D57405-8A0F-4488-BBA6-E9C6C64C43D4}"/>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D05873CC-7A19-47BC-9420-DA21F5BCA88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0C3358B2-5885-4E85-9C43-900C3425AFC6}"/>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98b5697ac45c4bf1"/>
              </a:rPr>
              <a:t>Geographical Association — classroom guidance — original guidance</a:t>
            </a:r>
          </a:p>
        </p:txBody>
      </p:sp>
    </p:spTree>
    <p:extLst>
      <p:ext uri="{BB962C8B-B14F-4D97-AF65-F5344CB8AC3E}">
        <p14:creationId xmlns:p14="http://schemas.microsoft.com/office/powerpoint/2010/main" val="3569336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2026-10-08T06:09:45.3410000Z</dcterms:created>
  <dcterms:modified xsi:type="dcterms:W3CDTF">2026-10-08T06:09:45.3410000Z</dcterms:modified>
</coreProperties>
</file>