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d2112cec834944" /><Relationship Type="http://schemas.openxmlformats.org/officeDocument/2006/relationships/extended-properties" Target="/docProps/app.xml" Id="Rccc5e1f867244088" /><Relationship Type="http://schemas.openxmlformats.org/officeDocument/2006/relationships/officeDocument" Target="/ppt/presentation.xml" Id="R43233da9aab140d7" /></Relationships>
</file>

<file path=ppt/presentation.xml><?xml version="1.0" encoding="utf-8"?>
<p:presentation xmlns:p="http://schemas.openxmlformats.org/presentationml/2006/main">
  <p:sldMasterIdLst>
    <p:sldMasterId xmlns:r="http://schemas.openxmlformats.org/officeDocument/2006/relationships" id="2147483648" r:id="Rd43b6058b5a9430c"/>
  </p:sldMasterIdLst>
  <p:notesMasterIdLst>
    <p:notesMasterId xmlns:r="http://schemas.openxmlformats.org/officeDocument/2006/relationships" r:id="Rf5ecb68c59f543cb"/>
  </p:notesMasterIdLst>
  <p:sldIdLst>
    <p:sldId xmlns:r="http://schemas.openxmlformats.org/officeDocument/2006/relationships" id="256" r:id="Rf39e81103ad946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e021e0752343f1" /><Relationship Type="http://schemas.openxmlformats.org/officeDocument/2006/relationships/slideMaster" Target="/ppt/slideMasters/slideMaster1.xml" Id="Rd43b6058b5a9430c" /><Relationship Type="http://schemas.openxmlformats.org/officeDocument/2006/relationships/notesMaster" Target="/ppt/notesMasters/notesMaster1.xml" Id="Rf5ecb68c59f543cb" /><Relationship Type="http://schemas.openxmlformats.org/officeDocument/2006/relationships/presProps" Target="/ppt/presProps.xml" Id="R113f6b9c6547468f" /><Relationship Type="http://schemas.openxmlformats.org/officeDocument/2006/relationships/tableStyles" Target="/ppt/tableStyles.xml" Id="Ra825546ba2f543f8" /><Relationship Type="http://schemas.openxmlformats.org/officeDocument/2006/relationships/slide" Target="/ppt/slides/slide1.xml" Id="Rf39e81103ad946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d105b4872924c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d87411631545e2" /><Relationship Type="http://schemas.openxmlformats.org/officeDocument/2006/relationships/notesMaster" Target="/ppt/notesMasters/notesMaster1.xml" Id="Ra21a204d7e3e4f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83dd719aac4cb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c08b66dedad468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6b4d30cec92460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c428b91ae0a4ec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d1e1366b8643d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ecbe2f0ef5a456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A24DDA4-F98F-4F72-B038-953C7105A640}"/>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6B547DF-1A24-41DA-B47D-C1799514666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A2B886DF-2021-40CB-838A-6BBB4291EAC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8E55518-985D-479F-A5E1-1BD491E9EE1E}"/>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2B8EA2B-26B3-4568-AF39-582E6BC4492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8C21FC5-EA81-4AFF-883B-DFA6BAAB3C61}"/>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D6C1281-2DC0-4871-A22A-B736A5238F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1F4CBE8-FC8D-4354-B78C-B8E144CC3FF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98539804-9798-4697-9B50-53685D259F3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5A1699F-6B98-4E93-A198-640C35ED34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DB69082-1DBA-429D-94FE-A3564221A8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A9085CFA-85DF-4E60-AB60-DB407E47AC9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A894F68-E596-42D2-83D5-3CC98CFF1554}"/>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F3BBE60-A337-4394-BB54-D3DE354AF2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2B467F9-203E-40AA-82BF-C43A998886E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b8b734437c846ea" /><Relationship Type="http://schemas.openxmlformats.org/officeDocument/2006/relationships/slideLayout" Target="/ppt/slideLayouts/slideLayout1.xml" Id="R88cfbc67ec104aa5" /><Relationship Type="http://schemas.openxmlformats.org/officeDocument/2006/relationships/slideLayout" Target="/ppt/slideLayouts/slideLayout2.xml" Id="R1ef3ad67c9704b49" /><Relationship Type="http://schemas.openxmlformats.org/officeDocument/2006/relationships/slideLayout" Target="/ppt/slideLayouts/slideLayout3.xml" Id="R54ebacebf9e6430a" /><Relationship Type="http://schemas.openxmlformats.org/officeDocument/2006/relationships/slideLayout" Target="/ppt/slideLayouts/slideLayout4.xml" Id="Rb6a94b54d6064694" /><Relationship Type="http://schemas.openxmlformats.org/officeDocument/2006/relationships/slideLayout" Target="/ppt/slideLayouts/slideLayout5.xml" Id="R49a0da3db4444b55" /><Relationship Type="http://schemas.openxmlformats.org/officeDocument/2006/relationships/slideLayout" Target="/ppt/slideLayouts/slideLayout6.xml" Id="R7acdba1dfadb42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cfbc67ec104aa5"/>
    <p:sldLayoutId xmlns:r="http://schemas.openxmlformats.org/officeDocument/2006/relationships" id="2147483650" r:id="R1ef3ad67c9704b49"/>
    <p:sldLayoutId xmlns:r="http://schemas.openxmlformats.org/officeDocument/2006/relationships" id="2147483651" r:id="R54ebacebf9e6430a"/>
    <p:sldLayoutId xmlns:r="http://schemas.openxmlformats.org/officeDocument/2006/relationships" id="2147483652" r:id="Rb6a94b54d6064694"/>
    <p:sldLayoutId xmlns:r="http://schemas.openxmlformats.org/officeDocument/2006/relationships" id="2147483653" r:id="R49a0da3db4444b55"/>
    <p:sldLayoutId xmlns:r="http://schemas.openxmlformats.org/officeDocument/2006/relationships" id="2147483654" r:id="R7acdba1dfadb42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159e49c93e14fff" /><Relationship Type="http://schemas.openxmlformats.org/officeDocument/2006/relationships/notesSlide" Target="/ppt/notesSlides/notesSlide1.xml" Id="Rb90b6948ced04474"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D681E3A-16C1-4AD7-9F46-B19B6E6C8B0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Taboo explanations</a:t>
            </a:r>
          </a:p>
        </p:txBody>
      </p:sp>
      <p:sp>
        <p:nvSpPr>
          <p:cNvPr id="2" name="">
            <a:extLst xmlns:a="http://schemas.openxmlformats.org/drawingml/2006/main">
              <a:ext uri="{FF2B5EF4-FFF2-40B4-BE49-F238E27FC236}">
                <a16:creationId xmlns:a16="http://schemas.microsoft.com/office/drawing/2014/main" id="{F4CA4E4C-F476-4847-9CEC-07161EAA5096}"/>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FA1D6832-7B20-4F1C-935B-BC086627A616}"/>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DA5FC15-8B40-4410-A79B-7D0D1F84EE0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E3136B05-6DBD-4007-B941-02FEB88011A5}"/>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CE87DFDF-0880-4B8B-B28F-8F4650B8872F}"/>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9EF5E241-6F1D-4F30-9A0F-7C2463B81B8E}"/>
              </a:ext>
            </a:extLst>
          </p:cNvPr>
          <p:cNvSpPr>
            <a:spLocks xmlns:a="http://schemas.openxmlformats.org/drawingml/2006/main" noGrp="1"/>
          </p:cNvSpPr>
          <p:nvPr/>
        </p:nvSpPr>
        <p:spPr>
          <a:xfrm xmlns:a="http://schemas.openxmlformats.org/drawingml/2006/main">
            <a:off x="781050"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1</a:t>
            </a:r>
          </a:p>
        </p:txBody>
      </p:sp>
      <p:sp>
        <p:nvSpPr>
          <p:cNvPr id="8" name="">
            <a:extLst xmlns:a="http://schemas.openxmlformats.org/drawingml/2006/main">
              <a:ext uri="{FF2B5EF4-FFF2-40B4-BE49-F238E27FC236}">
                <a16:creationId xmlns:a16="http://schemas.microsoft.com/office/drawing/2014/main" id="{A2B7597B-399D-427E-91D7-8DD0EC28EA2C}"/>
              </a:ext>
            </a:extLst>
          </p:cNvPr>
          <p:cNvSpPr>
            <a:spLocks xmlns:a="http://schemas.openxmlformats.org/drawingml/2006/main" noGrp="1"/>
          </p:cNvSpPr>
          <p:nvPr/>
        </p:nvSpPr>
        <p:spPr>
          <a:xfrm xmlns:a="http://schemas.openxmlformats.org/drawingml/2006/main">
            <a:off x="781050"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Term [Your term]</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Avoid [Your restricted words]</a:t>
            </a:r>
          </a:p>
        </p:txBody>
      </p:sp>
      <p:sp>
        <p:nvSpPr>
          <p:cNvPr id="9" name="">
            <a:extLst xmlns:a="http://schemas.openxmlformats.org/drawingml/2006/main">
              <a:ext uri="{FF2B5EF4-FFF2-40B4-BE49-F238E27FC236}">
                <a16:creationId xmlns:a16="http://schemas.microsoft.com/office/drawing/2014/main" id="{5734E689-172F-4D8A-B0D6-4FA24FEC6C67}"/>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FAF8E60B-3C3F-4209-B504-16C63773A0D2}"/>
              </a:ext>
            </a:extLst>
          </p:cNvPr>
          <p:cNvSpPr>
            <a:spLocks xmlns:a="http://schemas.openxmlformats.org/drawingml/2006/main" noGrp="1"/>
          </p:cNvSpPr>
          <p:nvPr/>
        </p:nvSpPr>
        <p:spPr>
          <a:xfrm xmlns:a="http://schemas.openxmlformats.org/drawingml/2006/main">
            <a:off x="6353175"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2</a:t>
            </a:r>
          </a:p>
        </p:txBody>
      </p:sp>
      <p:sp>
        <p:nvSpPr>
          <p:cNvPr id="11" name="">
            <a:extLst xmlns:a="http://schemas.openxmlformats.org/drawingml/2006/main">
              <a:ext uri="{FF2B5EF4-FFF2-40B4-BE49-F238E27FC236}">
                <a16:creationId xmlns:a16="http://schemas.microsoft.com/office/drawing/2014/main" id="{D79A91B7-4706-4610-BE49-83CAE81B2F26}"/>
              </a:ext>
            </a:extLst>
          </p:cNvPr>
          <p:cNvSpPr>
            <a:spLocks xmlns:a="http://schemas.openxmlformats.org/drawingml/2006/main" noGrp="1"/>
          </p:cNvSpPr>
          <p:nvPr/>
        </p:nvSpPr>
        <p:spPr>
          <a:xfrm xmlns:a="http://schemas.openxmlformats.org/drawingml/2006/main">
            <a:off x="6353175"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Term [Your term]</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Avoid [Your restricted words]</a:t>
            </a:r>
          </a:p>
        </p:txBody>
      </p:sp>
      <p:sp>
        <p:nvSpPr>
          <p:cNvPr id="12" name="">
            <a:extLst xmlns:a="http://schemas.openxmlformats.org/drawingml/2006/main">
              <a:ext uri="{FF2B5EF4-FFF2-40B4-BE49-F238E27FC236}">
                <a16:creationId xmlns:a16="http://schemas.microsoft.com/office/drawing/2014/main" id="{08160673-0B2D-4372-9EC6-7F831CB68016}"/>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E872A77F-DCC0-482F-B73B-74BA58E8B929}"/>
              </a:ext>
            </a:extLst>
          </p:cNvPr>
          <p:cNvSpPr>
            <a:spLocks xmlns:a="http://schemas.openxmlformats.org/drawingml/2006/main" noGrp="1"/>
          </p:cNvSpPr>
          <p:nvPr/>
        </p:nvSpPr>
        <p:spPr>
          <a:xfrm xmlns:a="http://schemas.openxmlformats.org/drawingml/2006/main">
            <a:off x="781050" y="415290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3</a:t>
            </a:r>
          </a:p>
        </p:txBody>
      </p:sp>
      <p:sp>
        <p:nvSpPr>
          <p:cNvPr id="14" name="">
            <a:extLst xmlns:a="http://schemas.openxmlformats.org/drawingml/2006/main">
              <a:ext uri="{FF2B5EF4-FFF2-40B4-BE49-F238E27FC236}">
                <a16:creationId xmlns:a16="http://schemas.microsoft.com/office/drawing/2014/main" id="{92886AC1-D8F6-4A3D-A1E9-A85EB18566CE}"/>
              </a:ext>
            </a:extLst>
          </p:cNvPr>
          <p:cNvSpPr>
            <a:spLocks xmlns:a="http://schemas.openxmlformats.org/drawingml/2006/main" noGrp="1"/>
          </p:cNvSpPr>
          <p:nvPr/>
        </p:nvSpPr>
        <p:spPr>
          <a:xfrm xmlns:a="http://schemas.openxmlformats.org/drawingml/2006/main">
            <a:off x="781050" y="455295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Term [Your term]</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Avoid [Your restricted words]</a:t>
            </a:r>
          </a:p>
        </p:txBody>
      </p:sp>
      <p:sp>
        <p:nvSpPr>
          <p:cNvPr id="15" name="">
            <a:extLst xmlns:a="http://schemas.openxmlformats.org/drawingml/2006/main">
              <a:ext uri="{FF2B5EF4-FFF2-40B4-BE49-F238E27FC236}">
                <a16:creationId xmlns:a16="http://schemas.microsoft.com/office/drawing/2014/main" id="{A427B090-E12C-43FC-A0D8-CE132485A104}"/>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6FB8FD8D-82DD-4946-90F9-B64E84710247}"/>
              </a:ext>
            </a:extLst>
          </p:cNvPr>
          <p:cNvSpPr>
            <a:spLocks xmlns:a="http://schemas.openxmlformats.org/drawingml/2006/main" noGrp="1"/>
          </p:cNvSpPr>
          <p:nvPr/>
        </p:nvSpPr>
        <p:spPr>
          <a:xfrm xmlns:a="http://schemas.openxmlformats.org/drawingml/2006/main">
            <a:off x="6353175" y="415290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4</a:t>
            </a:r>
          </a:p>
        </p:txBody>
      </p:sp>
      <p:sp>
        <p:nvSpPr>
          <p:cNvPr id="17" name="">
            <a:extLst xmlns:a="http://schemas.openxmlformats.org/drawingml/2006/main">
              <a:ext uri="{FF2B5EF4-FFF2-40B4-BE49-F238E27FC236}">
                <a16:creationId xmlns:a16="http://schemas.microsoft.com/office/drawing/2014/main" id="{C4AABD72-78E4-47BF-9CBA-6C1B9094AEDA}"/>
              </a:ext>
            </a:extLst>
          </p:cNvPr>
          <p:cNvSpPr>
            <a:spLocks xmlns:a="http://schemas.openxmlformats.org/drawingml/2006/main" noGrp="1"/>
          </p:cNvSpPr>
          <p:nvPr/>
        </p:nvSpPr>
        <p:spPr>
          <a:xfrm xmlns:a="http://schemas.openxmlformats.org/drawingml/2006/main">
            <a:off x="6353175" y="455295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Term [Your term]</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Avoid [Your restricted words]</a:t>
            </a:r>
          </a:p>
        </p:txBody>
      </p:sp>
      <p:sp>
        <p:nvSpPr>
          <p:cNvPr id="18" name="">
            <a:extLst xmlns:a="http://schemas.openxmlformats.org/drawingml/2006/main">
              <a:ext uri="{FF2B5EF4-FFF2-40B4-BE49-F238E27FC236}">
                <a16:creationId xmlns:a16="http://schemas.microsoft.com/office/drawing/2014/main" id="{6D813C48-482E-4FCF-961E-2A1F22649274}"/>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6A445BF-7335-4E24-9EE6-9A42D94F5AF5}"/>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64972555-2D2E-4B87-819A-B16DA3E7AA34}"/>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1572695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2026-10-07T20:46:07.6860000Z</dcterms:created>
  <dcterms:modified xsi:type="dcterms:W3CDTF">2026-10-07T20:46:07.6860000Z</dcterms:modified>
</coreProperties>
</file>