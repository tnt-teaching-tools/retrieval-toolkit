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98fcef813a4fde" /><Relationship Type="http://schemas.openxmlformats.org/officeDocument/2006/relationships/extended-properties" Target="/docProps/app.xml" Id="Rd3e852ca62644223" /><Relationship Type="http://schemas.openxmlformats.org/officeDocument/2006/relationships/officeDocument" Target="/ppt/presentation.xml" Id="Raacb21d0b68d4a79" /></Relationships>
</file>

<file path=ppt/presentation.xml><?xml version="1.0" encoding="utf-8"?>
<p:presentation xmlns:p="http://schemas.openxmlformats.org/presentationml/2006/main">
  <p:sldMasterIdLst>
    <p:sldMasterId xmlns:r="http://schemas.openxmlformats.org/officeDocument/2006/relationships" id="2147483648" r:id="R0e013f909ff4448d"/>
  </p:sldMasterIdLst>
  <p:notesMasterIdLst>
    <p:notesMasterId xmlns:r="http://schemas.openxmlformats.org/officeDocument/2006/relationships" r:id="R7c036969b0d74c4d"/>
  </p:notesMasterIdLst>
  <p:sldIdLst>
    <p:sldId xmlns:r="http://schemas.openxmlformats.org/officeDocument/2006/relationships" id="256" r:id="Rfa9d73028dbe4a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d6e86d883a43d1" /><Relationship Type="http://schemas.openxmlformats.org/officeDocument/2006/relationships/slideMaster" Target="/ppt/slideMasters/slideMaster1.xml" Id="R0e013f909ff4448d" /><Relationship Type="http://schemas.openxmlformats.org/officeDocument/2006/relationships/notesMaster" Target="/ppt/notesMasters/notesMaster1.xml" Id="R7c036969b0d74c4d" /><Relationship Type="http://schemas.openxmlformats.org/officeDocument/2006/relationships/presProps" Target="/ppt/presProps.xml" Id="R89d676ebb1464906" /><Relationship Type="http://schemas.openxmlformats.org/officeDocument/2006/relationships/tableStyles" Target="/ppt/tableStyles.xml" Id="R3596fe91295b4d1f" /><Relationship Type="http://schemas.openxmlformats.org/officeDocument/2006/relationships/slide" Target="/ppt/slides/slide1.xml" Id="Rfa9d73028dbe4a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bd5474e67b42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cfd585d2444908" /><Relationship Type="http://schemas.openxmlformats.org/officeDocument/2006/relationships/notesMaster" Target="/ppt/notesMasters/notesMaster1.xml" Id="R658decb5327c4b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Jenny Campbell — published classroom example, Collins</a:t>
            </a:r>
          </a:p>
          <a:p xmlns:a="http://schemas.openxmlformats.org/drawingml/2006/main">
            <a:r>
              <a:t/>
            </a:r>
          </a:p>
          <a:p xmlns:a="http://schemas.openxmlformats.org/drawingml/2006/main">
            <a:r>
              <a:t>https://collins.co.uk/blogs/collins-schools/retrieval-strategies-in-the-classroom</a:t>
            </a:r>
          </a:p>
          <a:p xmlns:a="http://schemas.openxmlformats.org/drawingml/2006/main">
            <a:r>
              <a:t/>
            </a:r>
          </a:p>
          <a:p xmlns:a="http://schemas.openxmlformats.org/drawingml/2006/main">
            <a:r>
              <a:t>Campbell describes this approach in her classroom blog. The original inventor of the wider routine is not verified; this guide adapts it for any taught topic.</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https://tnt-teaching-tools.github.io/retrieval-toolkit/retrieval-retrieval-quilt.html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ecb777bf3643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33b25d354a4c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e28e66c90446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bbcb3e22ea44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92e641456e4b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05cce8dc9845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9d1ed34e8a4e03" /><Relationship Type="http://schemas.openxmlformats.org/officeDocument/2006/relationships/slideLayout" Target="/ppt/slideLayouts/slideLayout1.xml" Id="R0b2792d590b6426c" /><Relationship Type="http://schemas.openxmlformats.org/officeDocument/2006/relationships/slideLayout" Target="/ppt/slideLayouts/slideLayout2.xml" Id="Rfe5da60dd1224f3e" /><Relationship Type="http://schemas.openxmlformats.org/officeDocument/2006/relationships/slideLayout" Target="/ppt/slideLayouts/slideLayout3.xml" Id="R3e56fb541b33430f" /><Relationship Type="http://schemas.openxmlformats.org/officeDocument/2006/relationships/slideLayout" Target="/ppt/slideLayouts/slideLayout4.xml" Id="R3a7c874b342a4aef" /><Relationship Type="http://schemas.openxmlformats.org/officeDocument/2006/relationships/slideLayout" Target="/ppt/slideLayouts/slideLayout5.xml" Id="R1ab6884f9c7b49e7" /><Relationship Type="http://schemas.openxmlformats.org/officeDocument/2006/relationships/slideLayout" Target="/ppt/slideLayouts/slideLayout6.xml" Id="R08541057bf634d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2792d590b6426c"/>
    <p:sldLayoutId xmlns:r="http://schemas.openxmlformats.org/officeDocument/2006/relationships" id="2147483650" r:id="Rfe5da60dd1224f3e"/>
    <p:sldLayoutId xmlns:r="http://schemas.openxmlformats.org/officeDocument/2006/relationships" id="2147483651" r:id="R3e56fb541b33430f"/>
    <p:sldLayoutId xmlns:r="http://schemas.openxmlformats.org/officeDocument/2006/relationships" id="2147483652" r:id="R3a7c874b342a4aef"/>
    <p:sldLayoutId xmlns:r="http://schemas.openxmlformats.org/officeDocument/2006/relationships" id="2147483653" r:id="R1ab6884f9c7b49e7"/>
    <p:sldLayoutId xmlns:r="http://schemas.openxmlformats.org/officeDocument/2006/relationships" id="2147483654" r:id="R08541057bf634d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bc469bc5724902" /><Relationship Type="http://schemas.openxmlformats.org/officeDocument/2006/relationships/hyperlink" Target="https://collins.co.uk/blogs/collins-schools/retrieval-strategies-in-the-classroom" TargetMode="External" Id="Re7a7628de3b9450a" /><Relationship Type="http://schemas.openxmlformats.org/officeDocument/2006/relationships/notesSlide" Target="/ppt/notesSlides/notesSlide1.xml" Id="R0f5e9338d965438e"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C8814C3-EA49-406E-AEEE-A0B089498C18}"/>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Retrieval quilt</a:t>
            </a:r>
          </a:p>
        </p:txBody>
      </p:sp>
      <p:sp>
        <p:nvSpPr>
          <p:cNvPr id="2" name="">
            <a:extLst xmlns:a="http://schemas.openxmlformats.org/drawingml/2006/main">
              <a:ext uri="{FF2B5EF4-FFF2-40B4-BE49-F238E27FC236}">
                <a16:creationId xmlns:a16="http://schemas.microsoft.com/office/drawing/2014/main" id="{E4991F3B-A8F5-4ED6-B943-11DD249FBD0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E96FDBD1-7DDB-47C3-84D0-07C9E9FD5927}"/>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649FDA-CBE4-4043-B7B8-1167B92F19C7}"/>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A66CF77B-E520-4DA8-8521-068B2A04F088}"/>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F39E9258-0176-40AE-9311-1C2AFC234481}"/>
              </a:ext>
            </a:extLst>
          </p:cNvPr>
          <p:cNvSpPr>
            <a:spLocks xmlns:a="http://schemas.openxmlformats.org/drawingml/2006/main" noGrp="1"/>
          </p:cNvSpPr>
          <p:nvPr/>
        </p:nvSpPr>
        <p:spPr>
          <a:xfrm xmlns:a="http://schemas.openxmlformats.org/drawingml/2006/main">
            <a:off x="6096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CCE5BE64-317E-419D-9063-871F1A0A848E}"/>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8" name="">
            <a:extLst xmlns:a="http://schemas.openxmlformats.org/drawingml/2006/main">
              <a:ext uri="{FF2B5EF4-FFF2-40B4-BE49-F238E27FC236}">
                <a16:creationId xmlns:a16="http://schemas.microsoft.com/office/drawing/2014/main" id="{2740E50F-63C0-4EBD-9A31-25E2B549479C}"/>
              </a:ext>
            </a:extLst>
          </p:cNvPr>
          <p:cNvSpPr>
            <a:spLocks xmlns:a="http://schemas.openxmlformats.org/drawingml/2006/main" noGrp="1"/>
          </p:cNvSpPr>
          <p:nvPr/>
        </p:nvSpPr>
        <p:spPr>
          <a:xfrm xmlns:a="http://schemas.openxmlformats.org/drawingml/2006/main">
            <a:off x="4324350" y="22479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4F3777A7-31D1-4099-B88A-DB302388D1E6}"/>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10" name="">
            <a:extLst xmlns:a="http://schemas.openxmlformats.org/drawingml/2006/main">
              <a:ext uri="{FF2B5EF4-FFF2-40B4-BE49-F238E27FC236}">
                <a16:creationId xmlns:a16="http://schemas.microsoft.com/office/drawing/2014/main" id="{95613046-8162-42B1-9720-D52A9B97D6E4}"/>
              </a:ext>
            </a:extLst>
          </p:cNvPr>
          <p:cNvSpPr>
            <a:spLocks xmlns:a="http://schemas.openxmlformats.org/drawingml/2006/main" noGrp="1"/>
          </p:cNvSpPr>
          <p:nvPr/>
        </p:nvSpPr>
        <p:spPr>
          <a:xfrm xmlns:a="http://schemas.openxmlformats.org/drawingml/2006/main">
            <a:off x="80391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065F9641-FFE4-4346-8D94-1E627721C383}"/>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12" name="">
            <a:extLst xmlns:a="http://schemas.openxmlformats.org/drawingml/2006/main">
              <a:ext uri="{FF2B5EF4-FFF2-40B4-BE49-F238E27FC236}">
                <a16:creationId xmlns:a16="http://schemas.microsoft.com/office/drawing/2014/main" id="{87810C45-D993-4738-9986-7CC10E101D6B}"/>
              </a:ext>
            </a:extLst>
          </p:cNvPr>
          <p:cNvSpPr>
            <a:spLocks xmlns:a="http://schemas.openxmlformats.org/drawingml/2006/main" noGrp="1"/>
          </p:cNvSpPr>
          <p:nvPr/>
        </p:nvSpPr>
        <p:spPr>
          <a:xfrm xmlns:a="http://schemas.openxmlformats.org/drawingml/2006/main">
            <a:off x="6096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3873D63E-6E61-4F4C-B3AB-E8B2137A01D0}"/>
              </a:ext>
            </a:extLst>
          </p:cNvPr>
          <p:cNvSpPr>
            <a:spLocks xmlns:a="http://schemas.openxmlformats.org/drawingml/2006/main" noGrp="1"/>
          </p:cNvSpPr>
          <p:nvPr/>
        </p:nvSpPr>
        <p:spPr>
          <a:xfrm xmlns:a="http://schemas.openxmlformats.org/drawingml/2006/main">
            <a:off x="7810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14" name="">
            <a:extLst xmlns:a="http://schemas.openxmlformats.org/drawingml/2006/main">
              <a:ext uri="{FF2B5EF4-FFF2-40B4-BE49-F238E27FC236}">
                <a16:creationId xmlns:a16="http://schemas.microsoft.com/office/drawing/2014/main" id="{F50B5748-CB73-458C-8DDC-51AA51E49EB0}"/>
              </a:ext>
            </a:extLst>
          </p:cNvPr>
          <p:cNvSpPr>
            <a:spLocks xmlns:a="http://schemas.openxmlformats.org/drawingml/2006/main" noGrp="1"/>
          </p:cNvSpPr>
          <p:nvPr/>
        </p:nvSpPr>
        <p:spPr>
          <a:xfrm xmlns:a="http://schemas.openxmlformats.org/drawingml/2006/main">
            <a:off x="4324350" y="34290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5" name="">
            <a:extLst xmlns:a="http://schemas.openxmlformats.org/drawingml/2006/main">
              <a:ext uri="{FF2B5EF4-FFF2-40B4-BE49-F238E27FC236}">
                <a16:creationId xmlns:a16="http://schemas.microsoft.com/office/drawing/2014/main" id="{D0DE0F3D-6CEC-432D-919E-E7ADBC908E6D}"/>
              </a:ext>
            </a:extLst>
          </p:cNvPr>
          <p:cNvSpPr>
            <a:spLocks xmlns:a="http://schemas.openxmlformats.org/drawingml/2006/main" noGrp="1"/>
          </p:cNvSpPr>
          <p:nvPr/>
        </p:nvSpPr>
        <p:spPr>
          <a:xfrm xmlns:a="http://schemas.openxmlformats.org/drawingml/2006/main">
            <a:off x="449580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16" name="">
            <a:extLst xmlns:a="http://schemas.openxmlformats.org/drawingml/2006/main">
              <a:ext uri="{FF2B5EF4-FFF2-40B4-BE49-F238E27FC236}">
                <a16:creationId xmlns:a16="http://schemas.microsoft.com/office/drawing/2014/main" id="{2EECC073-FD77-4479-9B1F-9151FEC76AC3}"/>
              </a:ext>
            </a:extLst>
          </p:cNvPr>
          <p:cNvSpPr>
            <a:spLocks xmlns:a="http://schemas.openxmlformats.org/drawingml/2006/main" noGrp="1"/>
          </p:cNvSpPr>
          <p:nvPr/>
        </p:nvSpPr>
        <p:spPr>
          <a:xfrm xmlns:a="http://schemas.openxmlformats.org/drawingml/2006/main">
            <a:off x="80391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53DC60A8-1B20-47F3-909E-D9A03E85A686}"/>
              </a:ext>
            </a:extLst>
          </p:cNvPr>
          <p:cNvSpPr>
            <a:spLocks xmlns:a="http://schemas.openxmlformats.org/drawingml/2006/main" noGrp="1"/>
          </p:cNvSpPr>
          <p:nvPr/>
        </p:nvSpPr>
        <p:spPr>
          <a:xfrm xmlns:a="http://schemas.openxmlformats.org/drawingml/2006/main">
            <a:off x="82105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18" name="">
            <a:extLst xmlns:a="http://schemas.openxmlformats.org/drawingml/2006/main">
              <a:ext uri="{FF2B5EF4-FFF2-40B4-BE49-F238E27FC236}">
                <a16:creationId xmlns:a16="http://schemas.microsoft.com/office/drawing/2014/main" id="{BAB92988-7805-4AD3-A9B1-B65B0ED8A3AA}"/>
              </a:ext>
            </a:extLst>
          </p:cNvPr>
          <p:cNvSpPr>
            <a:spLocks xmlns:a="http://schemas.openxmlformats.org/drawingml/2006/main" noGrp="1"/>
          </p:cNvSpPr>
          <p:nvPr/>
        </p:nvSpPr>
        <p:spPr>
          <a:xfrm xmlns:a="http://schemas.openxmlformats.org/drawingml/2006/main">
            <a:off x="6096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9" name="">
            <a:extLst xmlns:a="http://schemas.openxmlformats.org/drawingml/2006/main">
              <a:ext uri="{FF2B5EF4-FFF2-40B4-BE49-F238E27FC236}">
                <a16:creationId xmlns:a16="http://schemas.microsoft.com/office/drawing/2014/main" id="{55CDF672-AD95-4BA4-94C8-6F5481B6E7FE}"/>
              </a:ext>
            </a:extLst>
          </p:cNvPr>
          <p:cNvSpPr>
            <a:spLocks xmlns:a="http://schemas.openxmlformats.org/drawingml/2006/main" noGrp="1"/>
          </p:cNvSpPr>
          <p:nvPr/>
        </p:nvSpPr>
        <p:spPr>
          <a:xfrm xmlns:a="http://schemas.openxmlformats.org/drawingml/2006/main">
            <a:off x="7810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20" name="">
            <a:extLst xmlns:a="http://schemas.openxmlformats.org/drawingml/2006/main">
              <a:ext uri="{FF2B5EF4-FFF2-40B4-BE49-F238E27FC236}">
                <a16:creationId xmlns:a16="http://schemas.microsoft.com/office/drawing/2014/main" id="{73265034-BC78-4D3C-8710-69399E48920C}"/>
              </a:ext>
            </a:extLst>
          </p:cNvPr>
          <p:cNvSpPr>
            <a:spLocks xmlns:a="http://schemas.openxmlformats.org/drawingml/2006/main" noGrp="1"/>
          </p:cNvSpPr>
          <p:nvPr/>
        </p:nvSpPr>
        <p:spPr>
          <a:xfrm xmlns:a="http://schemas.openxmlformats.org/drawingml/2006/main">
            <a:off x="4324350" y="46101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1" name="">
            <a:extLst xmlns:a="http://schemas.openxmlformats.org/drawingml/2006/main">
              <a:ext uri="{FF2B5EF4-FFF2-40B4-BE49-F238E27FC236}">
                <a16:creationId xmlns:a16="http://schemas.microsoft.com/office/drawing/2014/main" id="{DCA6FCEF-7B6C-4B7C-A745-896629006BBC}"/>
              </a:ext>
            </a:extLst>
          </p:cNvPr>
          <p:cNvSpPr>
            <a:spLocks xmlns:a="http://schemas.openxmlformats.org/drawingml/2006/main" noGrp="1"/>
          </p:cNvSpPr>
          <p:nvPr/>
        </p:nvSpPr>
        <p:spPr>
          <a:xfrm xmlns:a="http://schemas.openxmlformats.org/drawingml/2006/main">
            <a:off x="449580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22" name="">
            <a:extLst xmlns:a="http://schemas.openxmlformats.org/drawingml/2006/main">
              <a:ext uri="{FF2B5EF4-FFF2-40B4-BE49-F238E27FC236}">
                <a16:creationId xmlns:a16="http://schemas.microsoft.com/office/drawing/2014/main" id="{4F4ABE5A-E6FF-4F02-B5EF-F9B2C66B985A}"/>
              </a:ext>
            </a:extLst>
          </p:cNvPr>
          <p:cNvSpPr>
            <a:spLocks xmlns:a="http://schemas.openxmlformats.org/drawingml/2006/main" noGrp="1"/>
          </p:cNvSpPr>
          <p:nvPr/>
        </p:nvSpPr>
        <p:spPr>
          <a:xfrm xmlns:a="http://schemas.openxmlformats.org/drawingml/2006/main">
            <a:off x="80391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23" name="">
            <a:extLst xmlns:a="http://schemas.openxmlformats.org/drawingml/2006/main">
              <a:ext uri="{FF2B5EF4-FFF2-40B4-BE49-F238E27FC236}">
                <a16:creationId xmlns:a16="http://schemas.microsoft.com/office/drawing/2014/main" id="{E34C5A12-4023-467A-B3CF-ED9DD2C6DB8F}"/>
              </a:ext>
            </a:extLst>
          </p:cNvPr>
          <p:cNvSpPr>
            <a:spLocks xmlns:a="http://schemas.openxmlformats.org/drawingml/2006/main" noGrp="1"/>
          </p:cNvSpPr>
          <p:nvPr/>
        </p:nvSpPr>
        <p:spPr>
          <a:xfrm xmlns:a="http://schemas.openxmlformats.org/drawingml/2006/main">
            <a:off x="82105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24" name="">
            <a:extLst xmlns:a="http://schemas.openxmlformats.org/drawingml/2006/main">
              <a:ext uri="{FF2B5EF4-FFF2-40B4-BE49-F238E27FC236}">
                <a16:creationId xmlns:a16="http://schemas.microsoft.com/office/drawing/2014/main" id="{4D421066-81D4-4C28-9CB2-9619D7B90484}"/>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6AD3466-B870-474C-82CC-FBD406E71A77}"/>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6" name="">
            <a:extLst xmlns:a="http://schemas.openxmlformats.org/drawingml/2006/main">
              <a:ext uri="{FF2B5EF4-FFF2-40B4-BE49-F238E27FC236}">
                <a16:creationId xmlns:a16="http://schemas.microsoft.com/office/drawing/2014/main" id="{F28047AB-F393-4A50-896D-62F0E9394E8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8" name="source-credit">
            <a:extLst xmlns:a="http://schemas.openxmlformats.org/drawingml/2006/main">
              <a:ext uri="{FF2B5EF4-FFF2-40B4-BE49-F238E27FC236}">
                <a16:creationId xmlns:a16="http://schemas.microsoft.com/office/drawing/2014/main" id="{9FECFCF5-F32A-48E2-86C6-79E302BED75F}"/>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e7a7628de3b9450a"/>
              </a:rPr>
              <a:t>Jenny Campbell — published classroom example, Collins — original guidance</a:t>
            </a:r>
          </a:p>
        </p:txBody>
      </p:sp>
    </p:spTree>
    <p:extLst>
      <p:ext uri="{BB962C8B-B14F-4D97-AF65-F5344CB8AC3E}">
        <p14:creationId xmlns:p14="http://schemas.microsoft.com/office/powerpoint/2010/main" val="6491041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2026-10-08T06:09:23.1020000Z</dcterms:created>
  <dcterms:modified xsi:type="dcterms:W3CDTF">2026-10-08T06:09:23.1020000Z</dcterms:modified>
</coreProperties>
</file>