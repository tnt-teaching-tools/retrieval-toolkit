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c82556659ab416a" /><Relationship Type="http://schemas.openxmlformats.org/officeDocument/2006/relationships/extended-properties" Target="/docProps/app.xml" Id="R38b4f216c36d44fb" /><Relationship Type="http://schemas.openxmlformats.org/officeDocument/2006/relationships/officeDocument" Target="/ppt/presentation.xml" Id="R70d84291982b4b11" /></Relationships>
</file>

<file path=ppt/presentation.xml><?xml version="1.0" encoding="utf-8"?>
<p:presentation xmlns:p="http://schemas.openxmlformats.org/presentationml/2006/main">
  <p:sldMasterIdLst>
    <p:sldMasterId xmlns:r="http://schemas.openxmlformats.org/officeDocument/2006/relationships" id="2147483648" r:id="R4222e7e0282c4a74"/>
  </p:sldMasterIdLst>
  <p:notesMasterIdLst>
    <p:notesMasterId xmlns:r="http://schemas.openxmlformats.org/officeDocument/2006/relationships" r:id="R931ee9f6f94a44e1"/>
  </p:notesMasterIdLst>
  <p:sldIdLst>
    <p:sldId xmlns:r="http://schemas.openxmlformats.org/officeDocument/2006/relationships" id="256" r:id="R68ca2192d38a430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c8069543ef54e78" /><Relationship Type="http://schemas.openxmlformats.org/officeDocument/2006/relationships/slideMaster" Target="/ppt/slideMasters/slideMaster1.xml" Id="R4222e7e0282c4a74" /><Relationship Type="http://schemas.openxmlformats.org/officeDocument/2006/relationships/notesMaster" Target="/ppt/notesMasters/notesMaster1.xml" Id="R931ee9f6f94a44e1" /><Relationship Type="http://schemas.openxmlformats.org/officeDocument/2006/relationships/presProps" Target="/ppt/presProps.xml" Id="Reff7b3bbb8da4730" /><Relationship Type="http://schemas.openxmlformats.org/officeDocument/2006/relationships/tableStyles" Target="/ppt/tableStyles.xml" Id="R7fdca51439b24d85" /><Relationship Type="http://schemas.openxmlformats.org/officeDocument/2006/relationships/slide" Target="/ppt/slides/slide1.xml" Id="R68ca2192d38a430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ef64f75d0f54ca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48eb416cc704ac4" /><Relationship Type="http://schemas.openxmlformats.org/officeDocument/2006/relationships/notesMaster" Target="/ppt/notesMasters/notesMaster1.xml" Id="R9498c7548ecd4bc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774b0bf12e4435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f6bdfb87df0464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92ec8814ee8405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47e611b012248c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75b855b5271400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a07150c3a394a1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33F01163-3603-468D-838C-684125E6AF55}"/>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DE86D8C-2E11-4921-835E-B2B1C173406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A67E777B-C59F-492A-9E1B-B548633E2F3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76A3B260-F46C-405F-9E87-F647E759CBC5}"/>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F110CD31-DB31-45A3-A371-9D20863E44B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7D18430D-1F78-43BB-A10E-16596AD0F311}"/>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86FF102-B1D9-4085-A04C-965490961EA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B5662ADA-9FC5-4F32-A0D3-D3EBC2AA3C3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10A75DEC-8903-4DFC-9702-0DEEE6357D91}"/>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FA996C8-011F-4C13-9C57-DA3151F4F21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7240BE8F-5F02-43B2-905D-0C818FE5FBA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8F6F1449-4305-416C-BE51-E62C765E518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9DA4C09-EFD3-4350-8D3A-F3C7671A22DE}"/>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0AA1FAA4-7054-4A45-98CC-6AB74EEA368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9120F60C-D076-419A-BF2C-A6A6F3DFC37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20c6179094e42bd" /><Relationship Type="http://schemas.openxmlformats.org/officeDocument/2006/relationships/slideLayout" Target="/ppt/slideLayouts/slideLayout1.xml" Id="R59e73db176e84c84" /><Relationship Type="http://schemas.openxmlformats.org/officeDocument/2006/relationships/slideLayout" Target="/ppt/slideLayouts/slideLayout2.xml" Id="Rdca71d8c9abd4fbb" /><Relationship Type="http://schemas.openxmlformats.org/officeDocument/2006/relationships/slideLayout" Target="/ppt/slideLayouts/slideLayout3.xml" Id="Rd09cbc6ca8504eea" /><Relationship Type="http://schemas.openxmlformats.org/officeDocument/2006/relationships/slideLayout" Target="/ppt/slideLayouts/slideLayout4.xml" Id="Rafcb6baccb334f01" /><Relationship Type="http://schemas.openxmlformats.org/officeDocument/2006/relationships/slideLayout" Target="/ppt/slideLayouts/slideLayout5.xml" Id="R062969d105ea4810" /><Relationship Type="http://schemas.openxmlformats.org/officeDocument/2006/relationships/slideLayout" Target="/ppt/slideLayouts/slideLayout6.xml" Id="R9654301fc07a4bd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9e73db176e84c84"/>
    <p:sldLayoutId xmlns:r="http://schemas.openxmlformats.org/officeDocument/2006/relationships" id="2147483650" r:id="Rdca71d8c9abd4fbb"/>
    <p:sldLayoutId xmlns:r="http://schemas.openxmlformats.org/officeDocument/2006/relationships" id="2147483651" r:id="Rd09cbc6ca8504eea"/>
    <p:sldLayoutId xmlns:r="http://schemas.openxmlformats.org/officeDocument/2006/relationships" id="2147483652" r:id="Rafcb6baccb334f01"/>
    <p:sldLayoutId xmlns:r="http://schemas.openxmlformats.org/officeDocument/2006/relationships" id="2147483653" r:id="R062969d105ea4810"/>
    <p:sldLayoutId xmlns:r="http://schemas.openxmlformats.org/officeDocument/2006/relationships" id="2147483654" r:id="R9654301fc07a4bd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485443beefc428a" /><Relationship Type="http://schemas.openxmlformats.org/officeDocument/2006/relationships/notesSlide" Target="/ppt/notesSlides/notesSlide1.xml" Id="R4cccd91fe3e24f6e"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5F2AE2D5-1839-4B9A-AE3A-5FC93494DE25}"/>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Retrieval quilt</a:t>
            </a:r>
          </a:p>
        </p:txBody>
      </p:sp>
      <p:sp>
        <p:nvSpPr>
          <p:cNvPr id="2" name="">
            <a:extLst xmlns:a="http://schemas.openxmlformats.org/drawingml/2006/main">
              <a:ext uri="{FF2B5EF4-FFF2-40B4-BE49-F238E27FC236}">
                <a16:creationId xmlns:a16="http://schemas.microsoft.com/office/drawing/2014/main" id="{870D38BE-B912-42E0-9524-1DA4194C0AD8}"/>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0D2D2E6B-0BF8-49C0-88B2-9BD2A08E8D71}"/>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6D64A14-AF75-4CAE-9CFA-00BC3D618A32}"/>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C41B67EB-4B8C-47BC-823B-F92367885C68}"/>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DCEDED29-D0F7-45BC-B2D5-E5D63F43971F}"/>
              </a:ext>
            </a:extLst>
          </p:cNvPr>
          <p:cNvSpPr>
            <a:spLocks xmlns:a="http://schemas.openxmlformats.org/drawingml/2006/main" noGrp="1"/>
          </p:cNvSpPr>
          <p:nvPr/>
        </p:nvSpPr>
        <p:spPr>
          <a:xfrm xmlns:a="http://schemas.openxmlformats.org/drawingml/2006/main">
            <a:off x="609600" y="22479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5E1D6C3B-BD54-4C4B-BA78-04585E2E9F4D}"/>
              </a:ext>
            </a:extLst>
          </p:cNvPr>
          <p:cNvSpPr>
            <a:spLocks xmlns:a="http://schemas.openxmlformats.org/drawingml/2006/main" noGrp="1"/>
          </p:cNvSpPr>
          <p:nvPr/>
        </p:nvSpPr>
        <p:spPr>
          <a:xfrm xmlns:a="http://schemas.openxmlformats.org/drawingml/2006/main">
            <a:off x="78105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[Topic heading]</a:t>
            </a:r>
          </a:p>
        </p:txBody>
      </p:sp>
      <p:sp>
        <p:nvSpPr>
          <p:cNvPr id="8" name="">
            <a:extLst xmlns:a="http://schemas.openxmlformats.org/drawingml/2006/main">
              <a:ext uri="{FF2B5EF4-FFF2-40B4-BE49-F238E27FC236}">
                <a16:creationId xmlns:a16="http://schemas.microsoft.com/office/drawing/2014/main" id="{AB2808E2-8004-406C-BBF7-A43C7FFA86A0}"/>
              </a:ext>
            </a:extLst>
          </p:cNvPr>
          <p:cNvSpPr>
            <a:spLocks xmlns:a="http://schemas.openxmlformats.org/drawingml/2006/main" noGrp="1"/>
          </p:cNvSpPr>
          <p:nvPr/>
        </p:nvSpPr>
        <p:spPr>
          <a:xfrm xmlns:a="http://schemas.openxmlformats.org/drawingml/2006/main">
            <a:off x="4324350" y="2247900"/>
            <a:ext cx="35433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9" name="">
            <a:extLst xmlns:a="http://schemas.openxmlformats.org/drawingml/2006/main">
              <a:ext uri="{FF2B5EF4-FFF2-40B4-BE49-F238E27FC236}">
                <a16:creationId xmlns:a16="http://schemas.microsoft.com/office/drawing/2014/main" id="{59F5DA2D-4098-4FC0-BC2C-8B22D154012C}"/>
              </a:ext>
            </a:extLst>
          </p:cNvPr>
          <p:cNvSpPr>
            <a:spLocks xmlns:a="http://schemas.openxmlformats.org/drawingml/2006/main" noGrp="1"/>
          </p:cNvSpPr>
          <p:nvPr/>
        </p:nvSpPr>
        <p:spPr>
          <a:xfrm xmlns:a="http://schemas.openxmlformats.org/drawingml/2006/main">
            <a:off x="449580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[Topic heading]</a:t>
            </a:r>
          </a:p>
        </p:txBody>
      </p:sp>
      <p:sp>
        <p:nvSpPr>
          <p:cNvPr id="10" name="">
            <a:extLst xmlns:a="http://schemas.openxmlformats.org/drawingml/2006/main">
              <a:ext uri="{FF2B5EF4-FFF2-40B4-BE49-F238E27FC236}">
                <a16:creationId xmlns:a16="http://schemas.microsoft.com/office/drawing/2014/main" id="{591E2FE9-BB85-4000-A267-CF3C3BDF9E1A}"/>
              </a:ext>
            </a:extLst>
          </p:cNvPr>
          <p:cNvSpPr>
            <a:spLocks xmlns:a="http://schemas.openxmlformats.org/drawingml/2006/main" noGrp="1"/>
          </p:cNvSpPr>
          <p:nvPr/>
        </p:nvSpPr>
        <p:spPr>
          <a:xfrm xmlns:a="http://schemas.openxmlformats.org/drawingml/2006/main">
            <a:off x="8039100" y="22479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1" name="">
            <a:extLst xmlns:a="http://schemas.openxmlformats.org/drawingml/2006/main">
              <a:ext uri="{FF2B5EF4-FFF2-40B4-BE49-F238E27FC236}">
                <a16:creationId xmlns:a16="http://schemas.microsoft.com/office/drawing/2014/main" id="{5CC11AB7-0229-4490-BA18-4C73560DAC23}"/>
              </a:ext>
            </a:extLst>
          </p:cNvPr>
          <p:cNvSpPr>
            <a:spLocks xmlns:a="http://schemas.openxmlformats.org/drawingml/2006/main" noGrp="1"/>
          </p:cNvSpPr>
          <p:nvPr/>
        </p:nvSpPr>
        <p:spPr>
          <a:xfrm xmlns:a="http://schemas.openxmlformats.org/drawingml/2006/main">
            <a:off x="821055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[Topic heading]</a:t>
            </a:r>
          </a:p>
        </p:txBody>
      </p:sp>
      <p:sp>
        <p:nvSpPr>
          <p:cNvPr id="12" name="">
            <a:extLst xmlns:a="http://schemas.openxmlformats.org/drawingml/2006/main">
              <a:ext uri="{FF2B5EF4-FFF2-40B4-BE49-F238E27FC236}">
                <a16:creationId xmlns:a16="http://schemas.microsoft.com/office/drawing/2014/main" id="{8C5B3272-3D43-4E6B-9293-8ECDB28D5B7D}"/>
              </a:ext>
            </a:extLst>
          </p:cNvPr>
          <p:cNvSpPr>
            <a:spLocks xmlns:a="http://schemas.openxmlformats.org/drawingml/2006/main" noGrp="1"/>
          </p:cNvSpPr>
          <p:nvPr/>
        </p:nvSpPr>
        <p:spPr>
          <a:xfrm xmlns:a="http://schemas.openxmlformats.org/drawingml/2006/main">
            <a:off x="609600" y="3429000"/>
            <a:ext cx="35433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3E146D87-6452-4286-A674-8680FFC8FA3E}"/>
              </a:ext>
            </a:extLst>
          </p:cNvPr>
          <p:cNvSpPr>
            <a:spLocks xmlns:a="http://schemas.openxmlformats.org/drawingml/2006/main" noGrp="1"/>
          </p:cNvSpPr>
          <p:nvPr/>
        </p:nvSpPr>
        <p:spPr>
          <a:xfrm xmlns:a="http://schemas.openxmlformats.org/drawingml/2006/main">
            <a:off x="781050" y="35623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[Topic heading]</a:t>
            </a:r>
          </a:p>
        </p:txBody>
      </p:sp>
      <p:sp>
        <p:nvSpPr>
          <p:cNvPr id="14" name="">
            <a:extLst xmlns:a="http://schemas.openxmlformats.org/drawingml/2006/main">
              <a:ext uri="{FF2B5EF4-FFF2-40B4-BE49-F238E27FC236}">
                <a16:creationId xmlns:a16="http://schemas.microsoft.com/office/drawing/2014/main" id="{10206DDA-4B0D-4298-8B9D-7D46AC2DA22A}"/>
              </a:ext>
            </a:extLst>
          </p:cNvPr>
          <p:cNvSpPr>
            <a:spLocks xmlns:a="http://schemas.openxmlformats.org/drawingml/2006/main" noGrp="1"/>
          </p:cNvSpPr>
          <p:nvPr/>
        </p:nvSpPr>
        <p:spPr>
          <a:xfrm xmlns:a="http://schemas.openxmlformats.org/drawingml/2006/main">
            <a:off x="4324350" y="34290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5" name="">
            <a:extLst xmlns:a="http://schemas.openxmlformats.org/drawingml/2006/main">
              <a:ext uri="{FF2B5EF4-FFF2-40B4-BE49-F238E27FC236}">
                <a16:creationId xmlns:a16="http://schemas.microsoft.com/office/drawing/2014/main" id="{121581DE-BD17-4E34-9DA6-11208B660EB5}"/>
              </a:ext>
            </a:extLst>
          </p:cNvPr>
          <p:cNvSpPr>
            <a:spLocks xmlns:a="http://schemas.openxmlformats.org/drawingml/2006/main" noGrp="1"/>
          </p:cNvSpPr>
          <p:nvPr/>
        </p:nvSpPr>
        <p:spPr>
          <a:xfrm xmlns:a="http://schemas.openxmlformats.org/drawingml/2006/main">
            <a:off x="4495800" y="35623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[Topic heading]</a:t>
            </a:r>
          </a:p>
        </p:txBody>
      </p:sp>
      <p:sp>
        <p:nvSpPr>
          <p:cNvPr id="16" name="">
            <a:extLst xmlns:a="http://schemas.openxmlformats.org/drawingml/2006/main">
              <a:ext uri="{FF2B5EF4-FFF2-40B4-BE49-F238E27FC236}">
                <a16:creationId xmlns:a16="http://schemas.microsoft.com/office/drawing/2014/main" id="{99734BD7-D504-453B-B7E8-9A4AF5CF44E7}"/>
              </a:ext>
            </a:extLst>
          </p:cNvPr>
          <p:cNvSpPr>
            <a:spLocks xmlns:a="http://schemas.openxmlformats.org/drawingml/2006/main" noGrp="1"/>
          </p:cNvSpPr>
          <p:nvPr/>
        </p:nvSpPr>
        <p:spPr>
          <a:xfrm xmlns:a="http://schemas.openxmlformats.org/drawingml/2006/main">
            <a:off x="8039100" y="3429000"/>
            <a:ext cx="35433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7" name="">
            <a:extLst xmlns:a="http://schemas.openxmlformats.org/drawingml/2006/main">
              <a:ext uri="{FF2B5EF4-FFF2-40B4-BE49-F238E27FC236}">
                <a16:creationId xmlns:a16="http://schemas.microsoft.com/office/drawing/2014/main" id="{9A804B6B-7AE3-450D-AA57-551D6A2CD6F1}"/>
              </a:ext>
            </a:extLst>
          </p:cNvPr>
          <p:cNvSpPr>
            <a:spLocks xmlns:a="http://schemas.openxmlformats.org/drawingml/2006/main" noGrp="1"/>
          </p:cNvSpPr>
          <p:nvPr/>
        </p:nvSpPr>
        <p:spPr>
          <a:xfrm xmlns:a="http://schemas.openxmlformats.org/drawingml/2006/main">
            <a:off x="8210550" y="35623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[Topic heading]</a:t>
            </a:r>
          </a:p>
        </p:txBody>
      </p:sp>
      <p:sp>
        <p:nvSpPr>
          <p:cNvPr id="18" name="">
            <a:extLst xmlns:a="http://schemas.openxmlformats.org/drawingml/2006/main">
              <a:ext uri="{FF2B5EF4-FFF2-40B4-BE49-F238E27FC236}">
                <a16:creationId xmlns:a16="http://schemas.microsoft.com/office/drawing/2014/main" id="{82016C26-0AC7-4754-A05D-4C56E2E17FD1}"/>
              </a:ext>
            </a:extLst>
          </p:cNvPr>
          <p:cNvSpPr>
            <a:spLocks xmlns:a="http://schemas.openxmlformats.org/drawingml/2006/main" noGrp="1"/>
          </p:cNvSpPr>
          <p:nvPr/>
        </p:nvSpPr>
        <p:spPr>
          <a:xfrm xmlns:a="http://schemas.openxmlformats.org/drawingml/2006/main">
            <a:off x="609600" y="46101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9" name="">
            <a:extLst xmlns:a="http://schemas.openxmlformats.org/drawingml/2006/main">
              <a:ext uri="{FF2B5EF4-FFF2-40B4-BE49-F238E27FC236}">
                <a16:creationId xmlns:a16="http://schemas.microsoft.com/office/drawing/2014/main" id="{102F2A3A-4F99-45C9-B148-DC4638174E6E}"/>
              </a:ext>
            </a:extLst>
          </p:cNvPr>
          <p:cNvSpPr>
            <a:spLocks xmlns:a="http://schemas.openxmlformats.org/drawingml/2006/main" noGrp="1"/>
          </p:cNvSpPr>
          <p:nvPr/>
        </p:nvSpPr>
        <p:spPr>
          <a:xfrm xmlns:a="http://schemas.openxmlformats.org/drawingml/2006/main">
            <a:off x="781050" y="47434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[Topic heading]</a:t>
            </a:r>
          </a:p>
        </p:txBody>
      </p:sp>
      <p:sp>
        <p:nvSpPr>
          <p:cNvPr id="20" name="">
            <a:extLst xmlns:a="http://schemas.openxmlformats.org/drawingml/2006/main">
              <a:ext uri="{FF2B5EF4-FFF2-40B4-BE49-F238E27FC236}">
                <a16:creationId xmlns:a16="http://schemas.microsoft.com/office/drawing/2014/main" id="{03D8A87F-FC2A-45E0-A088-95326FA290BA}"/>
              </a:ext>
            </a:extLst>
          </p:cNvPr>
          <p:cNvSpPr>
            <a:spLocks xmlns:a="http://schemas.openxmlformats.org/drawingml/2006/main" noGrp="1"/>
          </p:cNvSpPr>
          <p:nvPr/>
        </p:nvSpPr>
        <p:spPr>
          <a:xfrm xmlns:a="http://schemas.openxmlformats.org/drawingml/2006/main">
            <a:off x="4324350" y="4610100"/>
            <a:ext cx="35433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21" name="">
            <a:extLst xmlns:a="http://schemas.openxmlformats.org/drawingml/2006/main">
              <a:ext uri="{FF2B5EF4-FFF2-40B4-BE49-F238E27FC236}">
                <a16:creationId xmlns:a16="http://schemas.microsoft.com/office/drawing/2014/main" id="{168C3269-8368-46CB-9609-7A80508D7470}"/>
              </a:ext>
            </a:extLst>
          </p:cNvPr>
          <p:cNvSpPr>
            <a:spLocks xmlns:a="http://schemas.openxmlformats.org/drawingml/2006/main" noGrp="1"/>
          </p:cNvSpPr>
          <p:nvPr/>
        </p:nvSpPr>
        <p:spPr>
          <a:xfrm xmlns:a="http://schemas.openxmlformats.org/drawingml/2006/main">
            <a:off x="4495800" y="47434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[Topic heading]</a:t>
            </a:r>
          </a:p>
        </p:txBody>
      </p:sp>
      <p:sp>
        <p:nvSpPr>
          <p:cNvPr id="22" name="">
            <a:extLst xmlns:a="http://schemas.openxmlformats.org/drawingml/2006/main">
              <a:ext uri="{FF2B5EF4-FFF2-40B4-BE49-F238E27FC236}">
                <a16:creationId xmlns:a16="http://schemas.microsoft.com/office/drawing/2014/main" id="{8296B46A-70FA-42E6-B06E-00A55E26AB8C}"/>
              </a:ext>
            </a:extLst>
          </p:cNvPr>
          <p:cNvSpPr>
            <a:spLocks xmlns:a="http://schemas.openxmlformats.org/drawingml/2006/main" noGrp="1"/>
          </p:cNvSpPr>
          <p:nvPr/>
        </p:nvSpPr>
        <p:spPr>
          <a:xfrm xmlns:a="http://schemas.openxmlformats.org/drawingml/2006/main">
            <a:off x="8039100" y="46101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23" name="">
            <a:extLst xmlns:a="http://schemas.openxmlformats.org/drawingml/2006/main">
              <a:ext uri="{FF2B5EF4-FFF2-40B4-BE49-F238E27FC236}">
                <a16:creationId xmlns:a16="http://schemas.microsoft.com/office/drawing/2014/main" id="{ABAB7477-DD63-4555-BD04-3495FB9F5355}"/>
              </a:ext>
            </a:extLst>
          </p:cNvPr>
          <p:cNvSpPr>
            <a:spLocks xmlns:a="http://schemas.openxmlformats.org/drawingml/2006/main" noGrp="1"/>
          </p:cNvSpPr>
          <p:nvPr/>
        </p:nvSpPr>
        <p:spPr>
          <a:xfrm xmlns:a="http://schemas.openxmlformats.org/drawingml/2006/main">
            <a:off x="8210550" y="47434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[Topic heading]</a:t>
            </a:r>
          </a:p>
        </p:txBody>
      </p:sp>
      <p:sp>
        <p:nvSpPr>
          <p:cNvPr id="24" name="">
            <a:extLst xmlns:a="http://schemas.openxmlformats.org/drawingml/2006/main">
              <a:ext uri="{FF2B5EF4-FFF2-40B4-BE49-F238E27FC236}">
                <a16:creationId xmlns:a16="http://schemas.microsoft.com/office/drawing/2014/main" id="{386AEF8F-6A9B-4169-8D47-4400DE1A71C2}"/>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26FFFCAA-BBF7-4C61-B9A8-5BEA845C2BF5}"/>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6" name="">
            <a:extLst xmlns:a="http://schemas.openxmlformats.org/drawingml/2006/main">
              <a:ext uri="{FF2B5EF4-FFF2-40B4-BE49-F238E27FC236}">
                <a16:creationId xmlns:a16="http://schemas.microsoft.com/office/drawing/2014/main" id="{0312F8FD-6891-437D-BA4D-2B6127295DEF}"/>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09132476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2026-10-07T20:44:04.7110000Z</dcterms:created>
  <dcterms:modified xsi:type="dcterms:W3CDTF">2026-10-07T20:44:04.7110000Z</dcterms:modified>
</coreProperties>
</file>