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cdd7473ea64d65" /><Relationship Type="http://schemas.openxmlformats.org/officeDocument/2006/relationships/extended-properties" Target="/docProps/app.xml" Id="R213fe50f03bf410b" /><Relationship Type="http://schemas.openxmlformats.org/officeDocument/2006/relationships/officeDocument" Target="/ppt/presentation.xml" Id="Rca011ba4c27d4c00" /></Relationships>
</file>

<file path=ppt/presentation.xml><?xml version="1.0" encoding="utf-8"?>
<p:presentation xmlns:p="http://schemas.openxmlformats.org/presentationml/2006/main">
  <p:sldMasterIdLst>
    <p:sldMasterId xmlns:r="http://schemas.openxmlformats.org/officeDocument/2006/relationships" id="2147483648" r:id="R7035cf132b384757"/>
  </p:sldMasterIdLst>
  <p:notesMasterIdLst>
    <p:notesMasterId xmlns:r="http://schemas.openxmlformats.org/officeDocument/2006/relationships" r:id="R3713573a783d480c"/>
  </p:notesMasterIdLst>
  <p:sldIdLst>
    <p:sldId xmlns:r="http://schemas.openxmlformats.org/officeDocument/2006/relationships" id="256" r:id="Rbeae921447a246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47d964b7ba4c2c" /><Relationship Type="http://schemas.openxmlformats.org/officeDocument/2006/relationships/slideMaster" Target="/ppt/slideMasters/slideMaster1.xml" Id="R7035cf132b384757" /><Relationship Type="http://schemas.openxmlformats.org/officeDocument/2006/relationships/notesMaster" Target="/ppt/notesMasters/notesMaster1.xml" Id="R3713573a783d480c" /><Relationship Type="http://schemas.openxmlformats.org/officeDocument/2006/relationships/presProps" Target="/ppt/presProps.xml" Id="R53b503cecd6b4f04" /><Relationship Type="http://schemas.openxmlformats.org/officeDocument/2006/relationships/tableStyles" Target="/ppt/tableStyles.xml" Id="R0294615999b4493e" /><Relationship Type="http://schemas.openxmlformats.org/officeDocument/2006/relationships/slide" Target="/ppt/slides/slide1.xml" Id="Rbeae921447a246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9fdeb41f6342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c6b64ce6514df7" /><Relationship Type="http://schemas.openxmlformats.org/officeDocument/2006/relationships/notesMaster" Target="/ppt/notesMasters/notesMaster1.xml" Id="Rb62b437aba9e49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Aidan Severs — classroom guidance</a:t>
            </a:r>
          </a:p>
          <a:p xmlns:a="http://schemas.openxmlformats.org/drawingml/2006/main">
            <a:r>
              <a:t/>
            </a:r>
          </a:p>
          <a:p xmlns:a="http://schemas.openxmlformats.org/drawingml/2006/main">
            <a:r>
              <a:t>https://www.aidansevers.com/post/no-quiz-retrieval-practice-techniques</a:t>
            </a:r>
          </a:p>
          <a:p xmlns:a="http://schemas.openxmlformats.org/drawingml/2006/main">
            <a:r>
              <a:t/>
            </a:r>
          </a:p>
          <a:p xmlns:a="http://schemas.openxmlformats.org/drawingml/2006/main">
            <a:r>
              <a:t>Severs discusses this shared classroom routine as a retrieval option. This adaptation requires recall before peers or visible answers provide support. The original creator is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https://tnt-teaching-tools.github.io/retrieval-toolkit/retrieval-loop-card-retrieval.html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c0b1bc3e2f4f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6bfa52d1cb4e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51f8e3da9349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2b993334cc41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872bcb1f13740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0ad0dca9ec41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a97b4ecbc84bd7" /><Relationship Type="http://schemas.openxmlformats.org/officeDocument/2006/relationships/slideLayout" Target="/ppt/slideLayouts/slideLayout1.xml" Id="R282ba236d75c4f2b" /><Relationship Type="http://schemas.openxmlformats.org/officeDocument/2006/relationships/slideLayout" Target="/ppt/slideLayouts/slideLayout2.xml" Id="R11b9f0e59c4c47b7" /><Relationship Type="http://schemas.openxmlformats.org/officeDocument/2006/relationships/slideLayout" Target="/ppt/slideLayouts/slideLayout3.xml" Id="R64c3f640f7874e86" /><Relationship Type="http://schemas.openxmlformats.org/officeDocument/2006/relationships/slideLayout" Target="/ppt/slideLayouts/slideLayout4.xml" Id="Re727b2fd86884f8f" /><Relationship Type="http://schemas.openxmlformats.org/officeDocument/2006/relationships/slideLayout" Target="/ppt/slideLayouts/slideLayout5.xml" Id="R6d8172c5ff134e9b" /><Relationship Type="http://schemas.openxmlformats.org/officeDocument/2006/relationships/slideLayout" Target="/ppt/slideLayouts/slideLayout6.xml" Id="R1dc3995c29fb44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2ba236d75c4f2b"/>
    <p:sldLayoutId xmlns:r="http://schemas.openxmlformats.org/officeDocument/2006/relationships" id="2147483650" r:id="R11b9f0e59c4c47b7"/>
    <p:sldLayoutId xmlns:r="http://schemas.openxmlformats.org/officeDocument/2006/relationships" id="2147483651" r:id="R64c3f640f7874e86"/>
    <p:sldLayoutId xmlns:r="http://schemas.openxmlformats.org/officeDocument/2006/relationships" id="2147483652" r:id="Re727b2fd86884f8f"/>
    <p:sldLayoutId xmlns:r="http://schemas.openxmlformats.org/officeDocument/2006/relationships" id="2147483653" r:id="R6d8172c5ff134e9b"/>
    <p:sldLayoutId xmlns:r="http://schemas.openxmlformats.org/officeDocument/2006/relationships" id="2147483654" r:id="R1dc3995c29fb44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efdce904824626" /><Relationship Type="http://schemas.openxmlformats.org/officeDocument/2006/relationships/hyperlink" Target="https://www.aidansevers.com/post/no-quiz-retrieval-practice-techniques" TargetMode="External" Id="R474b0c8734db49e7" /><Relationship Type="http://schemas.openxmlformats.org/officeDocument/2006/relationships/notesSlide" Target="/ppt/notesSlides/notesSlide1.xml" Id="R726d554a24bc4af0"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18E9EC-16FE-432F-81D5-59978DB6520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Loop-card retrieval</a:t>
            </a:r>
          </a:p>
        </p:txBody>
      </p:sp>
      <p:sp>
        <p:nvSpPr>
          <p:cNvPr id="2" name="">
            <a:extLst xmlns:a="http://schemas.openxmlformats.org/drawingml/2006/main">
              <a:ext uri="{FF2B5EF4-FFF2-40B4-BE49-F238E27FC236}">
                <a16:creationId xmlns:a16="http://schemas.microsoft.com/office/drawing/2014/main" id="{2C3B2FD2-05C7-4F72-B1EF-DAC1C839F54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8C26B8B3-50E7-417D-9466-625E49DC5040}"/>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3DCF0C-1AB3-4CF7-8DBA-5F909878858D}"/>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8E338665-8D3D-49FE-A98C-CE599E304508}"/>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046C8FAC-5C29-4EC5-BF61-849CF34B62A8}"/>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B7B414BF-5FF6-4C82-92F0-9D230D36466F}"/>
              </a:ext>
            </a:extLst>
          </p:cNvPr>
          <p:cNvSpPr>
            <a:spLocks xmlns:a="http://schemas.openxmlformats.org/drawingml/2006/main" noGrp="1"/>
          </p:cNvSpPr>
          <p:nvPr/>
        </p:nvSpPr>
        <p:spPr>
          <a:xfrm xmlns:a="http://schemas.openxmlformats.org/drawingml/2006/main">
            <a:off x="781050"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1</a:t>
            </a:r>
          </a:p>
        </p:txBody>
      </p:sp>
      <p:sp>
        <p:nvSpPr>
          <p:cNvPr id="8" name="">
            <a:extLst xmlns:a="http://schemas.openxmlformats.org/drawingml/2006/main">
              <a:ext uri="{FF2B5EF4-FFF2-40B4-BE49-F238E27FC236}">
                <a16:creationId xmlns:a16="http://schemas.microsoft.com/office/drawing/2014/main" id="{5575C679-D585-440F-AEFA-462F17E240F1}"/>
              </a:ext>
            </a:extLst>
          </p:cNvPr>
          <p:cNvSpPr>
            <a:spLocks xmlns:a="http://schemas.openxmlformats.org/drawingml/2006/main" noGrp="1"/>
          </p:cNvSpPr>
          <p:nvPr/>
        </p:nvSpPr>
        <p:spPr>
          <a:xfrm xmlns:a="http://schemas.openxmlformats.org/drawingml/2006/main">
            <a:off x="781050"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Answer to previous card [Your answer]</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New question [Your question]</a:t>
            </a:r>
          </a:p>
        </p:txBody>
      </p:sp>
      <p:sp>
        <p:nvSpPr>
          <p:cNvPr id="9" name="">
            <a:extLst xmlns:a="http://schemas.openxmlformats.org/drawingml/2006/main">
              <a:ext uri="{FF2B5EF4-FFF2-40B4-BE49-F238E27FC236}">
                <a16:creationId xmlns:a16="http://schemas.microsoft.com/office/drawing/2014/main" id="{EFD68987-0C13-4462-BA67-3425AC5159D2}"/>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E8937408-DB6D-4CA3-B1F5-D125F4A286DE}"/>
              </a:ext>
            </a:extLst>
          </p:cNvPr>
          <p:cNvSpPr>
            <a:spLocks xmlns:a="http://schemas.openxmlformats.org/drawingml/2006/main" noGrp="1"/>
          </p:cNvSpPr>
          <p:nvPr/>
        </p:nvSpPr>
        <p:spPr>
          <a:xfrm xmlns:a="http://schemas.openxmlformats.org/drawingml/2006/main">
            <a:off x="6353175"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2</a:t>
            </a:r>
          </a:p>
        </p:txBody>
      </p:sp>
      <p:sp>
        <p:nvSpPr>
          <p:cNvPr id="11" name="">
            <a:extLst xmlns:a="http://schemas.openxmlformats.org/drawingml/2006/main">
              <a:ext uri="{FF2B5EF4-FFF2-40B4-BE49-F238E27FC236}">
                <a16:creationId xmlns:a16="http://schemas.microsoft.com/office/drawing/2014/main" id="{A59F0F86-598C-4AE0-AA29-77AAE9BAAFBC}"/>
              </a:ext>
            </a:extLst>
          </p:cNvPr>
          <p:cNvSpPr>
            <a:spLocks xmlns:a="http://schemas.openxmlformats.org/drawingml/2006/main" noGrp="1"/>
          </p:cNvSpPr>
          <p:nvPr/>
        </p:nvSpPr>
        <p:spPr>
          <a:xfrm xmlns:a="http://schemas.openxmlformats.org/drawingml/2006/main">
            <a:off x="6353175"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Answer to previous card [Your answer]</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New question [Your question]</a:t>
            </a:r>
          </a:p>
        </p:txBody>
      </p:sp>
      <p:sp>
        <p:nvSpPr>
          <p:cNvPr id="12" name="">
            <a:extLst xmlns:a="http://schemas.openxmlformats.org/drawingml/2006/main">
              <a:ext uri="{FF2B5EF4-FFF2-40B4-BE49-F238E27FC236}">
                <a16:creationId xmlns:a16="http://schemas.microsoft.com/office/drawing/2014/main" id="{3C9F1F7A-72B2-4839-905A-CAEDBDA0BF8F}"/>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C3257B76-7292-46CF-A476-6FC6CE7B7E99}"/>
              </a:ext>
            </a:extLst>
          </p:cNvPr>
          <p:cNvSpPr>
            <a:spLocks xmlns:a="http://schemas.openxmlformats.org/drawingml/2006/main" noGrp="1"/>
          </p:cNvSpPr>
          <p:nvPr/>
        </p:nvSpPr>
        <p:spPr>
          <a:xfrm xmlns:a="http://schemas.openxmlformats.org/drawingml/2006/main">
            <a:off x="781050" y="415290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3</a:t>
            </a:r>
          </a:p>
        </p:txBody>
      </p:sp>
      <p:sp>
        <p:nvSpPr>
          <p:cNvPr id="14" name="">
            <a:extLst xmlns:a="http://schemas.openxmlformats.org/drawingml/2006/main">
              <a:ext uri="{FF2B5EF4-FFF2-40B4-BE49-F238E27FC236}">
                <a16:creationId xmlns:a16="http://schemas.microsoft.com/office/drawing/2014/main" id="{0CB7F065-4FDA-4D3F-BE46-8D3F8D1EB5C5}"/>
              </a:ext>
            </a:extLst>
          </p:cNvPr>
          <p:cNvSpPr>
            <a:spLocks xmlns:a="http://schemas.openxmlformats.org/drawingml/2006/main" noGrp="1"/>
          </p:cNvSpPr>
          <p:nvPr/>
        </p:nvSpPr>
        <p:spPr>
          <a:xfrm xmlns:a="http://schemas.openxmlformats.org/drawingml/2006/main">
            <a:off x="781050" y="455295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Answer to previous card [Your answer]</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New question [Your question]</a:t>
            </a:r>
          </a:p>
        </p:txBody>
      </p:sp>
      <p:sp>
        <p:nvSpPr>
          <p:cNvPr id="15" name="">
            <a:extLst xmlns:a="http://schemas.openxmlformats.org/drawingml/2006/main">
              <a:ext uri="{FF2B5EF4-FFF2-40B4-BE49-F238E27FC236}">
                <a16:creationId xmlns:a16="http://schemas.microsoft.com/office/drawing/2014/main" id="{5FE44300-041D-4AC8-8F87-E867492A95D0}"/>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02FEDDF0-76B9-4235-AD48-5B080FEBC385}"/>
              </a:ext>
            </a:extLst>
          </p:cNvPr>
          <p:cNvSpPr>
            <a:spLocks xmlns:a="http://schemas.openxmlformats.org/drawingml/2006/main" noGrp="1"/>
          </p:cNvSpPr>
          <p:nvPr/>
        </p:nvSpPr>
        <p:spPr>
          <a:xfrm xmlns:a="http://schemas.openxmlformats.org/drawingml/2006/main">
            <a:off x="6353175" y="415290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4</a:t>
            </a:r>
          </a:p>
        </p:txBody>
      </p:sp>
      <p:sp>
        <p:nvSpPr>
          <p:cNvPr id="17" name="">
            <a:extLst xmlns:a="http://schemas.openxmlformats.org/drawingml/2006/main">
              <a:ext uri="{FF2B5EF4-FFF2-40B4-BE49-F238E27FC236}">
                <a16:creationId xmlns:a16="http://schemas.microsoft.com/office/drawing/2014/main" id="{CFF2077C-2E40-4AB0-9548-58D653EC9964}"/>
              </a:ext>
            </a:extLst>
          </p:cNvPr>
          <p:cNvSpPr>
            <a:spLocks xmlns:a="http://schemas.openxmlformats.org/drawingml/2006/main" noGrp="1"/>
          </p:cNvSpPr>
          <p:nvPr/>
        </p:nvSpPr>
        <p:spPr>
          <a:xfrm xmlns:a="http://schemas.openxmlformats.org/drawingml/2006/main">
            <a:off x="6353175" y="455295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Answer to previous card [Your answer]</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New question [Your question]</a:t>
            </a:r>
          </a:p>
        </p:txBody>
      </p:sp>
      <p:sp>
        <p:nvSpPr>
          <p:cNvPr id="18" name="">
            <a:extLst xmlns:a="http://schemas.openxmlformats.org/drawingml/2006/main">
              <a:ext uri="{FF2B5EF4-FFF2-40B4-BE49-F238E27FC236}">
                <a16:creationId xmlns:a16="http://schemas.microsoft.com/office/drawing/2014/main" id="{E07CED2A-2EE5-46B9-98FC-A1868A8E8139}"/>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E737EF9-11AC-4A09-8E8B-56064947C922}"/>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4041AA04-E62A-459C-94BA-A86E127973E0}"/>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75228D9B-2130-49D0-BDA8-090EECA5F070}"/>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474b0c8734db49e7"/>
              </a:rPr>
              <a:t>Aidan Severs — classroom guidance — original guidance</a:t>
            </a:r>
          </a:p>
        </p:txBody>
      </p:sp>
    </p:spTree>
    <p:extLst>
      <p:ext uri="{BB962C8B-B14F-4D97-AF65-F5344CB8AC3E}">
        <p14:creationId xmlns:p14="http://schemas.microsoft.com/office/powerpoint/2010/main" val="3588541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2026-10-08T06:09:28.1900000Z</dcterms:created>
  <dcterms:modified xsi:type="dcterms:W3CDTF">2026-10-08T06:09:28.1900000Z</dcterms:modified>
</coreProperties>
</file>