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88e560c04504b23" /><Relationship Type="http://schemas.openxmlformats.org/officeDocument/2006/relationships/extended-properties" Target="/docProps/app.xml" Id="Rc93c94f1bccb46c0" /><Relationship Type="http://schemas.openxmlformats.org/officeDocument/2006/relationships/officeDocument" Target="/ppt/presentation.xml" Id="Raf43a7c6a314428b" /></Relationships>
</file>

<file path=ppt/presentation.xml><?xml version="1.0" encoding="utf-8"?>
<p:presentation xmlns:p="http://schemas.openxmlformats.org/presentationml/2006/main">
  <p:sldMasterIdLst>
    <p:sldMasterId xmlns:r="http://schemas.openxmlformats.org/officeDocument/2006/relationships" id="2147483648" r:id="Rf93c340e3a354215"/>
  </p:sldMasterIdLst>
  <p:notesMasterIdLst>
    <p:notesMasterId xmlns:r="http://schemas.openxmlformats.org/officeDocument/2006/relationships" r:id="R44a1ca17bc0446ba"/>
  </p:notesMasterIdLst>
  <p:sldIdLst>
    <p:sldId xmlns:r="http://schemas.openxmlformats.org/officeDocument/2006/relationships" id="256" r:id="R43f3c7f9a46549d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d6abd827bc242a0" /><Relationship Type="http://schemas.openxmlformats.org/officeDocument/2006/relationships/slideMaster" Target="/ppt/slideMasters/slideMaster1.xml" Id="Rf93c340e3a354215" /><Relationship Type="http://schemas.openxmlformats.org/officeDocument/2006/relationships/notesMaster" Target="/ppt/notesMasters/notesMaster1.xml" Id="R44a1ca17bc0446ba" /><Relationship Type="http://schemas.openxmlformats.org/officeDocument/2006/relationships/presProps" Target="/ppt/presProps.xml" Id="R43300ec221fc42da" /><Relationship Type="http://schemas.openxmlformats.org/officeDocument/2006/relationships/tableStyles" Target="/ppt/tableStyles.xml" Id="R23c25f74d8f74e2d" /><Relationship Type="http://schemas.openxmlformats.org/officeDocument/2006/relationships/slide" Target="/ppt/slides/slide1.xml" Id="R43f3c7f9a46549d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9760dbf323448a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cc6f4c085c8429a" /><Relationship Type="http://schemas.openxmlformats.org/officeDocument/2006/relationships/notesMaster" Target="/ppt/notesMasters/notesMaster1.xml" Id="R24d94b7ffe3b42c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James M. Lang — Connection Notebooks; explained by Pooja K. Agarwal</a:t>
            </a:r>
          </a:p>
          <a:p xmlns:a="http://schemas.openxmlformats.org/drawingml/2006/main">
            <a:r>
              <a:t/>
            </a:r>
          </a:p>
          <a:p xmlns:a="http://schemas.openxmlformats.org/drawingml/2006/main">
            <a:r>
              <a:t>https://www.retrievalpractice.org/strategies/2018/8/31/connection-notebooks</a:t>
            </a:r>
          </a:p>
          <a:p xmlns:a="http://schemas.openxmlformats.org/drawingml/2006/main">
            <a:r>
              <a:t/>
            </a:r>
          </a:p>
          <a:p xmlns:a="http://schemas.openxmlformats.org/drawingml/2006/main">
            <a:r>
              <a:t>Agarwal attributes Connection Notebooks to James M. Lang. This classroom adaptation recalls earlier taught knowledge and checks accuracy before extending a connection.</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https://tnt-teaching-tools.github.io/retrieval-toolkit/retrieval-connection-notebook.html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1fea9d4e6fa438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88f54d0cc9e429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1f42bcaf97d409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29248622b7f4c9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eb172000e15407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d5f7ca7ab10418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ab5f0e25d7a455c" /><Relationship Type="http://schemas.openxmlformats.org/officeDocument/2006/relationships/slideLayout" Target="/ppt/slideLayouts/slideLayout1.xml" Id="Ra5c0aba0c68143ec" /><Relationship Type="http://schemas.openxmlformats.org/officeDocument/2006/relationships/slideLayout" Target="/ppt/slideLayouts/slideLayout2.xml" Id="Rb05c385019504ec4" /><Relationship Type="http://schemas.openxmlformats.org/officeDocument/2006/relationships/slideLayout" Target="/ppt/slideLayouts/slideLayout3.xml" Id="Rc0090f34807f4ad4" /><Relationship Type="http://schemas.openxmlformats.org/officeDocument/2006/relationships/slideLayout" Target="/ppt/slideLayouts/slideLayout4.xml" Id="R33714b0f307143ca" /><Relationship Type="http://schemas.openxmlformats.org/officeDocument/2006/relationships/slideLayout" Target="/ppt/slideLayouts/slideLayout5.xml" Id="Rc6e0e5a13eaf40cb" /><Relationship Type="http://schemas.openxmlformats.org/officeDocument/2006/relationships/slideLayout" Target="/ppt/slideLayouts/slideLayout6.xml" Id="R7dc0ddc9a8f541d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c0aba0c68143ec"/>
    <p:sldLayoutId xmlns:r="http://schemas.openxmlformats.org/officeDocument/2006/relationships" id="2147483650" r:id="Rb05c385019504ec4"/>
    <p:sldLayoutId xmlns:r="http://schemas.openxmlformats.org/officeDocument/2006/relationships" id="2147483651" r:id="Rc0090f34807f4ad4"/>
    <p:sldLayoutId xmlns:r="http://schemas.openxmlformats.org/officeDocument/2006/relationships" id="2147483652" r:id="R33714b0f307143ca"/>
    <p:sldLayoutId xmlns:r="http://schemas.openxmlformats.org/officeDocument/2006/relationships" id="2147483653" r:id="Rc6e0e5a13eaf40cb"/>
    <p:sldLayoutId xmlns:r="http://schemas.openxmlformats.org/officeDocument/2006/relationships" id="2147483654" r:id="R7dc0ddc9a8f541d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234e8657d5344ac" /><Relationship Type="http://schemas.openxmlformats.org/officeDocument/2006/relationships/hyperlink" Target="https://www.retrievalpractice.org/strategies/2018/8/31/connection-notebooks" TargetMode="External" Id="R5ebae8fcb16c4c95" /><Relationship Type="http://schemas.openxmlformats.org/officeDocument/2006/relationships/notesSlide" Target="/ppt/notesSlides/notesSlide1.xml" Id="R8093e8aee77f4024"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E19A201-AE99-4485-8FE4-EBB388234C46}"/>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Connection notebook</a:t>
            </a:r>
          </a:p>
        </p:txBody>
      </p:sp>
      <p:sp>
        <p:nvSpPr>
          <p:cNvPr id="2" name="">
            <a:extLst xmlns:a="http://schemas.openxmlformats.org/drawingml/2006/main">
              <a:ext uri="{FF2B5EF4-FFF2-40B4-BE49-F238E27FC236}">
                <a16:creationId xmlns:a16="http://schemas.microsoft.com/office/drawing/2014/main" id="{ADF57514-1190-4C01-9A72-BBEE4F6BBBB3}"/>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B202C8EA-6B10-4574-BC88-307D8AC647A5}"/>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963C24B-6684-41A9-8142-4E24D4E2B3D9}"/>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A7C084D0-81B0-417D-80FF-7E8C9537C86A}"/>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6FB4458F-FA82-4B39-899E-88A7307D11D0}"/>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B1989F7C-F128-46BB-AF3E-9C79EB805901}"/>
              </a:ext>
            </a:extLst>
          </p:cNvPr>
          <p:cNvSpPr>
            <a:spLocks xmlns:a="http://schemas.openxmlformats.org/drawingml/2006/main" noGrp="1"/>
          </p:cNvSpPr>
          <p:nvPr/>
        </p:nvSpPr>
        <p:spPr>
          <a:xfrm xmlns:a="http://schemas.openxmlformats.org/drawingml/2006/main">
            <a:off x="781050"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First idea</a:t>
            </a:r>
          </a:p>
        </p:txBody>
      </p:sp>
      <p:sp>
        <p:nvSpPr>
          <p:cNvPr id="8" name="">
            <a:extLst xmlns:a="http://schemas.openxmlformats.org/drawingml/2006/main">
              <a:ext uri="{FF2B5EF4-FFF2-40B4-BE49-F238E27FC236}">
                <a16:creationId xmlns:a16="http://schemas.microsoft.com/office/drawing/2014/main" id="{A1797075-56AB-40AC-B7AF-4AD36AC65073}"/>
              </a:ext>
            </a:extLst>
          </p:cNvPr>
          <p:cNvSpPr>
            <a:spLocks xmlns:a="http://schemas.openxmlformats.org/drawingml/2006/main" noGrp="1"/>
          </p:cNvSpPr>
          <p:nvPr/>
        </p:nvSpPr>
        <p:spPr>
          <a:xfrm xmlns:a="http://schemas.openxmlformats.org/drawingml/2006/main">
            <a:off x="781050"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9A47C4E9-2BD1-4F14-BE44-C2623003DB4C}"/>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574A571D-D427-4C5D-8C83-7A47E217F760}"/>
              </a:ext>
            </a:extLst>
          </p:cNvPr>
          <p:cNvSpPr>
            <a:spLocks xmlns:a="http://schemas.openxmlformats.org/drawingml/2006/main" noGrp="1"/>
          </p:cNvSpPr>
          <p:nvPr/>
        </p:nvSpPr>
        <p:spPr>
          <a:xfrm xmlns:a="http://schemas.openxmlformats.org/drawingml/2006/main">
            <a:off x="6353175"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Second idea</a:t>
            </a:r>
          </a:p>
        </p:txBody>
      </p:sp>
      <p:sp>
        <p:nvSpPr>
          <p:cNvPr id="11" name="">
            <a:extLst xmlns:a="http://schemas.openxmlformats.org/drawingml/2006/main">
              <a:ext uri="{FF2B5EF4-FFF2-40B4-BE49-F238E27FC236}">
                <a16:creationId xmlns:a16="http://schemas.microsoft.com/office/drawing/2014/main" id="{4BBE536D-9454-45AE-BE10-2B7ED5900DF0}"/>
              </a:ext>
            </a:extLst>
          </p:cNvPr>
          <p:cNvSpPr>
            <a:spLocks xmlns:a="http://schemas.openxmlformats.org/drawingml/2006/main" noGrp="1"/>
          </p:cNvSpPr>
          <p:nvPr/>
        </p:nvSpPr>
        <p:spPr>
          <a:xfrm xmlns:a="http://schemas.openxmlformats.org/drawingml/2006/main">
            <a:off x="6353175"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2" name="">
            <a:extLst xmlns:a="http://schemas.openxmlformats.org/drawingml/2006/main">
              <a:ext uri="{FF2B5EF4-FFF2-40B4-BE49-F238E27FC236}">
                <a16:creationId xmlns:a16="http://schemas.microsoft.com/office/drawing/2014/main" id="{C3958AAB-5DEE-4B1E-A4C0-C037150B5CFD}"/>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0200067F-7A5A-41B2-B8F2-791885707C5F}"/>
              </a:ext>
            </a:extLst>
          </p:cNvPr>
          <p:cNvSpPr>
            <a:spLocks xmlns:a="http://schemas.openxmlformats.org/drawingml/2006/main" noGrp="1"/>
          </p:cNvSpPr>
          <p:nvPr/>
        </p:nvSpPr>
        <p:spPr>
          <a:xfrm xmlns:a="http://schemas.openxmlformats.org/drawingml/2006/main">
            <a:off x="781050"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How they connect</a:t>
            </a:r>
          </a:p>
        </p:txBody>
      </p:sp>
      <p:sp>
        <p:nvSpPr>
          <p:cNvPr id="14" name="">
            <a:extLst xmlns:a="http://schemas.openxmlformats.org/drawingml/2006/main">
              <a:ext uri="{FF2B5EF4-FFF2-40B4-BE49-F238E27FC236}">
                <a16:creationId xmlns:a16="http://schemas.microsoft.com/office/drawing/2014/main" id="{ADA3BAA8-E3DD-4DCC-8F90-4193D202CB4E}"/>
              </a:ext>
            </a:extLst>
          </p:cNvPr>
          <p:cNvSpPr>
            <a:spLocks xmlns:a="http://schemas.openxmlformats.org/drawingml/2006/main" noGrp="1"/>
          </p:cNvSpPr>
          <p:nvPr/>
        </p:nvSpPr>
        <p:spPr>
          <a:xfrm xmlns:a="http://schemas.openxmlformats.org/drawingml/2006/main">
            <a:off x="781050"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DEFFFF62-3EDC-49A7-8254-1BFF5F7246F6}"/>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2DB8C2A4-841D-481B-8B1A-8486CEFCB518}"/>
              </a:ext>
            </a:extLst>
          </p:cNvPr>
          <p:cNvSpPr>
            <a:spLocks xmlns:a="http://schemas.openxmlformats.org/drawingml/2006/main" noGrp="1"/>
          </p:cNvSpPr>
          <p:nvPr/>
        </p:nvSpPr>
        <p:spPr>
          <a:xfrm xmlns:a="http://schemas.openxmlformats.org/drawingml/2006/main">
            <a:off x="6353175"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Example or explanation</a:t>
            </a:r>
          </a:p>
        </p:txBody>
      </p:sp>
      <p:sp>
        <p:nvSpPr>
          <p:cNvPr id="17" name="">
            <a:extLst xmlns:a="http://schemas.openxmlformats.org/drawingml/2006/main">
              <a:ext uri="{FF2B5EF4-FFF2-40B4-BE49-F238E27FC236}">
                <a16:creationId xmlns:a16="http://schemas.microsoft.com/office/drawing/2014/main" id="{B64FF38B-5CA5-4F8D-8DC9-692933D97E99}"/>
              </a:ext>
            </a:extLst>
          </p:cNvPr>
          <p:cNvSpPr>
            <a:spLocks xmlns:a="http://schemas.openxmlformats.org/drawingml/2006/main" noGrp="1"/>
          </p:cNvSpPr>
          <p:nvPr/>
        </p:nvSpPr>
        <p:spPr>
          <a:xfrm xmlns:a="http://schemas.openxmlformats.org/drawingml/2006/main">
            <a:off x="6353175"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8" name="">
            <a:extLst xmlns:a="http://schemas.openxmlformats.org/drawingml/2006/main">
              <a:ext uri="{FF2B5EF4-FFF2-40B4-BE49-F238E27FC236}">
                <a16:creationId xmlns:a16="http://schemas.microsoft.com/office/drawing/2014/main" id="{B23CD263-EC14-4FA2-BD83-BFE8C90E20F5}"/>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5D36903-4848-4720-BBD6-E2A7CDCA963A}"/>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1DFC427B-ED1B-4027-9838-808CC1BF5D36}"/>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22" name="source-credit">
            <a:extLst xmlns:a="http://schemas.openxmlformats.org/drawingml/2006/main">
              <a:ext uri="{FF2B5EF4-FFF2-40B4-BE49-F238E27FC236}">
                <a16:creationId xmlns:a16="http://schemas.microsoft.com/office/drawing/2014/main" id="{8B53A678-9B7F-4741-95BE-F821B13BADD2}"/>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5ebae8fcb16c4c95"/>
              </a:rPr>
              <a:t>James M. Lang — Connection Notebooks; explained by Pooja K. Agarwal — original guidance</a:t>
            </a:r>
          </a:p>
        </p:txBody>
      </p:sp>
    </p:spTree>
    <p:extLst>
      <p:ext uri="{BB962C8B-B14F-4D97-AF65-F5344CB8AC3E}">
        <p14:creationId xmlns:p14="http://schemas.microsoft.com/office/powerpoint/2010/main" val="6213103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2026-10-08T06:08:58.2730000Z</dcterms:created>
  <dcterms:modified xsi:type="dcterms:W3CDTF">2026-10-08T06:08:58.2730000Z</dcterms:modified>
</coreProperties>
</file>