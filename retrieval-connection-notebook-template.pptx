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9d2c7976624cd8" /><Relationship Type="http://schemas.openxmlformats.org/officeDocument/2006/relationships/extended-properties" Target="/docProps/app.xml" Id="R4b5bd291072545a1" /><Relationship Type="http://schemas.openxmlformats.org/officeDocument/2006/relationships/officeDocument" Target="/ppt/presentation.xml" Id="R2a2bb054c1e348ee" /></Relationships>
</file>

<file path=ppt/presentation.xml><?xml version="1.0" encoding="utf-8"?>
<p:presentation xmlns:p="http://schemas.openxmlformats.org/presentationml/2006/main">
  <p:sldMasterIdLst>
    <p:sldMasterId xmlns:r="http://schemas.openxmlformats.org/officeDocument/2006/relationships" id="2147483648" r:id="Rec4c6a80170744e0"/>
  </p:sldMasterIdLst>
  <p:notesMasterIdLst>
    <p:notesMasterId xmlns:r="http://schemas.openxmlformats.org/officeDocument/2006/relationships" r:id="Rf5f96b4a90c142c0"/>
  </p:notesMasterIdLst>
  <p:sldIdLst>
    <p:sldId xmlns:r="http://schemas.openxmlformats.org/officeDocument/2006/relationships" id="256" r:id="R54b844bf8fc840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f4788be1b546e1" /><Relationship Type="http://schemas.openxmlformats.org/officeDocument/2006/relationships/slideMaster" Target="/ppt/slideMasters/slideMaster1.xml" Id="Rec4c6a80170744e0" /><Relationship Type="http://schemas.openxmlformats.org/officeDocument/2006/relationships/notesMaster" Target="/ppt/notesMasters/notesMaster1.xml" Id="Rf5f96b4a90c142c0" /><Relationship Type="http://schemas.openxmlformats.org/officeDocument/2006/relationships/presProps" Target="/ppt/presProps.xml" Id="Rb3c51bdfc9344353" /><Relationship Type="http://schemas.openxmlformats.org/officeDocument/2006/relationships/tableStyles" Target="/ppt/tableStyles.xml" Id="Rc623e5e0eb2e4648" /><Relationship Type="http://schemas.openxmlformats.org/officeDocument/2006/relationships/slide" Target="/ppt/slides/slide1.xml" Id="R54b844bf8fc840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68ebc71c6245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90d6af82b54d71" /><Relationship Type="http://schemas.openxmlformats.org/officeDocument/2006/relationships/notesMaster" Target="/ppt/notesMasters/notesMaster1.xml" Id="R3d172f545a984b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ca44922dfa4a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8ba4fb31d04d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9e494f898b47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b6a7195e7946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56b5c8bdea43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110f98bfd44b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1868A01-96BA-4895-B0FC-650DA56A2F35}"/>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B843D1A-1474-4681-9C2D-23856B3AB20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91D01042-0A22-479B-91A5-D95752AC80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6126D386-5901-4BAD-977E-D25BFF25636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038D6942-4C7E-4A78-A040-576B531EA5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7AE5B29-774E-42C0-A26F-1EE4A550A9F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EBDD4F3-2327-4D7B-9BA1-BD007CAE61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E207685A-DD66-40A1-8E78-14348A284E4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1C22A143-E6CC-4841-9D6E-2D921A631EB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17B71B0-4DC1-4973-910C-D255004B65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83F134B-86FA-4D35-90E3-2491672C78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45AB489-64DB-4227-95E1-37C665ADAF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6F129B2-E784-4ED8-9273-96FFE59D9EB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CBDC101-27AA-4F4C-9FD3-68ECC1A3AA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46CEBC6-B0F2-4456-A1E5-3F474237760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1bc4d1b355429d" /><Relationship Type="http://schemas.openxmlformats.org/officeDocument/2006/relationships/slideLayout" Target="/ppt/slideLayouts/slideLayout1.xml" Id="R3340a910e30d41a8" /><Relationship Type="http://schemas.openxmlformats.org/officeDocument/2006/relationships/slideLayout" Target="/ppt/slideLayouts/slideLayout2.xml" Id="Rf2a35f918c6243e6" /><Relationship Type="http://schemas.openxmlformats.org/officeDocument/2006/relationships/slideLayout" Target="/ppt/slideLayouts/slideLayout3.xml" Id="R4ebe71cf0a9445a8" /><Relationship Type="http://schemas.openxmlformats.org/officeDocument/2006/relationships/slideLayout" Target="/ppt/slideLayouts/slideLayout4.xml" Id="R22722b19b98d4457" /><Relationship Type="http://schemas.openxmlformats.org/officeDocument/2006/relationships/slideLayout" Target="/ppt/slideLayouts/slideLayout5.xml" Id="R4987207a646e41ed" /><Relationship Type="http://schemas.openxmlformats.org/officeDocument/2006/relationships/slideLayout" Target="/ppt/slideLayouts/slideLayout6.xml" Id="Rb5f2fc5e950143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40a910e30d41a8"/>
    <p:sldLayoutId xmlns:r="http://schemas.openxmlformats.org/officeDocument/2006/relationships" id="2147483650" r:id="Rf2a35f918c6243e6"/>
    <p:sldLayoutId xmlns:r="http://schemas.openxmlformats.org/officeDocument/2006/relationships" id="2147483651" r:id="R4ebe71cf0a9445a8"/>
    <p:sldLayoutId xmlns:r="http://schemas.openxmlformats.org/officeDocument/2006/relationships" id="2147483652" r:id="R22722b19b98d4457"/>
    <p:sldLayoutId xmlns:r="http://schemas.openxmlformats.org/officeDocument/2006/relationships" id="2147483653" r:id="R4987207a646e41ed"/>
    <p:sldLayoutId xmlns:r="http://schemas.openxmlformats.org/officeDocument/2006/relationships" id="2147483654" r:id="Rb5f2fc5e950143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993fda79ee4e5a" /><Relationship Type="http://schemas.openxmlformats.org/officeDocument/2006/relationships/notesSlide" Target="/ppt/notesSlides/notesSlide1.xml" Id="R62e6ed2ff9ef4932"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13E62BA-0817-40D3-BA9D-1A460AAAFEF6}"/>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Connection notebook</a:t>
            </a:r>
          </a:p>
        </p:txBody>
      </p:sp>
      <p:sp>
        <p:nvSpPr>
          <p:cNvPr id="2" name="">
            <a:extLst xmlns:a="http://schemas.openxmlformats.org/drawingml/2006/main">
              <a:ext uri="{FF2B5EF4-FFF2-40B4-BE49-F238E27FC236}">
                <a16:creationId xmlns:a16="http://schemas.microsoft.com/office/drawing/2014/main" id="{5DF916BA-2B02-4F2D-8EB0-F0F47C45F7D0}"/>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AA84C243-3EF2-48A3-A952-0B8E21798F4A}"/>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E2D6D8-F4B7-4E3D-B3C2-BADE32645BCA}"/>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1F733555-F372-4864-A8C4-F4CD615F8B0B}"/>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C6EC8256-BF68-4DFA-83EF-F4D7A336717D}"/>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3D145D8C-DDB0-4EE7-B93E-70E27513B491}"/>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First idea</a:t>
            </a:r>
          </a:p>
        </p:txBody>
      </p:sp>
      <p:sp>
        <p:nvSpPr>
          <p:cNvPr id="8" name="">
            <a:extLst xmlns:a="http://schemas.openxmlformats.org/drawingml/2006/main">
              <a:ext uri="{FF2B5EF4-FFF2-40B4-BE49-F238E27FC236}">
                <a16:creationId xmlns:a16="http://schemas.microsoft.com/office/drawing/2014/main" id="{7EA214F0-3024-4E91-9EFD-D050B42535A3}"/>
              </a:ext>
            </a:extLst>
          </p:cNvPr>
          <p:cNvSpPr>
            <a:spLocks xmlns:a="http://schemas.openxmlformats.org/drawingml/2006/main" noGrp="1"/>
          </p:cNvSpPr>
          <p:nvPr/>
        </p:nvSpPr>
        <p:spPr>
          <a:xfrm xmlns:a="http://schemas.openxmlformats.org/drawingml/2006/main">
            <a:off x="781050"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C5D1C769-3D6C-45D2-BFE8-371C4A36A757}"/>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BDDD2A2B-0FE7-435D-A1C9-959BA8D55F33}"/>
              </a:ext>
            </a:extLst>
          </p:cNvPr>
          <p:cNvSpPr>
            <a:spLocks xmlns:a="http://schemas.openxmlformats.org/drawingml/2006/main" noGrp="1"/>
          </p:cNvSpPr>
          <p:nvPr/>
        </p:nvSpPr>
        <p:spPr>
          <a:xfrm xmlns:a="http://schemas.openxmlformats.org/drawingml/2006/main">
            <a:off x="6353175"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Second idea</a:t>
            </a:r>
          </a:p>
        </p:txBody>
      </p:sp>
      <p:sp>
        <p:nvSpPr>
          <p:cNvPr id="11" name="">
            <a:extLst xmlns:a="http://schemas.openxmlformats.org/drawingml/2006/main">
              <a:ext uri="{FF2B5EF4-FFF2-40B4-BE49-F238E27FC236}">
                <a16:creationId xmlns:a16="http://schemas.microsoft.com/office/drawing/2014/main" id="{BCB76799-FF51-4327-AB50-20038EE618AF}"/>
              </a:ext>
            </a:extLst>
          </p:cNvPr>
          <p:cNvSpPr>
            <a:spLocks xmlns:a="http://schemas.openxmlformats.org/drawingml/2006/main" noGrp="1"/>
          </p:cNvSpPr>
          <p:nvPr/>
        </p:nvSpPr>
        <p:spPr>
          <a:xfrm xmlns:a="http://schemas.openxmlformats.org/drawingml/2006/main">
            <a:off x="6353175"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E82B2C69-FCB3-4965-89BC-0216A756FD66}"/>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E7C0E889-901B-4C50-B07E-5BCA3307ED2B}"/>
              </a:ext>
            </a:extLst>
          </p:cNvPr>
          <p:cNvSpPr>
            <a:spLocks xmlns:a="http://schemas.openxmlformats.org/drawingml/2006/main" noGrp="1"/>
          </p:cNvSpPr>
          <p:nvPr/>
        </p:nvSpPr>
        <p:spPr>
          <a:xfrm xmlns:a="http://schemas.openxmlformats.org/drawingml/2006/main">
            <a:off x="781050"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How they connect</a:t>
            </a:r>
          </a:p>
        </p:txBody>
      </p:sp>
      <p:sp>
        <p:nvSpPr>
          <p:cNvPr id="14" name="">
            <a:extLst xmlns:a="http://schemas.openxmlformats.org/drawingml/2006/main">
              <a:ext uri="{FF2B5EF4-FFF2-40B4-BE49-F238E27FC236}">
                <a16:creationId xmlns:a16="http://schemas.microsoft.com/office/drawing/2014/main" id="{78F73FC5-CB93-43B5-A635-0121F86824BE}"/>
              </a:ext>
            </a:extLst>
          </p:cNvPr>
          <p:cNvSpPr>
            <a:spLocks xmlns:a="http://schemas.openxmlformats.org/drawingml/2006/main" noGrp="1"/>
          </p:cNvSpPr>
          <p:nvPr/>
        </p:nvSpPr>
        <p:spPr>
          <a:xfrm xmlns:a="http://schemas.openxmlformats.org/drawingml/2006/main">
            <a:off x="781050"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DF0E6637-67AF-4890-80D7-18662CFA7075}"/>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17973DA2-82B0-4610-8B32-F0AFC02E1162}"/>
              </a:ext>
            </a:extLst>
          </p:cNvPr>
          <p:cNvSpPr>
            <a:spLocks xmlns:a="http://schemas.openxmlformats.org/drawingml/2006/main" noGrp="1"/>
          </p:cNvSpPr>
          <p:nvPr/>
        </p:nvSpPr>
        <p:spPr>
          <a:xfrm xmlns:a="http://schemas.openxmlformats.org/drawingml/2006/main">
            <a:off x="6353175"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Example or explanation</a:t>
            </a:r>
          </a:p>
        </p:txBody>
      </p:sp>
      <p:sp>
        <p:nvSpPr>
          <p:cNvPr id="17" name="">
            <a:extLst xmlns:a="http://schemas.openxmlformats.org/drawingml/2006/main">
              <a:ext uri="{FF2B5EF4-FFF2-40B4-BE49-F238E27FC236}">
                <a16:creationId xmlns:a16="http://schemas.microsoft.com/office/drawing/2014/main" id="{B62FE7E0-B5D7-4C9A-B0B7-72E04A3D6F19}"/>
              </a:ext>
            </a:extLst>
          </p:cNvPr>
          <p:cNvSpPr>
            <a:spLocks xmlns:a="http://schemas.openxmlformats.org/drawingml/2006/main" noGrp="1"/>
          </p:cNvSpPr>
          <p:nvPr/>
        </p:nvSpPr>
        <p:spPr>
          <a:xfrm xmlns:a="http://schemas.openxmlformats.org/drawingml/2006/main">
            <a:off x="6353175"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8" name="">
            <a:extLst xmlns:a="http://schemas.openxmlformats.org/drawingml/2006/main">
              <a:ext uri="{FF2B5EF4-FFF2-40B4-BE49-F238E27FC236}">
                <a16:creationId xmlns:a16="http://schemas.microsoft.com/office/drawing/2014/main" id="{B034DBC2-87E5-4615-A60B-65F4D8187EB7}"/>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37788A1-F008-4EE2-9DA4-8905BA7F7897}"/>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76ED2F2B-E8E1-49FE-814A-3AC5CDC210D9}"/>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5625327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2026-10-07T20:43:42.5010000Z</dcterms:created>
  <dcterms:modified xsi:type="dcterms:W3CDTF">2026-10-07T20:43:42.5010000Z</dcterms:modified>
</coreProperties>
</file>