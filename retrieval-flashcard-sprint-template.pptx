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85b2fe304d4fc6" /><Relationship Type="http://schemas.openxmlformats.org/officeDocument/2006/relationships/extended-properties" Target="/docProps/app.xml" Id="R5abcca53c534484c" /><Relationship Type="http://schemas.openxmlformats.org/officeDocument/2006/relationships/officeDocument" Target="/ppt/presentation.xml" Id="Rf35bb52059bf43e3" /></Relationships>
</file>

<file path=ppt/presentation.xml><?xml version="1.0" encoding="utf-8"?>
<p:presentation xmlns:p="http://schemas.openxmlformats.org/presentationml/2006/main">
  <p:sldMasterIdLst>
    <p:sldMasterId xmlns:r="http://schemas.openxmlformats.org/officeDocument/2006/relationships" id="2147483648" r:id="R75e5d964f82849e1"/>
  </p:sldMasterIdLst>
  <p:notesMasterIdLst>
    <p:notesMasterId xmlns:r="http://schemas.openxmlformats.org/officeDocument/2006/relationships" r:id="R69861362681e46f8"/>
  </p:notesMasterIdLst>
  <p:sldIdLst>
    <p:sldId xmlns:r="http://schemas.openxmlformats.org/officeDocument/2006/relationships" id="256" r:id="R272eb922dc0846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96177c2ea644f3" /><Relationship Type="http://schemas.openxmlformats.org/officeDocument/2006/relationships/slideMaster" Target="/ppt/slideMasters/slideMaster1.xml" Id="R75e5d964f82849e1" /><Relationship Type="http://schemas.openxmlformats.org/officeDocument/2006/relationships/notesMaster" Target="/ppt/notesMasters/notesMaster1.xml" Id="R69861362681e46f8" /><Relationship Type="http://schemas.openxmlformats.org/officeDocument/2006/relationships/presProps" Target="/ppt/presProps.xml" Id="R15e3f3afb2854f8d" /><Relationship Type="http://schemas.openxmlformats.org/officeDocument/2006/relationships/tableStyles" Target="/ppt/tableStyles.xml" Id="R4e6b511cb74b4a7f" /><Relationship Type="http://schemas.openxmlformats.org/officeDocument/2006/relationships/slide" Target="/ppt/slides/slide1.xml" Id="R272eb922dc0846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bf5b496d194c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cc26000c774349" /><Relationship Type="http://schemas.openxmlformats.org/officeDocument/2006/relationships/notesMaster" Target="/ppt/notesMasters/notesMaster1.xml" Id="R1974425ca6af41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Pooja K. Agarwal — flashcard guidance</a:t>
            </a:r>
          </a:p>
          <a:p xmlns:a="http://schemas.openxmlformats.org/drawingml/2006/main">
            <a:r>
              <a:t/>
            </a:r>
          </a:p>
          <a:p xmlns:a="http://schemas.openxmlformats.org/drawingml/2006/main">
            <a:r>
              <a:t>https://www.retrievalpractice.org/strategies/2019/11/18/flashcards</a:t>
            </a:r>
          </a:p>
          <a:p xmlns:a="http://schemas.openxmlformats.org/drawingml/2006/main">
            <a:r>
              <a:t/>
            </a:r>
          </a:p>
          <a:p xmlns:a="http://schemas.openxmlformats.org/drawingml/2006/main">
            <a:r>
              <a:t>Flashcards are a shared study method. Agarwal is credited for the linked retrieval guidance; the short classroom format is a TNT adaptation.</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https://tnt-teaching-tools.github.io/retrieval-toolkit/retrieval-flashcard-sprint.html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56468b608749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c449049ef84b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3d944280bd46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896e15ea71842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4d5678a57c147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e7516ccd7248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1cabe9bc8f4605" /><Relationship Type="http://schemas.openxmlformats.org/officeDocument/2006/relationships/slideLayout" Target="/ppt/slideLayouts/slideLayout1.xml" Id="R61d532cd3a6a4abb" /><Relationship Type="http://schemas.openxmlformats.org/officeDocument/2006/relationships/slideLayout" Target="/ppt/slideLayouts/slideLayout2.xml" Id="R3c960fc2749e4413" /><Relationship Type="http://schemas.openxmlformats.org/officeDocument/2006/relationships/slideLayout" Target="/ppt/slideLayouts/slideLayout3.xml" Id="Rc08b3658b5194e4d" /><Relationship Type="http://schemas.openxmlformats.org/officeDocument/2006/relationships/slideLayout" Target="/ppt/slideLayouts/slideLayout4.xml" Id="R92d51941ddff403e" /><Relationship Type="http://schemas.openxmlformats.org/officeDocument/2006/relationships/slideLayout" Target="/ppt/slideLayouts/slideLayout5.xml" Id="R8f0985ada9294ab7" /><Relationship Type="http://schemas.openxmlformats.org/officeDocument/2006/relationships/slideLayout" Target="/ppt/slideLayouts/slideLayout6.xml" Id="Reb7bea1e4ed645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d532cd3a6a4abb"/>
    <p:sldLayoutId xmlns:r="http://schemas.openxmlformats.org/officeDocument/2006/relationships" id="2147483650" r:id="R3c960fc2749e4413"/>
    <p:sldLayoutId xmlns:r="http://schemas.openxmlformats.org/officeDocument/2006/relationships" id="2147483651" r:id="Rc08b3658b5194e4d"/>
    <p:sldLayoutId xmlns:r="http://schemas.openxmlformats.org/officeDocument/2006/relationships" id="2147483652" r:id="R92d51941ddff403e"/>
    <p:sldLayoutId xmlns:r="http://schemas.openxmlformats.org/officeDocument/2006/relationships" id="2147483653" r:id="R8f0985ada9294ab7"/>
    <p:sldLayoutId xmlns:r="http://schemas.openxmlformats.org/officeDocument/2006/relationships" id="2147483654" r:id="Reb7bea1e4ed645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50049f54cf40ad" /><Relationship Type="http://schemas.openxmlformats.org/officeDocument/2006/relationships/hyperlink" Target="https://www.retrievalpractice.org/strategies/2019/11/18/flashcards" TargetMode="External" Id="Rbb5e5491e84e4d3a" /><Relationship Type="http://schemas.openxmlformats.org/officeDocument/2006/relationships/notesSlide" Target="/ppt/notesSlides/notesSlide1.xml" Id="R7a81584468324de5"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3145AA0-631E-4DAE-9971-F57899FB4E1C}"/>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Flashcard practice</a:t>
            </a:r>
          </a:p>
        </p:txBody>
      </p:sp>
      <p:sp>
        <p:nvSpPr>
          <p:cNvPr id="2" name="">
            <a:extLst xmlns:a="http://schemas.openxmlformats.org/drawingml/2006/main">
              <a:ext uri="{FF2B5EF4-FFF2-40B4-BE49-F238E27FC236}">
                <a16:creationId xmlns:a16="http://schemas.microsoft.com/office/drawing/2014/main" id="{4E14A0C6-CCF6-4F36-84CB-1CE3B9291E88}"/>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E64AF56D-2C82-407D-96EC-280A7893BDF4}"/>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639446-85A0-4E9D-9050-1E4974677EC6}"/>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7E6AC45D-6148-4F04-8B67-A07F9816AA7D}"/>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0DF10FA8-3745-4E8F-8E04-E87CD8F2BA09}"/>
              </a:ext>
            </a:extLst>
          </p:cNvPr>
          <p:cNvSpPr>
            <a:spLocks xmlns:a="http://schemas.openxmlformats.org/drawingml/2006/main" noGrp="1"/>
          </p:cNvSpPr>
          <p:nvPr/>
        </p:nvSpPr>
        <p:spPr>
          <a:xfrm xmlns:a="http://schemas.openxmlformats.org/drawingml/2006/main">
            <a:off x="609600" y="2247900"/>
            <a:ext cx="5400675"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B0F74334-4697-4A4C-AA80-7CECD8FF1EC4}"/>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509A88-44E9-4DC7-AEF9-BDDCF81B9BCF}"/>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6910A11B-5E8F-452D-B862-95172856761C}"/>
              </a:ext>
            </a:extLst>
          </p:cNvPr>
          <p:cNvSpPr>
            <a:spLocks xmlns:a="http://schemas.openxmlformats.org/drawingml/2006/main" noGrp="1"/>
          </p:cNvSpPr>
          <p:nvPr/>
        </p:nvSpPr>
        <p:spPr>
          <a:xfrm xmlns:a="http://schemas.openxmlformats.org/drawingml/2006/main">
            <a:off x="1352550"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Prompt side</a:t>
            </a:r>
          </a:p>
        </p:txBody>
      </p:sp>
      <p:sp>
        <p:nvSpPr>
          <p:cNvPr id="10" name="">
            <a:extLst xmlns:a="http://schemas.openxmlformats.org/drawingml/2006/main">
              <a:ext uri="{FF2B5EF4-FFF2-40B4-BE49-F238E27FC236}">
                <a16:creationId xmlns:a16="http://schemas.microsoft.com/office/drawing/2014/main" id="{2B3896F5-719D-4FA3-920B-6F1C66CF47C9}"/>
              </a:ext>
            </a:extLst>
          </p:cNvPr>
          <p:cNvSpPr>
            <a:spLocks xmlns:a="http://schemas.openxmlformats.org/drawingml/2006/main" noGrp="1"/>
          </p:cNvSpPr>
          <p:nvPr/>
        </p:nvSpPr>
        <p:spPr>
          <a:xfrm xmlns:a="http://schemas.openxmlformats.org/drawingml/2006/main">
            <a:off x="819150"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11" name="">
            <a:extLst xmlns:a="http://schemas.openxmlformats.org/drawingml/2006/main">
              <a:ext uri="{FF2B5EF4-FFF2-40B4-BE49-F238E27FC236}">
                <a16:creationId xmlns:a16="http://schemas.microsoft.com/office/drawing/2014/main" id="{C765E228-F84F-41F8-A363-DA5E2CA84BFC}"/>
              </a:ext>
            </a:extLst>
          </p:cNvPr>
          <p:cNvSpPr>
            <a:spLocks xmlns:a="http://schemas.openxmlformats.org/drawingml/2006/main" noGrp="1"/>
          </p:cNvSpPr>
          <p:nvPr/>
        </p:nvSpPr>
        <p:spPr>
          <a:xfrm xmlns:a="http://schemas.openxmlformats.org/drawingml/2006/main">
            <a:off x="6181725" y="2247900"/>
            <a:ext cx="5400675"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35911FAE-8933-4DF0-9CF0-E77A5987E6DC}"/>
              </a:ext>
            </a:extLst>
          </p:cNvPr>
          <p:cNvSpPr>
            <a:spLocks xmlns:a="http://schemas.openxmlformats.org/drawingml/2006/main" noGrp="1"/>
          </p:cNvSpPr>
          <p:nvPr/>
        </p:nvSpPr>
        <p:spPr>
          <a:xfrm xmlns:a="http://schemas.openxmlformats.org/drawingml/2006/main">
            <a:off x="6372225"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3BCF6AA-145D-4939-9FAD-5D1CEB5E115E}"/>
              </a:ext>
            </a:extLst>
          </p:cNvPr>
          <p:cNvSpPr>
            <a:spLocks xmlns:a="http://schemas.openxmlformats.org/drawingml/2006/main" noGrp="1"/>
          </p:cNvSpPr>
          <p:nvPr/>
        </p:nvSpPr>
        <p:spPr>
          <a:xfrm xmlns:a="http://schemas.openxmlformats.org/drawingml/2006/main">
            <a:off x="6429375"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50897C9D-5C3B-4F68-9277-93ED05F9F22A}"/>
              </a:ext>
            </a:extLst>
          </p:cNvPr>
          <p:cNvSpPr>
            <a:spLocks xmlns:a="http://schemas.openxmlformats.org/drawingml/2006/main" noGrp="1"/>
          </p:cNvSpPr>
          <p:nvPr/>
        </p:nvSpPr>
        <p:spPr>
          <a:xfrm xmlns:a="http://schemas.openxmlformats.org/drawingml/2006/main">
            <a:off x="6924675"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Answer side</a:t>
            </a:r>
          </a:p>
        </p:txBody>
      </p:sp>
      <p:sp>
        <p:nvSpPr>
          <p:cNvPr id="15" name="">
            <a:extLst xmlns:a="http://schemas.openxmlformats.org/drawingml/2006/main">
              <a:ext uri="{FF2B5EF4-FFF2-40B4-BE49-F238E27FC236}">
                <a16:creationId xmlns:a16="http://schemas.microsoft.com/office/drawing/2014/main" id="{1A513988-C711-441C-856B-4C86778199D7}"/>
              </a:ext>
            </a:extLst>
          </p:cNvPr>
          <p:cNvSpPr>
            <a:spLocks xmlns:a="http://schemas.openxmlformats.org/drawingml/2006/main" noGrp="1"/>
          </p:cNvSpPr>
          <p:nvPr/>
        </p:nvSpPr>
        <p:spPr>
          <a:xfrm xmlns:a="http://schemas.openxmlformats.org/drawingml/2006/main">
            <a:off x="6391275"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checked answer]</a:t>
            </a:r>
          </a:p>
        </p:txBody>
      </p:sp>
      <p:sp>
        <p:nvSpPr>
          <p:cNvPr id="16" name="">
            <a:extLst xmlns:a="http://schemas.openxmlformats.org/drawingml/2006/main">
              <a:ext uri="{FF2B5EF4-FFF2-40B4-BE49-F238E27FC236}">
                <a16:creationId xmlns:a16="http://schemas.microsoft.com/office/drawing/2014/main" id="{D0B6113E-B59F-4D37-9F9D-92653AF84340}"/>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688A463-6E57-4187-9467-51B1E73EF14C}"/>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8" name="">
            <a:extLst xmlns:a="http://schemas.openxmlformats.org/drawingml/2006/main">
              <a:ext uri="{FF2B5EF4-FFF2-40B4-BE49-F238E27FC236}">
                <a16:creationId xmlns:a16="http://schemas.microsoft.com/office/drawing/2014/main" id="{D90B0C99-5248-4998-AF87-C18866F2D114}"/>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0" name="source-credit">
            <a:extLst xmlns:a="http://schemas.openxmlformats.org/drawingml/2006/main">
              <a:ext uri="{FF2B5EF4-FFF2-40B4-BE49-F238E27FC236}">
                <a16:creationId xmlns:a16="http://schemas.microsoft.com/office/drawing/2014/main" id="{F8BA36BB-8EDB-4B53-A46B-141995F489F2}"/>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bb5e5491e84e4d3a"/>
              </a:rPr>
              <a:t>Pooja K. Agarwal — flashcard guidance — original guidance</a:t>
            </a:r>
          </a:p>
        </p:txBody>
      </p:sp>
    </p:spTree>
    <p:extLst>
      <p:ext uri="{BB962C8B-B14F-4D97-AF65-F5344CB8AC3E}">
        <p14:creationId xmlns:p14="http://schemas.microsoft.com/office/powerpoint/2010/main" val="19595197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2026-10-08T06:08:36.0140000Z</dcterms:created>
  <dcterms:modified xsi:type="dcterms:W3CDTF">2026-10-08T06:08:36.0140000Z</dcterms:modified>
</coreProperties>
</file>