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333ca5936c743b3" /><Relationship Type="http://schemas.openxmlformats.org/officeDocument/2006/relationships/extended-properties" Target="/docProps/app.xml" Id="R6494567b675d46d5" /><Relationship Type="http://schemas.openxmlformats.org/officeDocument/2006/relationships/officeDocument" Target="/ppt/presentation.xml" Id="R8d5e022da8734521" /></Relationships>
</file>

<file path=ppt/presentation.xml><?xml version="1.0" encoding="utf-8"?>
<p:presentation xmlns:p="http://schemas.openxmlformats.org/presentationml/2006/main">
  <p:sldMasterIdLst>
    <p:sldMasterId xmlns:r="http://schemas.openxmlformats.org/officeDocument/2006/relationships" id="2147483648" r:id="R0c373777223f4a61"/>
  </p:sldMasterIdLst>
  <p:notesMasterIdLst>
    <p:notesMasterId xmlns:r="http://schemas.openxmlformats.org/officeDocument/2006/relationships" r:id="R60a10592467e496e"/>
  </p:notesMasterIdLst>
  <p:sldIdLst>
    <p:sldId xmlns:r="http://schemas.openxmlformats.org/officeDocument/2006/relationships" id="256" r:id="R4979e9256d9a49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9e2fd4fa7d44da" /><Relationship Type="http://schemas.openxmlformats.org/officeDocument/2006/relationships/slideMaster" Target="/ppt/slideMasters/slideMaster1.xml" Id="R0c373777223f4a61" /><Relationship Type="http://schemas.openxmlformats.org/officeDocument/2006/relationships/notesMaster" Target="/ppt/notesMasters/notesMaster1.xml" Id="R60a10592467e496e" /><Relationship Type="http://schemas.openxmlformats.org/officeDocument/2006/relationships/presProps" Target="/ppt/presProps.xml" Id="Re90d5f8f9f5d465b" /><Relationship Type="http://schemas.openxmlformats.org/officeDocument/2006/relationships/tableStyles" Target="/ppt/tableStyles.xml" Id="Rf888f8e529c54e52" /><Relationship Type="http://schemas.openxmlformats.org/officeDocument/2006/relationships/slide" Target="/ppt/slides/slide1.xml" Id="R4979e9256d9a49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432cdea05224c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52c5aa39884df6" /><Relationship Type="http://schemas.openxmlformats.org/officeDocument/2006/relationships/notesMaster" Target="/ppt/notesMasters/notesMaster1.xml" Id="Re9e8ea58ecd344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bc243219d26482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2906f8515a14e6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b0ccf8045604d3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14b98bf8ce64be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6282e038a574e4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1cf0463bc1f4b2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9862539-D1FE-4EC2-A4D3-5DFCAC0657B1}"/>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E8B3D2C-7CDC-4136-8A3C-0B43C31C035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E8CBBDF-821D-471B-8E05-8E34E790DC0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B2174C57-91E5-4BC1-8B76-88990A62A22F}"/>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D11FEEF-6A2E-4CC6-941C-1C56E2795E6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CA37FD9-AE8D-440B-A348-1474F079B21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ECC10C2-77A1-4FF6-B9F8-D9FE91AA22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12B8A95-6A20-4AC8-8704-8A9E8FA5E7A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1AAEAFB-9256-4CD0-8C0B-B6822618B6DE}"/>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73C36A5-A6EB-42A7-972A-3E4416586D8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ECD00BBB-5CDE-4843-8789-4B546F39CA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B73D3DB-7279-4F87-9457-4089CC49859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6EC24D4-141D-45B9-89DB-B2FB3001F985}"/>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B128EBE-2C18-4A22-B3C1-ADEB5D24D6E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6EEF933-0AC3-455B-BC5F-5C58815E838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7a6abcf3544526" /><Relationship Type="http://schemas.openxmlformats.org/officeDocument/2006/relationships/slideLayout" Target="/ppt/slideLayouts/slideLayout1.xml" Id="Rab8d29e42a344b4e" /><Relationship Type="http://schemas.openxmlformats.org/officeDocument/2006/relationships/slideLayout" Target="/ppt/slideLayouts/slideLayout2.xml" Id="R692238572b7a4571" /><Relationship Type="http://schemas.openxmlformats.org/officeDocument/2006/relationships/slideLayout" Target="/ppt/slideLayouts/slideLayout3.xml" Id="Rcdfbe432ee4d4c47" /><Relationship Type="http://schemas.openxmlformats.org/officeDocument/2006/relationships/slideLayout" Target="/ppt/slideLayouts/slideLayout4.xml" Id="Ra54e482d793b4f6a" /><Relationship Type="http://schemas.openxmlformats.org/officeDocument/2006/relationships/slideLayout" Target="/ppt/slideLayouts/slideLayout5.xml" Id="R37468927947446f0" /><Relationship Type="http://schemas.openxmlformats.org/officeDocument/2006/relationships/slideLayout" Target="/ppt/slideLayouts/slideLayout6.xml" Id="R69478041aea44b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8d29e42a344b4e"/>
    <p:sldLayoutId xmlns:r="http://schemas.openxmlformats.org/officeDocument/2006/relationships" id="2147483650" r:id="R692238572b7a4571"/>
    <p:sldLayoutId xmlns:r="http://schemas.openxmlformats.org/officeDocument/2006/relationships" id="2147483651" r:id="Rcdfbe432ee4d4c47"/>
    <p:sldLayoutId xmlns:r="http://schemas.openxmlformats.org/officeDocument/2006/relationships" id="2147483652" r:id="Ra54e482d793b4f6a"/>
    <p:sldLayoutId xmlns:r="http://schemas.openxmlformats.org/officeDocument/2006/relationships" id="2147483653" r:id="R37468927947446f0"/>
    <p:sldLayoutId xmlns:r="http://schemas.openxmlformats.org/officeDocument/2006/relationships" id="2147483654" r:id="R69478041aea44b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8c6fe90fd946b3" /><Relationship Type="http://schemas.openxmlformats.org/officeDocument/2006/relationships/notesSlide" Target="/ppt/notesSlides/notesSlide1.xml" Id="R744384327adb4f7e"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727ECBB-B3F8-40A8-8D13-01A02A5EB817}"/>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Flashcard practice</a:t>
            </a:r>
          </a:p>
        </p:txBody>
      </p:sp>
      <p:sp>
        <p:nvSpPr>
          <p:cNvPr id="2" name="">
            <a:extLst xmlns:a="http://schemas.openxmlformats.org/drawingml/2006/main">
              <a:ext uri="{FF2B5EF4-FFF2-40B4-BE49-F238E27FC236}">
                <a16:creationId xmlns:a16="http://schemas.microsoft.com/office/drawing/2014/main" id="{BA5C2440-828C-41A1-A2B7-7AD5B6595026}"/>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4AE87716-A51D-4465-B48E-76733CDC965C}"/>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13BDE5F-1720-4B8E-AD4C-12DC1A30F922}"/>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59E0F500-DAE0-49DE-AF34-C73E6D12F2E1}"/>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60A87176-DE4C-49AD-8FB3-803EAB9F11A6}"/>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7ED59CC9-6F47-4F18-A3DB-93F2DC27FAA4}"/>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0468C21-78C7-415A-8E5F-3FC839937B12}"/>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44D68BAF-1C13-4911-A14E-EC5C8D2C3212}"/>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side</a:t>
            </a:r>
          </a:p>
        </p:txBody>
      </p:sp>
      <p:sp>
        <p:nvSpPr>
          <p:cNvPr id="10" name="">
            <a:extLst xmlns:a="http://schemas.openxmlformats.org/drawingml/2006/main">
              <a:ext uri="{FF2B5EF4-FFF2-40B4-BE49-F238E27FC236}">
                <a16:creationId xmlns:a16="http://schemas.microsoft.com/office/drawing/2014/main" id="{1A71D190-6C9D-4EA8-9CB7-F3077CE456AF}"/>
              </a:ext>
            </a:extLst>
          </p:cNvPr>
          <p:cNvSpPr>
            <a:spLocks xmlns:a="http://schemas.openxmlformats.org/drawingml/2006/main" noGrp="1"/>
          </p:cNvSpPr>
          <p:nvPr/>
        </p:nvSpPr>
        <p:spPr>
          <a:xfrm xmlns:a="http://schemas.openxmlformats.org/drawingml/2006/main">
            <a:off x="819150"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1" name="">
            <a:extLst xmlns:a="http://schemas.openxmlformats.org/drawingml/2006/main">
              <a:ext uri="{FF2B5EF4-FFF2-40B4-BE49-F238E27FC236}">
                <a16:creationId xmlns:a16="http://schemas.microsoft.com/office/drawing/2014/main" id="{3B403D8E-7F7D-4C9A-B52A-925CEE6B0941}"/>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9198B490-7726-4320-9D54-D720ECB5E47D}"/>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231D94C-832B-4D35-96F3-5349949FA756}"/>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B0F0CF56-3A26-4800-907B-9673FFFC41DB}"/>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Answer side</a:t>
            </a:r>
          </a:p>
        </p:txBody>
      </p:sp>
      <p:sp>
        <p:nvSpPr>
          <p:cNvPr id="15" name="">
            <a:extLst xmlns:a="http://schemas.openxmlformats.org/drawingml/2006/main">
              <a:ext uri="{FF2B5EF4-FFF2-40B4-BE49-F238E27FC236}">
                <a16:creationId xmlns:a16="http://schemas.microsoft.com/office/drawing/2014/main" id="{DEC66895-0EDA-4CEC-A79B-57E1B5D55B68}"/>
              </a:ext>
            </a:extLst>
          </p:cNvPr>
          <p:cNvSpPr>
            <a:spLocks xmlns:a="http://schemas.openxmlformats.org/drawingml/2006/main" noGrp="1"/>
          </p:cNvSpPr>
          <p:nvPr/>
        </p:nvSpPr>
        <p:spPr>
          <a:xfrm xmlns:a="http://schemas.openxmlformats.org/drawingml/2006/main">
            <a:off x="6391275"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checked answer]</a:t>
            </a:r>
          </a:p>
        </p:txBody>
      </p:sp>
      <p:sp>
        <p:nvSpPr>
          <p:cNvPr id="16" name="">
            <a:extLst xmlns:a="http://schemas.openxmlformats.org/drawingml/2006/main">
              <a:ext uri="{FF2B5EF4-FFF2-40B4-BE49-F238E27FC236}">
                <a16:creationId xmlns:a16="http://schemas.microsoft.com/office/drawing/2014/main" id="{E645D7FF-1F16-4371-8CA9-4EF636836D8D}"/>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E2831C8-1896-4D14-B2AC-DB6DD467C574}"/>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8" name="">
            <a:extLst xmlns:a="http://schemas.openxmlformats.org/drawingml/2006/main">
              <a:ext uri="{FF2B5EF4-FFF2-40B4-BE49-F238E27FC236}">
                <a16:creationId xmlns:a16="http://schemas.microsoft.com/office/drawing/2014/main" id="{654E31EF-080B-43D4-AF73-032E058B9BB4}"/>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6633804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2026-10-07T20:43:22.4140000Z</dcterms:created>
  <dcterms:modified xsi:type="dcterms:W3CDTF">2026-10-07T20:43:22.4140000Z</dcterms:modified>
</coreProperties>
</file>