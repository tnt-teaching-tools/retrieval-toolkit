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d4f027ba214dc0" /><Relationship Type="http://schemas.openxmlformats.org/officeDocument/2006/relationships/extended-properties" Target="/docProps/app.xml" Id="R8964c6a3c8e94fde" /><Relationship Type="http://schemas.openxmlformats.org/officeDocument/2006/relationships/officeDocument" Target="/ppt/presentation.xml" Id="Rd3c09f2646654fa6" /></Relationships>
</file>

<file path=ppt/presentation.xml><?xml version="1.0" encoding="utf-8"?>
<p:presentation xmlns:p="http://schemas.openxmlformats.org/presentationml/2006/main">
  <p:sldMasterIdLst>
    <p:sldMasterId xmlns:r="http://schemas.openxmlformats.org/officeDocument/2006/relationships" id="2147483648" r:id="R76d9e7a757644da3"/>
  </p:sldMasterIdLst>
  <p:notesMasterIdLst>
    <p:notesMasterId xmlns:r="http://schemas.openxmlformats.org/officeDocument/2006/relationships" r:id="Rdc7551f0799e493d"/>
  </p:notesMasterIdLst>
  <p:sldIdLst>
    <p:sldId xmlns:r="http://schemas.openxmlformats.org/officeDocument/2006/relationships" id="256" r:id="R18290b31d66648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4da0e9500142cc" /><Relationship Type="http://schemas.openxmlformats.org/officeDocument/2006/relationships/slideMaster" Target="/ppt/slideMasters/slideMaster1.xml" Id="R76d9e7a757644da3" /><Relationship Type="http://schemas.openxmlformats.org/officeDocument/2006/relationships/notesMaster" Target="/ppt/notesMasters/notesMaster1.xml" Id="Rdc7551f0799e493d" /><Relationship Type="http://schemas.openxmlformats.org/officeDocument/2006/relationships/presProps" Target="/ppt/presProps.xml" Id="Rc09f8327775e455c" /><Relationship Type="http://schemas.openxmlformats.org/officeDocument/2006/relationships/tableStyles" Target="/ppt/tableStyles.xml" Id="R9ace83f79f8a4a4a" /><Relationship Type="http://schemas.openxmlformats.org/officeDocument/2006/relationships/slide" Target="/ppt/slides/slide1.xml" Id="R18290b31d66648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7c03dbb0ef4e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d53ab1f76a4166" /><Relationship Type="http://schemas.openxmlformats.org/officeDocument/2006/relationships/notesMaster" Target="/ppt/notesMasters/notesMaster1.xml" Id="R23ee92d9a58242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Laura Webb — published classroom example</a:t>
            </a:r>
          </a:p>
          <a:p xmlns:a="http://schemas.openxmlformats.org/drawingml/2006/main">
            <a:r>
              <a:t/>
            </a:r>
          </a:p>
          <a:p xmlns:a="http://schemas.openxmlformats.org/drawingml/2006/main">
            <a:r>
              <a:t>https://teachingtoptens.wordpress.com/2018/09/28/ten-testing-strategies-a-range-of-activities-for-varying-retrieval-practice/</a:t>
            </a:r>
          </a:p>
          <a:p xmlns:a="http://schemas.openxmlformats.org/drawingml/2006/main">
            <a:r>
              <a:t/>
            </a:r>
          </a:p>
          <a:p xmlns:a="http://schemas.openxmlformats.org/drawingml/2006/main">
            <a:r>
              <a:t>Laura Webb describes using this routine in her classroom. Credit recognises her published example, not a verified claim to invent the wider routine.</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https://tnt-teaching-tools.github.io/retrieval-toolkit/retrieval-multiple-choice-reasons.html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3c825248a54a8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975c8616f4943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7960d64bad24de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bd682c4e174ff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28dbab81f544b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ecbf28d2e3643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9439bfea25461c" /><Relationship Type="http://schemas.openxmlformats.org/officeDocument/2006/relationships/slideLayout" Target="/ppt/slideLayouts/slideLayout1.xml" Id="R2ed20efaa92845c3" /><Relationship Type="http://schemas.openxmlformats.org/officeDocument/2006/relationships/slideLayout" Target="/ppt/slideLayouts/slideLayout2.xml" Id="Rbaa1304c738c430c" /><Relationship Type="http://schemas.openxmlformats.org/officeDocument/2006/relationships/slideLayout" Target="/ppt/slideLayouts/slideLayout3.xml" Id="R035dd072f3f94b05" /><Relationship Type="http://schemas.openxmlformats.org/officeDocument/2006/relationships/slideLayout" Target="/ppt/slideLayouts/slideLayout4.xml" Id="R47ba7d1b69c144e6" /><Relationship Type="http://schemas.openxmlformats.org/officeDocument/2006/relationships/slideLayout" Target="/ppt/slideLayouts/slideLayout5.xml" Id="Ra7e705d377064fd6" /><Relationship Type="http://schemas.openxmlformats.org/officeDocument/2006/relationships/slideLayout" Target="/ppt/slideLayouts/slideLayout6.xml" Id="R6aadba11f4b94e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d20efaa92845c3"/>
    <p:sldLayoutId xmlns:r="http://schemas.openxmlformats.org/officeDocument/2006/relationships" id="2147483650" r:id="Rbaa1304c738c430c"/>
    <p:sldLayoutId xmlns:r="http://schemas.openxmlformats.org/officeDocument/2006/relationships" id="2147483651" r:id="R035dd072f3f94b05"/>
    <p:sldLayoutId xmlns:r="http://schemas.openxmlformats.org/officeDocument/2006/relationships" id="2147483652" r:id="R47ba7d1b69c144e6"/>
    <p:sldLayoutId xmlns:r="http://schemas.openxmlformats.org/officeDocument/2006/relationships" id="2147483653" r:id="Ra7e705d377064fd6"/>
    <p:sldLayoutId xmlns:r="http://schemas.openxmlformats.org/officeDocument/2006/relationships" id="2147483654" r:id="R6aadba11f4b94e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e6c6a15176b4b7b" /><Relationship Type="http://schemas.openxmlformats.org/officeDocument/2006/relationships/hyperlink" Target="https://teachingtoptens.wordpress.com/2018/09/28/ten-testing-strategies-a-range-of-activities-for-varying-retrieval-practice/" TargetMode="External" Id="R32bd06ac044645c2" /><Relationship Type="http://schemas.openxmlformats.org/officeDocument/2006/relationships/notesSlide" Target="/ppt/notesSlides/notesSlide1.xml" Id="Rfb8b42ac68ee4946"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D83DCEB-57DC-4DFA-9373-18F4AB77D74B}"/>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Multiple choice with reasons</a:t>
            </a:r>
          </a:p>
        </p:txBody>
      </p:sp>
      <p:sp>
        <p:nvSpPr>
          <p:cNvPr id="2" name="">
            <a:extLst xmlns:a="http://schemas.openxmlformats.org/drawingml/2006/main">
              <a:ext uri="{FF2B5EF4-FFF2-40B4-BE49-F238E27FC236}">
                <a16:creationId xmlns:a16="http://schemas.microsoft.com/office/drawing/2014/main" id="{641B61D9-7BE8-47AF-9811-C6D9E0A776E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1E55437-AC95-4208-AD0A-2D00B84B2734}"/>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C3CA8D6-19AD-40DA-A2A9-E490770AD4E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7A09C5EF-2302-4AB0-8739-2212F73D8ED1}"/>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5EC02EA9-E28C-437B-9D9E-728144333FB0}"/>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875436EC-1517-4CEE-A49D-6C179F9CC52A}"/>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Question  [Your question]</a:t>
            </a:r>
          </a:p>
        </p:txBody>
      </p:sp>
      <p:sp>
        <p:nvSpPr>
          <p:cNvPr id="8" name="">
            <a:extLst xmlns:a="http://schemas.openxmlformats.org/drawingml/2006/main">
              <a:ext uri="{FF2B5EF4-FFF2-40B4-BE49-F238E27FC236}">
                <a16:creationId xmlns:a16="http://schemas.microsoft.com/office/drawing/2014/main" id="{02BEADA0-42D0-4B1B-AD90-F3799E73437D}"/>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53BB693-0842-43EF-B47E-17DC2D73593A}"/>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884FD60E-0E3F-4F77-AED9-C900AB1E2DF4}"/>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Choices</a:t>
            </a:r>
          </a:p>
        </p:txBody>
      </p:sp>
      <p:sp>
        <p:nvSpPr>
          <p:cNvPr id="11" name="">
            <a:extLst xmlns:a="http://schemas.openxmlformats.org/drawingml/2006/main">
              <a:ext uri="{FF2B5EF4-FFF2-40B4-BE49-F238E27FC236}">
                <a16:creationId xmlns:a16="http://schemas.microsoft.com/office/drawing/2014/main" id="{BC4972E4-1B24-4851-82BE-D7CAEC103BBB}"/>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B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C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D [Option]</a:t>
            </a:r>
          </a:p>
        </p:txBody>
      </p:sp>
      <p:sp>
        <p:nvSpPr>
          <p:cNvPr id="12" name="">
            <a:extLst xmlns:a="http://schemas.openxmlformats.org/drawingml/2006/main">
              <a:ext uri="{FF2B5EF4-FFF2-40B4-BE49-F238E27FC236}">
                <a16:creationId xmlns:a16="http://schemas.microsoft.com/office/drawing/2014/main" id="{10ACA9C4-528E-47DF-A46D-DB0DDA9E77B5}"/>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7A8DD95E-2714-4E00-9DB5-7A9A07AAA456}"/>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choice and reason</a:t>
            </a:r>
          </a:p>
        </p:txBody>
      </p:sp>
      <p:sp>
        <p:nvSpPr>
          <p:cNvPr id="14" name="">
            <a:extLst xmlns:a="http://schemas.openxmlformats.org/drawingml/2006/main">
              <a:ext uri="{FF2B5EF4-FFF2-40B4-BE49-F238E27FC236}">
                <a16:creationId xmlns:a16="http://schemas.microsoft.com/office/drawing/2014/main" id="{D322DFCB-F2D9-40A0-B328-B10CC10D0A30}"/>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0311F6D3-2ABF-4299-8E48-EF07F6CCFCD0}"/>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CCD7A7C1-D509-40C6-B10E-6DD89E3878E6}"/>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Why another choice is incorrect</a:t>
            </a:r>
          </a:p>
        </p:txBody>
      </p:sp>
      <p:sp>
        <p:nvSpPr>
          <p:cNvPr id="17" name="">
            <a:extLst xmlns:a="http://schemas.openxmlformats.org/drawingml/2006/main">
              <a:ext uri="{FF2B5EF4-FFF2-40B4-BE49-F238E27FC236}">
                <a16:creationId xmlns:a16="http://schemas.microsoft.com/office/drawing/2014/main" id="{DC8DDB5F-D26E-444B-AD98-83BC294D42A4}"/>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4A742A9C-11BF-46C1-99DE-CA3587F61B8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42B4196-B2DF-438F-BAF9-7E41DF94BE7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42A87239-437E-4DCE-9146-27EF86F57D5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2" name="source-credit">
            <a:extLst xmlns:a="http://schemas.openxmlformats.org/drawingml/2006/main">
              <a:ext uri="{FF2B5EF4-FFF2-40B4-BE49-F238E27FC236}">
                <a16:creationId xmlns:a16="http://schemas.microsoft.com/office/drawing/2014/main" id="{BE6B63EF-D46F-4E7C-ADAB-6B0916F1380C}"/>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32bd06ac044645c2"/>
              </a:rPr>
              <a:t>Laura Webb — published classroom example — original guidance</a:t>
            </a:r>
          </a:p>
        </p:txBody>
      </p:sp>
    </p:spTree>
    <p:extLst>
      <p:ext uri="{BB962C8B-B14F-4D97-AF65-F5344CB8AC3E}">
        <p14:creationId xmlns:p14="http://schemas.microsoft.com/office/powerpoint/2010/main" val="20433980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2026-10-08T06:09:18.1460000Z</dcterms:created>
  <dcterms:modified xsi:type="dcterms:W3CDTF">2026-10-08T06:09:18.1460000Z</dcterms:modified>
</coreProperties>
</file>