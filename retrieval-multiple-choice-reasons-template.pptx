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5846fe82e6449e" /><Relationship Type="http://schemas.openxmlformats.org/officeDocument/2006/relationships/extended-properties" Target="/docProps/app.xml" Id="R344584ee89a7427e" /><Relationship Type="http://schemas.openxmlformats.org/officeDocument/2006/relationships/officeDocument" Target="/ppt/presentation.xml" Id="Rfa44fc76d5054b58" /></Relationships>
</file>

<file path=ppt/presentation.xml><?xml version="1.0" encoding="utf-8"?>
<p:presentation xmlns:p="http://schemas.openxmlformats.org/presentationml/2006/main">
  <p:sldMasterIdLst>
    <p:sldMasterId xmlns:r="http://schemas.openxmlformats.org/officeDocument/2006/relationships" id="2147483648" r:id="R8c94b6ce507542e1"/>
  </p:sldMasterIdLst>
  <p:notesMasterIdLst>
    <p:notesMasterId xmlns:r="http://schemas.openxmlformats.org/officeDocument/2006/relationships" r:id="Rb02421d3a8224999"/>
  </p:notesMasterIdLst>
  <p:sldIdLst>
    <p:sldId xmlns:r="http://schemas.openxmlformats.org/officeDocument/2006/relationships" id="256" r:id="R9c1b54fa0c9f43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f7bf22d01d43dd" /><Relationship Type="http://schemas.openxmlformats.org/officeDocument/2006/relationships/slideMaster" Target="/ppt/slideMasters/slideMaster1.xml" Id="R8c94b6ce507542e1" /><Relationship Type="http://schemas.openxmlformats.org/officeDocument/2006/relationships/notesMaster" Target="/ppt/notesMasters/notesMaster1.xml" Id="Rb02421d3a8224999" /><Relationship Type="http://schemas.openxmlformats.org/officeDocument/2006/relationships/presProps" Target="/ppt/presProps.xml" Id="Ra0c92e62db7f4648" /><Relationship Type="http://schemas.openxmlformats.org/officeDocument/2006/relationships/tableStyles" Target="/ppt/tableStyles.xml" Id="Rbb5f748614c74adf" /><Relationship Type="http://schemas.openxmlformats.org/officeDocument/2006/relationships/slide" Target="/ppt/slides/slide1.xml" Id="R9c1b54fa0c9f43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330ab0e09046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ab7297d169466c" /><Relationship Type="http://schemas.openxmlformats.org/officeDocument/2006/relationships/notesMaster" Target="/ppt/notesMasters/notesMaster1.xml" Id="R5f23e86730af46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bb0c21a47544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b4036d164341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b04a80990945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ae14c8f7e04a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6a727d454840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7d27e567894b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6008F6-1941-4700-A0C7-207625565288}"/>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EBCACB3-AA67-4BD2-ADEC-FC61EE492D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2D07591-878E-459E-A7E2-70AB849B07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CD48AA6-D1DC-4E33-B13C-27955773C59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9B6656F-49A4-4412-9862-C98A093B04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906B22A-3A05-4176-8015-B424C8A1498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5AAA499-CC41-4E76-860A-4EDE61756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D2CE2A3-2C65-469B-88A3-E1AE2A1BBA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568B933-7FE1-40FA-93DC-AFD0805D557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D48BFD8-6164-4666-9EF1-3A1F554E66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64C3D48-8F24-445E-80B9-EF3C1BB86B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9142C-4D76-430A-9086-E1909159CF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A974DC6-2815-45BE-BE99-834DD93DBFC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DC3582D-05CD-44B6-87CD-6CBCE5C87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6D9F842-6629-4B4F-A43F-A6BF9E6D00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df50bde1ac4528" /><Relationship Type="http://schemas.openxmlformats.org/officeDocument/2006/relationships/slideLayout" Target="/ppt/slideLayouts/slideLayout1.xml" Id="Raee6f6410b8a49de" /><Relationship Type="http://schemas.openxmlformats.org/officeDocument/2006/relationships/slideLayout" Target="/ppt/slideLayouts/slideLayout2.xml" Id="R547699782dbf4fcf" /><Relationship Type="http://schemas.openxmlformats.org/officeDocument/2006/relationships/slideLayout" Target="/ppt/slideLayouts/slideLayout3.xml" Id="R4dbfc60e997743a1" /><Relationship Type="http://schemas.openxmlformats.org/officeDocument/2006/relationships/slideLayout" Target="/ppt/slideLayouts/slideLayout4.xml" Id="R48c217e6911a48b5" /><Relationship Type="http://schemas.openxmlformats.org/officeDocument/2006/relationships/slideLayout" Target="/ppt/slideLayouts/slideLayout5.xml" Id="R6e2e7afb006e4749" /><Relationship Type="http://schemas.openxmlformats.org/officeDocument/2006/relationships/slideLayout" Target="/ppt/slideLayouts/slideLayout6.xml" Id="Ra8f84fab72e44f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e6f6410b8a49de"/>
    <p:sldLayoutId xmlns:r="http://schemas.openxmlformats.org/officeDocument/2006/relationships" id="2147483650" r:id="R547699782dbf4fcf"/>
    <p:sldLayoutId xmlns:r="http://schemas.openxmlformats.org/officeDocument/2006/relationships" id="2147483651" r:id="R4dbfc60e997743a1"/>
    <p:sldLayoutId xmlns:r="http://schemas.openxmlformats.org/officeDocument/2006/relationships" id="2147483652" r:id="R48c217e6911a48b5"/>
    <p:sldLayoutId xmlns:r="http://schemas.openxmlformats.org/officeDocument/2006/relationships" id="2147483653" r:id="R6e2e7afb006e4749"/>
    <p:sldLayoutId xmlns:r="http://schemas.openxmlformats.org/officeDocument/2006/relationships" id="2147483654" r:id="Ra8f84fab72e44f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772b3f85d1420c" /><Relationship Type="http://schemas.openxmlformats.org/officeDocument/2006/relationships/notesSlide" Target="/ppt/notesSlides/notesSlide1.xml" Id="Ra0b5ba6f5a97479c"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71F3B63-177D-4CDC-B676-98000B77063F}"/>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Multiple choice with reasons</a:t>
            </a:r>
          </a:p>
        </p:txBody>
      </p:sp>
      <p:sp>
        <p:nvSpPr>
          <p:cNvPr id="2" name="">
            <a:extLst xmlns:a="http://schemas.openxmlformats.org/drawingml/2006/main">
              <a:ext uri="{FF2B5EF4-FFF2-40B4-BE49-F238E27FC236}">
                <a16:creationId xmlns:a16="http://schemas.microsoft.com/office/drawing/2014/main" id="{A938C96B-47B5-44C6-A96F-2A40EE3A64C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5F9BE6C-1C8F-440E-81F7-4C106F5D1349}"/>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D1CD47-7C57-4339-AB57-C1688CDA04B3}"/>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2BE29090-9DBC-47BB-B422-21EBBEB8D9A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81E777EE-1B38-4178-AB4C-E300D06D59CD}"/>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02BD482-B804-448C-84B5-24487A608FE5}"/>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Question  [Your question]</a:t>
            </a:r>
          </a:p>
        </p:txBody>
      </p:sp>
      <p:sp>
        <p:nvSpPr>
          <p:cNvPr id="8" name="">
            <a:extLst xmlns:a="http://schemas.openxmlformats.org/drawingml/2006/main">
              <a:ext uri="{FF2B5EF4-FFF2-40B4-BE49-F238E27FC236}">
                <a16:creationId xmlns:a16="http://schemas.microsoft.com/office/drawing/2014/main" id="{020AC49B-F148-4094-8CBA-90202F8D71C0}"/>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D7039D3E-E878-48BD-AC20-969BF5221356}"/>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1B400950-0ED2-403C-81BF-7FF43BD5A22E}"/>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Choices</a:t>
            </a:r>
          </a:p>
        </p:txBody>
      </p:sp>
      <p:sp>
        <p:nvSpPr>
          <p:cNvPr id="11" name="">
            <a:extLst xmlns:a="http://schemas.openxmlformats.org/drawingml/2006/main">
              <a:ext uri="{FF2B5EF4-FFF2-40B4-BE49-F238E27FC236}">
                <a16:creationId xmlns:a16="http://schemas.microsoft.com/office/drawing/2014/main" id="{693954EF-7192-4E05-B3C4-F04D84FAA1E3}"/>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B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C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D [Option]</a:t>
            </a:r>
          </a:p>
        </p:txBody>
      </p:sp>
      <p:sp>
        <p:nvSpPr>
          <p:cNvPr id="12" name="">
            <a:extLst xmlns:a="http://schemas.openxmlformats.org/drawingml/2006/main">
              <a:ext uri="{FF2B5EF4-FFF2-40B4-BE49-F238E27FC236}">
                <a16:creationId xmlns:a16="http://schemas.microsoft.com/office/drawing/2014/main" id="{5B6AD152-CC76-4AD3-8DC2-C805D451A841}"/>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1C65B003-8E78-44FB-B9F7-53140F8B69E9}"/>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choice and reason</a:t>
            </a:r>
          </a:p>
        </p:txBody>
      </p:sp>
      <p:sp>
        <p:nvSpPr>
          <p:cNvPr id="14" name="">
            <a:extLst xmlns:a="http://schemas.openxmlformats.org/drawingml/2006/main">
              <a:ext uri="{FF2B5EF4-FFF2-40B4-BE49-F238E27FC236}">
                <a16:creationId xmlns:a16="http://schemas.microsoft.com/office/drawing/2014/main" id="{ADA73252-2BAE-4FE2-B3B0-32342B8FA909}"/>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02F100A2-B43E-477A-8823-AF77C3F7744E}"/>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0066DF8E-5500-440B-9BF7-954DB5DE3102}"/>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Why another choice is incorrect</a:t>
            </a:r>
          </a:p>
        </p:txBody>
      </p:sp>
      <p:sp>
        <p:nvSpPr>
          <p:cNvPr id="17" name="">
            <a:extLst xmlns:a="http://schemas.openxmlformats.org/drawingml/2006/main">
              <a:ext uri="{FF2B5EF4-FFF2-40B4-BE49-F238E27FC236}">
                <a16:creationId xmlns:a16="http://schemas.microsoft.com/office/drawing/2014/main" id="{8A6C9542-D690-448B-8483-756508791F7A}"/>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7B1656F0-39A8-4C0E-9F93-F384D29DE7C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B412EF3-5A0A-48C3-ADB9-764634D6E4B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B8CB414A-7614-4C62-8547-FCAE95D8233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5158797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2026-10-07T20:46:00.8130000Z</dcterms:created>
  <dcterms:modified xsi:type="dcterms:W3CDTF">2026-10-07T20:46:00.8130000Z</dcterms:modified>
</coreProperties>
</file>