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41414944f440e1" /><Relationship Type="http://schemas.openxmlformats.org/officeDocument/2006/relationships/extended-properties" Target="/docProps/app.xml" Id="R270589c6596b4898" /><Relationship Type="http://schemas.openxmlformats.org/officeDocument/2006/relationships/officeDocument" Target="/ppt/presentation.xml" Id="R78503abcc30847f9" /></Relationships>
</file>

<file path=ppt/presentation.xml><?xml version="1.0" encoding="utf-8"?>
<p:presentation xmlns:p="http://schemas.openxmlformats.org/presentationml/2006/main">
  <p:sldMasterIdLst>
    <p:sldMasterId xmlns:r="http://schemas.openxmlformats.org/officeDocument/2006/relationships" id="2147483648" r:id="R842eb69a16144304"/>
  </p:sldMasterIdLst>
  <p:notesMasterIdLst>
    <p:notesMasterId xmlns:r="http://schemas.openxmlformats.org/officeDocument/2006/relationships" r:id="Reec9f46f6b354781"/>
  </p:notesMasterIdLst>
  <p:sldIdLst>
    <p:sldId xmlns:r="http://schemas.openxmlformats.org/officeDocument/2006/relationships" id="256" r:id="R26f2434d093342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7a929f64d4402e" /><Relationship Type="http://schemas.openxmlformats.org/officeDocument/2006/relationships/slideMaster" Target="/ppt/slideMasters/slideMaster1.xml" Id="R842eb69a16144304" /><Relationship Type="http://schemas.openxmlformats.org/officeDocument/2006/relationships/notesMaster" Target="/ppt/notesMasters/notesMaster1.xml" Id="Reec9f46f6b354781" /><Relationship Type="http://schemas.openxmlformats.org/officeDocument/2006/relationships/presProps" Target="/ppt/presProps.xml" Id="R385b0a703bc542b9" /><Relationship Type="http://schemas.openxmlformats.org/officeDocument/2006/relationships/tableStyles" Target="/ppt/tableStyles.xml" Id="Rbf373d84f9224595" /><Relationship Type="http://schemas.openxmlformats.org/officeDocument/2006/relationships/slide" Target="/ppt/slides/slide1.xml" Id="R26f2434d093342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793a9b92b042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e99ab6d8094bd3" /><Relationship Type="http://schemas.openxmlformats.org/officeDocument/2006/relationships/notesMaster" Target="/ppt/notesMasters/notesMaster1.xml" Id="R70214fb3f8bf4d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644250135545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95fcb0525442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3c10f2c5444f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2642eda92b48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4cf999eecd4c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8842011cc94a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D7188DD-E4B1-4B78-B61F-569EF71355AA}"/>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05A506-A33E-46F9-B82F-2207D166A0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1EC2B5D-2B55-4033-89F1-D94D32BB0C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54ADA94-AC07-4F07-812D-88BA22E5D9D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6BB8F34-3C49-465E-80AE-6C68D8A94B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3ABB8EF-86C2-409F-834C-3FBA6A8D566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C73913C-2C96-47A7-AB57-2801C402C5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D332621-4A14-4726-A614-87CABCAC68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0546C09-AED5-4979-B05F-1786F237E3A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BCFCAF4-63B3-4FD9-87A7-A1EFB31AA0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13F6B81-6BA3-4FB5-8A4C-DF3B75971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59AAF55-6911-41EF-83DD-67CD82C029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BC83727-A261-43B0-9C40-802BE869FD5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D15FA13-B6CF-49F2-87E2-633A10B7E4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19ADADB-A7F9-463B-96EF-CC87FE5CB1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c8394fe9de4d8f" /><Relationship Type="http://schemas.openxmlformats.org/officeDocument/2006/relationships/slideLayout" Target="/ppt/slideLayouts/slideLayout1.xml" Id="Rdcb3341dd84c490e" /><Relationship Type="http://schemas.openxmlformats.org/officeDocument/2006/relationships/slideLayout" Target="/ppt/slideLayouts/slideLayout2.xml" Id="R0dd13ace86fc4abc" /><Relationship Type="http://schemas.openxmlformats.org/officeDocument/2006/relationships/slideLayout" Target="/ppt/slideLayouts/slideLayout3.xml" Id="Rb842e295c74d46c5" /><Relationship Type="http://schemas.openxmlformats.org/officeDocument/2006/relationships/slideLayout" Target="/ppt/slideLayouts/slideLayout4.xml" Id="R9048aa15ac314ddc" /><Relationship Type="http://schemas.openxmlformats.org/officeDocument/2006/relationships/slideLayout" Target="/ppt/slideLayouts/slideLayout5.xml" Id="R5fb380b2ae054955" /><Relationship Type="http://schemas.openxmlformats.org/officeDocument/2006/relationships/slideLayout" Target="/ppt/slideLayouts/slideLayout6.xml" Id="Rcb6ec762404848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b3341dd84c490e"/>
    <p:sldLayoutId xmlns:r="http://schemas.openxmlformats.org/officeDocument/2006/relationships" id="2147483650" r:id="R0dd13ace86fc4abc"/>
    <p:sldLayoutId xmlns:r="http://schemas.openxmlformats.org/officeDocument/2006/relationships" id="2147483651" r:id="Rb842e295c74d46c5"/>
    <p:sldLayoutId xmlns:r="http://schemas.openxmlformats.org/officeDocument/2006/relationships" id="2147483652" r:id="R9048aa15ac314ddc"/>
    <p:sldLayoutId xmlns:r="http://schemas.openxmlformats.org/officeDocument/2006/relationships" id="2147483653" r:id="R5fb380b2ae054955"/>
    <p:sldLayoutId xmlns:r="http://schemas.openxmlformats.org/officeDocument/2006/relationships" id="2147483654" r:id="Rcb6ec762404848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b505d55a8b4641" /><Relationship Type="http://schemas.openxmlformats.org/officeDocument/2006/relationships/notesSlide" Target="/ppt/notesSlides/notesSlide1.xml" Id="R7eae32c04e9c485e"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7D773B-7885-496E-AA19-0B4ACBB2236F}"/>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Odd one out</a:t>
            </a:r>
          </a:p>
        </p:txBody>
      </p:sp>
      <p:sp>
        <p:nvSpPr>
          <p:cNvPr id="2" name="">
            <a:extLst xmlns:a="http://schemas.openxmlformats.org/drawingml/2006/main">
              <a:ext uri="{FF2B5EF4-FFF2-40B4-BE49-F238E27FC236}">
                <a16:creationId xmlns:a16="http://schemas.microsoft.com/office/drawing/2014/main" id="{EC83CA67-250F-46A8-BE03-F5F1BF75B5C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411C5C8-FA81-4A66-AFAE-8F8F8C343356}"/>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758A9A-403A-4437-BCC0-BB0591CB3E75}"/>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D0D8993B-FB31-4BB5-96A9-703FEDEA9EFA}"/>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7187886F-C9A3-4919-9C85-56A65CB550FF}"/>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0D9B4214-DC9B-45CD-8D44-FB687F67FC7E}"/>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Items  [Your three or four items]</a:t>
            </a:r>
          </a:p>
        </p:txBody>
      </p:sp>
      <p:sp>
        <p:nvSpPr>
          <p:cNvPr id="8" name="">
            <a:extLst xmlns:a="http://schemas.openxmlformats.org/drawingml/2006/main">
              <a:ext uri="{FF2B5EF4-FFF2-40B4-BE49-F238E27FC236}">
                <a16:creationId xmlns:a16="http://schemas.microsoft.com/office/drawing/2014/main" id="{09DC1F47-FD9E-46D3-9875-911DAC3EE13C}"/>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EC341FA0-F358-4E82-933A-1186A2457028}"/>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B2130B1C-5A0F-4378-8FDB-4169394F92EF}"/>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odd one out</a:t>
            </a:r>
          </a:p>
        </p:txBody>
      </p:sp>
      <p:sp>
        <p:nvSpPr>
          <p:cNvPr id="11" name="">
            <a:extLst xmlns:a="http://schemas.openxmlformats.org/drawingml/2006/main">
              <a:ext uri="{FF2B5EF4-FFF2-40B4-BE49-F238E27FC236}">
                <a16:creationId xmlns:a16="http://schemas.microsoft.com/office/drawing/2014/main" id="{8424E301-378D-4C02-B042-22AE03B1B6F4}"/>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88C8010D-6BFD-4D38-96B8-DA3D81FEFCA1}"/>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05F1D87F-3A52-4EEB-8A08-70D82194C8D6}"/>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The relationship between the others</a:t>
            </a:r>
          </a:p>
        </p:txBody>
      </p:sp>
      <p:sp>
        <p:nvSpPr>
          <p:cNvPr id="14" name="">
            <a:extLst xmlns:a="http://schemas.openxmlformats.org/drawingml/2006/main">
              <a:ext uri="{FF2B5EF4-FFF2-40B4-BE49-F238E27FC236}">
                <a16:creationId xmlns:a16="http://schemas.microsoft.com/office/drawing/2014/main" id="{41215C8F-9CC2-4A04-9A6A-B73D137E8E1C}"/>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07177849-5C48-40DE-9AF4-279702C84AC6}"/>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0145DF21-4A94-405B-B633-D29D17CFE2D0}"/>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Another defensible answer</a:t>
            </a:r>
          </a:p>
        </p:txBody>
      </p:sp>
      <p:sp>
        <p:nvSpPr>
          <p:cNvPr id="17" name="">
            <a:extLst xmlns:a="http://schemas.openxmlformats.org/drawingml/2006/main">
              <a:ext uri="{FF2B5EF4-FFF2-40B4-BE49-F238E27FC236}">
                <a16:creationId xmlns:a16="http://schemas.microsoft.com/office/drawing/2014/main" id="{7FA6E5DA-313F-4404-BB5E-BE4CAA20898F}"/>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8866922B-01FA-44D8-B121-875EFD233363}"/>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1B1D061-3A83-4B87-81AF-327E1320962F}"/>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D68FC56F-A78A-4665-8938-CA75A04D492F}"/>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956769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2026-10-07T20:44:02.5310000Z</dcterms:created>
  <dcterms:modified xsi:type="dcterms:W3CDTF">2026-10-07T20:44:02.5310000Z</dcterms:modified>
</coreProperties>
</file>