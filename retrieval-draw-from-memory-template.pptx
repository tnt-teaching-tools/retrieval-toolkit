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7ad5138eda4886" /><Relationship Type="http://schemas.openxmlformats.org/officeDocument/2006/relationships/extended-properties" Target="/docProps/app.xml" Id="R877ca3efd23d45e5" /><Relationship Type="http://schemas.openxmlformats.org/officeDocument/2006/relationships/officeDocument" Target="/ppt/presentation.xml" Id="R4567151d9e254b4f" /></Relationships>
</file>

<file path=ppt/presentation.xml><?xml version="1.0" encoding="utf-8"?>
<p:presentation xmlns:p="http://schemas.openxmlformats.org/presentationml/2006/main">
  <p:sldMasterIdLst>
    <p:sldMasterId xmlns:r="http://schemas.openxmlformats.org/officeDocument/2006/relationships" id="2147483648" r:id="Ra3b47febca504b4e"/>
  </p:sldMasterIdLst>
  <p:notesMasterIdLst>
    <p:notesMasterId xmlns:r="http://schemas.openxmlformats.org/officeDocument/2006/relationships" r:id="R70ea8e19fc474890"/>
  </p:notesMasterIdLst>
  <p:sldIdLst>
    <p:sldId xmlns:r="http://schemas.openxmlformats.org/officeDocument/2006/relationships" id="256" r:id="R23964e5c2d054b0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d609f9f4824ada" /><Relationship Type="http://schemas.openxmlformats.org/officeDocument/2006/relationships/slideMaster" Target="/ppt/slideMasters/slideMaster1.xml" Id="Ra3b47febca504b4e" /><Relationship Type="http://schemas.openxmlformats.org/officeDocument/2006/relationships/notesMaster" Target="/ppt/notesMasters/notesMaster1.xml" Id="R70ea8e19fc474890" /><Relationship Type="http://schemas.openxmlformats.org/officeDocument/2006/relationships/presProps" Target="/ppt/presProps.xml" Id="R296c681649a24d00" /><Relationship Type="http://schemas.openxmlformats.org/officeDocument/2006/relationships/tableStyles" Target="/ppt/tableStyles.xml" Id="R0edc38f45ed24def" /><Relationship Type="http://schemas.openxmlformats.org/officeDocument/2006/relationships/slide" Target="/ppt/slides/slide1.xml" Id="R23964e5c2d054b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0ed2807568492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220ebfe6b6429e" /><Relationship Type="http://schemas.openxmlformats.org/officeDocument/2006/relationships/notesMaster" Target="/ppt/notesMasters/notesMaster1.xml" Id="R77b27f153e7d40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973e3bf547242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dab9e238b44d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6eae91dbe04f7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d47fa26de924d2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ae3bcb1405e451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13427aebdfa402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C5DA996-1FFA-484F-A037-360472C0B2A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2E4B9C-D3B7-4D39-9543-4850911671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ACF2231-7587-4CD6-B7E0-ACDFFD5EBCB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14997F86-0821-47F5-B812-C05B142BE99B}"/>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C76492C-5656-42EC-B46F-CAE54D73E44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F1DAA1C-BC37-4C27-B26D-B28BA9212F0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37E8785-A63A-4EB2-8621-8FD71AFAE8D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631D329-C193-42F8-881B-3E353DF8BE6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01679400-216E-40EB-9223-9F42025EDEB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0F09F3A-851B-4AD2-824C-86D394FF34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C6C1E30-EB0C-4A75-9674-4C497B1DCA6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9F8906E-0FBC-4691-BE64-638600FA88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C189F49-B2CA-4495-A897-E481A7D262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1046FAA-0645-4982-9607-22F207445A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D480479-BBDD-4FB6-8941-1B63E451EB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5b0e19373647af" /><Relationship Type="http://schemas.openxmlformats.org/officeDocument/2006/relationships/slideLayout" Target="/ppt/slideLayouts/slideLayout1.xml" Id="R1c904ee3bd8d4eba" /><Relationship Type="http://schemas.openxmlformats.org/officeDocument/2006/relationships/slideLayout" Target="/ppt/slideLayouts/slideLayout2.xml" Id="R8635365d65204d56" /><Relationship Type="http://schemas.openxmlformats.org/officeDocument/2006/relationships/slideLayout" Target="/ppt/slideLayouts/slideLayout3.xml" Id="Rf1e06e34c8234eab" /><Relationship Type="http://schemas.openxmlformats.org/officeDocument/2006/relationships/slideLayout" Target="/ppt/slideLayouts/slideLayout4.xml" Id="R925c5666aa164c53" /><Relationship Type="http://schemas.openxmlformats.org/officeDocument/2006/relationships/slideLayout" Target="/ppt/slideLayouts/slideLayout5.xml" Id="Radb4607407854e89" /><Relationship Type="http://schemas.openxmlformats.org/officeDocument/2006/relationships/slideLayout" Target="/ppt/slideLayouts/slideLayout6.xml" Id="R0edc71f83cb74d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904ee3bd8d4eba"/>
    <p:sldLayoutId xmlns:r="http://schemas.openxmlformats.org/officeDocument/2006/relationships" id="2147483650" r:id="R8635365d65204d56"/>
    <p:sldLayoutId xmlns:r="http://schemas.openxmlformats.org/officeDocument/2006/relationships" id="2147483651" r:id="Rf1e06e34c8234eab"/>
    <p:sldLayoutId xmlns:r="http://schemas.openxmlformats.org/officeDocument/2006/relationships" id="2147483652" r:id="R925c5666aa164c53"/>
    <p:sldLayoutId xmlns:r="http://schemas.openxmlformats.org/officeDocument/2006/relationships" id="2147483653" r:id="Radb4607407854e89"/>
    <p:sldLayoutId xmlns:r="http://schemas.openxmlformats.org/officeDocument/2006/relationships" id="2147483654" r:id="R0edc71f83cb74d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8f082cc97dc4408" /><Relationship Type="http://schemas.openxmlformats.org/officeDocument/2006/relationships/notesSlide" Target="/ppt/notesSlides/notesSlide1.xml" Id="R06671af069634ebb"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5E14AC-6810-40C2-8E9B-D3950EEACBE0}"/>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Draw from memory</a:t>
            </a:r>
          </a:p>
        </p:txBody>
      </p:sp>
      <p:sp>
        <p:nvSpPr>
          <p:cNvPr id="2" name="">
            <a:extLst xmlns:a="http://schemas.openxmlformats.org/drawingml/2006/main">
              <a:ext uri="{FF2B5EF4-FFF2-40B4-BE49-F238E27FC236}">
                <a16:creationId xmlns:a16="http://schemas.microsoft.com/office/drawing/2014/main" id="{C6BFCFED-64D5-404A-8F45-9EA4495FFB3E}"/>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652DC11A-B0E6-49AC-AF81-CEA520F8EBEF}"/>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A30EE7-3DF0-4A9B-9D65-E0AC94B0ADF3}"/>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E2B9C2BD-0F07-461E-AA0C-1877898B3EE3}"/>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5DF77294-746E-42D9-990C-E71807E75175}"/>
              </a:ext>
            </a:extLst>
          </p:cNvPr>
          <p:cNvSpPr>
            <a:spLocks xmlns:a="http://schemas.openxmlformats.org/drawingml/2006/main" noGrp="1"/>
          </p:cNvSpPr>
          <p:nvPr/>
        </p:nvSpPr>
        <p:spPr>
          <a:xfrm xmlns:a="http://schemas.openxmlformats.org/drawingml/2006/main">
            <a:off x="609600" y="2247900"/>
            <a:ext cx="10972800"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BABD40D-6F88-4F34-A58A-BE96E4607522}"/>
              </a:ext>
            </a:extLst>
          </p:cNvPr>
          <p:cNvSpPr>
            <a:spLocks xmlns:a="http://schemas.openxmlformats.org/drawingml/2006/main" noGrp="1"/>
          </p:cNvSpPr>
          <p:nvPr/>
        </p:nvSpPr>
        <p:spPr>
          <a:xfrm xmlns:a="http://schemas.openxmlformats.org/drawingml/2006/main">
            <a:off x="781050" y="238125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Draw and label from memory</a:t>
            </a:r>
          </a:p>
        </p:txBody>
      </p:sp>
      <p:sp>
        <p:nvSpPr>
          <p:cNvPr id="8" name="">
            <a:extLst xmlns:a="http://schemas.openxmlformats.org/drawingml/2006/main">
              <a:ext uri="{FF2B5EF4-FFF2-40B4-BE49-F238E27FC236}">
                <a16:creationId xmlns:a16="http://schemas.microsoft.com/office/drawing/2014/main" id="{997247D0-A61C-4BDE-A3DD-3768576B0939}"/>
              </a:ext>
            </a:extLst>
          </p:cNvPr>
          <p:cNvSpPr>
            <a:spLocks xmlns:a="http://schemas.openxmlformats.org/drawingml/2006/main" noGrp="1"/>
          </p:cNvSpPr>
          <p:nvPr/>
        </p:nvSpPr>
        <p:spPr>
          <a:xfrm xmlns:a="http://schemas.openxmlformats.org/drawingml/2006/main">
            <a:off x="781050" y="2857500"/>
            <a:ext cx="106299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304B2CD4-55F0-49CA-A5C5-1F366AC39C4C}"/>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04F5F58-EEE8-4296-A405-20D8C69DFE76}"/>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1" name="">
            <a:extLst xmlns:a="http://schemas.openxmlformats.org/drawingml/2006/main">
              <a:ext uri="{FF2B5EF4-FFF2-40B4-BE49-F238E27FC236}">
                <a16:creationId xmlns:a16="http://schemas.microsoft.com/office/drawing/2014/main" id="{32448803-6FE9-40A7-A9FB-13F5956BD2E9}"/>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1663874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2026-10-07T20:44:18.4030000Z</dcterms:created>
  <dcterms:modified xsi:type="dcterms:W3CDTF">2026-10-07T20:44:18.4030000Z</dcterms:modified>
</coreProperties>
</file>