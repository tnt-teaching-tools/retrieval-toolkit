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5855ae817c4e27" /><Relationship Type="http://schemas.openxmlformats.org/officeDocument/2006/relationships/extended-properties" Target="/docProps/app.xml" Id="R0402328bdf644dda" /><Relationship Type="http://schemas.openxmlformats.org/officeDocument/2006/relationships/officeDocument" Target="/ppt/presentation.xml" Id="R076500f11eca4d9d" /></Relationships>
</file>

<file path=ppt/presentation.xml><?xml version="1.0" encoding="utf-8"?>
<p:presentation xmlns:p="http://schemas.openxmlformats.org/presentationml/2006/main">
  <p:sldMasterIdLst>
    <p:sldMasterId xmlns:r="http://schemas.openxmlformats.org/officeDocument/2006/relationships" id="2147483648" r:id="Redcbebb2e69e47c9"/>
  </p:sldMasterIdLst>
  <p:notesMasterIdLst>
    <p:notesMasterId xmlns:r="http://schemas.openxmlformats.org/officeDocument/2006/relationships" r:id="R999960da0ea6473e"/>
  </p:notesMasterIdLst>
  <p:sldIdLst>
    <p:sldId xmlns:r="http://schemas.openxmlformats.org/officeDocument/2006/relationships" id="256" r:id="R6e0a328392304f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431d77ed254cad" /><Relationship Type="http://schemas.openxmlformats.org/officeDocument/2006/relationships/slideMaster" Target="/ppt/slideMasters/slideMaster1.xml" Id="Redcbebb2e69e47c9" /><Relationship Type="http://schemas.openxmlformats.org/officeDocument/2006/relationships/notesMaster" Target="/ppt/notesMasters/notesMaster1.xml" Id="R999960da0ea6473e" /><Relationship Type="http://schemas.openxmlformats.org/officeDocument/2006/relationships/presProps" Target="/ppt/presProps.xml" Id="R7ea62f574c474ce4" /><Relationship Type="http://schemas.openxmlformats.org/officeDocument/2006/relationships/tableStyles" Target="/ppt/tableStyles.xml" Id="R1184ba5af1364458" /><Relationship Type="http://schemas.openxmlformats.org/officeDocument/2006/relationships/slide" Target="/ppt/slides/slide1.xml" Id="R6e0a328392304f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d613e38c7948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59d49ba090437b" /><Relationship Type="http://schemas.openxmlformats.org/officeDocument/2006/relationships/notesMaster" Target="/ppt/notesMasters/notesMaster1.xml" Id="R8d496a0d8a194f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The Learning Scientists — drawing from memory guidance</a:t>
            </a:r>
          </a:p>
          <a:p xmlns:a="http://schemas.openxmlformats.org/drawingml/2006/main">
            <a:r>
              <a:t/>
            </a:r>
          </a:p>
          <a:p xmlns:a="http://schemas.openxmlformats.org/drawingml/2006/main">
            <a:r>
              <a:t>https://www.learningscientists.org/blog/2016/2/29-1</a:t>
            </a:r>
          </a:p>
          <a:p xmlns:a="http://schemas.openxmlformats.org/drawingml/2006/main">
            <a:r>
              <a:t/>
            </a:r>
          </a:p>
          <a:p xmlns:a="http://schemas.openxmlformats.org/drawingml/2006/main">
            <a:r>
              <a:t>The Learning Scientists describe drawing from memory as a retrieval format. This guide is a classroom adaptation, not a claim that the authors invented drawing or that drawing always outperforms other formats.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https://tnt-teaching-tools.github.io/retrieval-toolkit/retrieval-draw-from-memory.html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958132526541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461ee48b9b49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d0752a11884e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99483494004f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5f3d1481d241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8ab93682c842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9e71a915e24ecc" /><Relationship Type="http://schemas.openxmlformats.org/officeDocument/2006/relationships/slideLayout" Target="/ppt/slideLayouts/slideLayout1.xml" Id="R592db30e09b248fd" /><Relationship Type="http://schemas.openxmlformats.org/officeDocument/2006/relationships/slideLayout" Target="/ppt/slideLayouts/slideLayout2.xml" Id="R924fcccc57cf49e0" /><Relationship Type="http://schemas.openxmlformats.org/officeDocument/2006/relationships/slideLayout" Target="/ppt/slideLayouts/slideLayout3.xml" Id="R2576ff12860f4eba" /><Relationship Type="http://schemas.openxmlformats.org/officeDocument/2006/relationships/slideLayout" Target="/ppt/slideLayouts/slideLayout4.xml" Id="R7e89fba57df44a2e" /><Relationship Type="http://schemas.openxmlformats.org/officeDocument/2006/relationships/slideLayout" Target="/ppt/slideLayouts/slideLayout5.xml" Id="Rea6d7c9441ae42ac" /><Relationship Type="http://schemas.openxmlformats.org/officeDocument/2006/relationships/slideLayout" Target="/ppt/slideLayouts/slideLayout6.xml" Id="R499f115e2ae04b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2db30e09b248fd"/>
    <p:sldLayoutId xmlns:r="http://schemas.openxmlformats.org/officeDocument/2006/relationships" id="2147483650" r:id="R924fcccc57cf49e0"/>
    <p:sldLayoutId xmlns:r="http://schemas.openxmlformats.org/officeDocument/2006/relationships" id="2147483651" r:id="R2576ff12860f4eba"/>
    <p:sldLayoutId xmlns:r="http://schemas.openxmlformats.org/officeDocument/2006/relationships" id="2147483652" r:id="R7e89fba57df44a2e"/>
    <p:sldLayoutId xmlns:r="http://schemas.openxmlformats.org/officeDocument/2006/relationships" id="2147483653" r:id="Rea6d7c9441ae42ac"/>
    <p:sldLayoutId xmlns:r="http://schemas.openxmlformats.org/officeDocument/2006/relationships" id="2147483654" r:id="R499f115e2ae04b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1791e8ae7d44ede" /><Relationship Type="http://schemas.openxmlformats.org/officeDocument/2006/relationships/hyperlink" Target="https://www.learningscientists.org/blog/2016/2/29-1" TargetMode="External" Id="Ra10791dc0ba54d97" /><Relationship Type="http://schemas.openxmlformats.org/officeDocument/2006/relationships/notesSlide" Target="/ppt/notesSlides/notesSlide1.xml" Id="R688884e7593043a5"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B362C1-06F3-49F3-8613-7FBFBD881607}"/>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Draw from memory</a:t>
            </a:r>
          </a:p>
        </p:txBody>
      </p:sp>
      <p:sp>
        <p:nvSpPr>
          <p:cNvPr id="2" name="">
            <a:extLst xmlns:a="http://schemas.openxmlformats.org/drawingml/2006/main">
              <a:ext uri="{FF2B5EF4-FFF2-40B4-BE49-F238E27FC236}">
                <a16:creationId xmlns:a16="http://schemas.microsoft.com/office/drawing/2014/main" id="{6E1FC8A2-6EAE-4995-9C42-0666A9C8B12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21AD04E-3F05-4074-8B18-EDC8EF95752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0CA9D9-6F87-4CFA-9F82-AAA6CF9934E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CA17E038-4AC9-4644-B537-F8B7F0DB17F4}"/>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5EF21D8B-4D2C-42B4-9AAE-0F49B60D3533}"/>
              </a:ext>
            </a:extLst>
          </p:cNvPr>
          <p:cNvSpPr>
            <a:spLocks xmlns:a="http://schemas.openxmlformats.org/drawingml/2006/main" noGrp="1"/>
          </p:cNvSpPr>
          <p:nvPr/>
        </p:nvSpPr>
        <p:spPr>
          <a:xfrm xmlns:a="http://schemas.openxmlformats.org/drawingml/2006/main">
            <a:off x="609600" y="2247900"/>
            <a:ext cx="109728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9B87CBB-83DE-4FC7-99EE-CB60F86C617E}"/>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Draw and label from memory</a:t>
            </a:r>
          </a:p>
        </p:txBody>
      </p:sp>
      <p:sp>
        <p:nvSpPr>
          <p:cNvPr id="8" name="">
            <a:extLst xmlns:a="http://schemas.openxmlformats.org/drawingml/2006/main">
              <a:ext uri="{FF2B5EF4-FFF2-40B4-BE49-F238E27FC236}">
                <a16:creationId xmlns:a16="http://schemas.microsoft.com/office/drawing/2014/main" id="{E54A7F95-1147-4CB6-BA65-77BB60F1564B}"/>
              </a:ext>
            </a:extLst>
          </p:cNvPr>
          <p:cNvSpPr>
            <a:spLocks xmlns:a="http://schemas.openxmlformats.org/drawingml/2006/main" noGrp="1"/>
          </p:cNvSpPr>
          <p:nvPr/>
        </p:nvSpPr>
        <p:spPr>
          <a:xfrm xmlns:a="http://schemas.openxmlformats.org/drawingml/2006/main">
            <a:off x="781050" y="2857500"/>
            <a:ext cx="10629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DB3F6A6C-47D8-446A-BA45-FBF9660C8E2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407AB3-0DE1-4E66-8499-1E60CC5670C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1" name="">
            <a:extLst xmlns:a="http://schemas.openxmlformats.org/drawingml/2006/main">
              <a:ext uri="{FF2B5EF4-FFF2-40B4-BE49-F238E27FC236}">
                <a16:creationId xmlns:a16="http://schemas.microsoft.com/office/drawing/2014/main" id="{6D76C07D-A6CA-40CF-8F79-69FC889617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3" name="source-credit">
            <a:extLst xmlns:a="http://schemas.openxmlformats.org/drawingml/2006/main">
              <a:ext uri="{FF2B5EF4-FFF2-40B4-BE49-F238E27FC236}">
                <a16:creationId xmlns:a16="http://schemas.microsoft.com/office/drawing/2014/main" id="{F3B32C8B-BAF2-4ECE-9A38-43B799BE433C}"/>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a10791dc0ba54d97"/>
              </a:rPr>
              <a:t>The Learning Scientists — drawing from memory guidance — original guidance</a:t>
            </a:r>
          </a:p>
        </p:txBody>
      </p:sp>
    </p:spTree>
    <p:extLst>
      <p:ext uri="{BB962C8B-B14F-4D97-AF65-F5344CB8AC3E}">
        <p14:creationId xmlns:p14="http://schemas.microsoft.com/office/powerpoint/2010/main" val="1306837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2026-10-08T06:09:38.1040000Z</dcterms:created>
  <dcterms:modified xsi:type="dcterms:W3CDTF">2026-10-08T06:09:38.1040000Z</dcterms:modified>
</coreProperties>
</file>