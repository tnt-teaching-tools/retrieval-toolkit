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70777645c44b51" /><Relationship Type="http://schemas.openxmlformats.org/officeDocument/2006/relationships/extended-properties" Target="/docProps/app.xml" Id="Rb7365dbd2cd94da7" /><Relationship Type="http://schemas.openxmlformats.org/officeDocument/2006/relationships/officeDocument" Target="/ppt/presentation.xml" Id="R78b99065e4c64429" /></Relationships>
</file>

<file path=ppt/presentation.xml><?xml version="1.0" encoding="utf-8"?>
<p:presentation xmlns:p="http://schemas.openxmlformats.org/presentationml/2006/main">
  <p:sldMasterIdLst>
    <p:sldMasterId xmlns:r="http://schemas.openxmlformats.org/officeDocument/2006/relationships" id="2147483648" r:id="R612818fc67a24235"/>
  </p:sldMasterIdLst>
  <p:notesMasterIdLst>
    <p:notesMasterId xmlns:r="http://schemas.openxmlformats.org/officeDocument/2006/relationships" r:id="Rf211b3a6b9774d31"/>
  </p:notesMasterIdLst>
  <p:sldIdLst>
    <p:sldId xmlns:r="http://schemas.openxmlformats.org/officeDocument/2006/relationships" id="256" r:id="Re99fda9ab06d463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101fe868d5b4009" /><Relationship Type="http://schemas.openxmlformats.org/officeDocument/2006/relationships/slideMaster" Target="/ppt/slideMasters/slideMaster1.xml" Id="R612818fc67a24235" /><Relationship Type="http://schemas.openxmlformats.org/officeDocument/2006/relationships/notesMaster" Target="/ppt/notesMasters/notesMaster1.xml" Id="Rf211b3a6b9774d31" /><Relationship Type="http://schemas.openxmlformats.org/officeDocument/2006/relationships/presProps" Target="/ppt/presProps.xml" Id="R59f3505bda7b419c" /><Relationship Type="http://schemas.openxmlformats.org/officeDocument/2006/relationships/tableStyles" Target="/ppt/tableStyles.xml" Id="R11b7f6fea35e40ec" /><Relationship Type="http://schemas.openxmlformats.org/officeDocument/2006/relationships/slide" Target="/ppt/slides/slide1.xml" Id="Re99fda9ab06d46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8246eba752945b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09b293e64304a67" /><Relationship Type="http://schemas.openxmlformats.org/officeDocument/2006/relationships/notesMaster" Target="/ppt/notesMasters/notesMaster1.xml" Id="Rbe9f2104c45545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Kate Jones — Retrieval Practice Challenge Grids</a:t>
            </a:r>
          </a:p>
          <a:p xmlns:a="http://schemas.openxmlformats.org/drawingml/2006/main">
            <a:r>
              <a:t/>
            </a:r>
          </a:p>
          <a:p xmlns:a="http://schemas.openxmlformats.org/drawingml/2006/main">
            <a:r>
              <a:t>https://tile.psy.gla.ac.uk/2019/12/03/tile-share-best-practice-retrieval-practice-research-and-resources-for-every-classroom-by-kate-jones/</a:t>
            </a:r>
          </a:p>
          <a:p xmlns:a="http://schemas.openxmlformats.org/drawingml/2006/main">
            <a:r>
              <a:t/>
            </a:r>
          </a:p>
          <a:p xmlns:a="http://schemas.openxmlformats.org/drawingml/2006/main">
            <a:r>
              <a:t>Jones links her challenge grid to content taught at different times. TNT uses time labels as well as colour and keeps points optional.</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https://tnt-teaching-tools.github.io/retrieval-toolkit/retrieval-challenge-grid.html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56e0f6677b0461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87e7c91a518488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4d7dfd075a1479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b1bb2e1808b430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9363083664e429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926236a34eb42d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afe11d9e2dd4789" /><Relationship Type="http://schemas.openxmlformats.org/officeDocument/2006/relationships/slideLayout" Target="/ppt/slideLayouts/slideLayout1.xml" Id="R9b873496ebd44f69" /><Relationship Type="http://schemas.openxmlformats.org/officeDocument/2006/relationships/slideLayout" Target="/ppt/slideLayouts/slideLayout2.xml" Id="R3239a14c430f4874" /><Relationship Type="http://schemas.openxmlformats.org/officeDocument/2006/relationships/slideLayout" Target="/ppt/slideLayouts/slideLayout3.xml" Id="R584f9ead121b41c7" /><Relationship Type="http://schemas.openxmlformats.org/officeDocument/2006/relationships/slideLayout" Target="/ppt/slideLayouts/slideLayout4.xml" Id="Rfa56f007df0140fa" /><Relationship Type="http://schemas.openxmlformats.org/officeDocument/2006/relationships/slideLayout" Target="/ppt/slideLayouts/slideLayout5.xml" Id="R969fca04e1a444c6" /><Relationship Type="http://schemas.openxmlformats.org/officeDocument/2006/relationships/slideLayout" Target="/ppt/slideLayouts/slideLayout6.xml" Id="R616ff0639aa64ce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873496ebd44f69"/>
    <p:sldLayoutId xmlns:r="http://schemas.openxmlformats.org/officeDocument/2006/relationships" id="2147483650" r:id="R3239a14c430f4874"/>
    <p:sldLayoutId xmlns:r="http://schemas.openxmlformats.org/officeDocument/2006/relationships" id="2147483651" r:id="R584f9ead121b41c7"/>
    <p:sldLayoutId xmlns:r="http://schemas.openxmlformats.org/officeDocument/2006/relationships" id="2147483652" r:id="Rfa56f007df0140fa"/>
    <p:sldLayoutId xmlns:r="http://schemas.openxmlformats.org/officeDocument/2006/relationships" id="2147483653" r:id="R969fca04e1a444c6"/>
    <p:sldLayoutId xmlns:r="http://schemas.openxmlformats.org/officeDocument/2006/relationships" id="2147483654" r:id="R616ff0639aa64ce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0461def17054b8f" /><Relationship Type="http://schemas.openxmlformats.org/officeDocument/2006/relationships/hyperlink" Target="https://tile.psy.gla.ac.uk/2019/12/03/tile-share-best-practice-retrieval-practice-research-and-resources-for-every-classroom-by-kate-jones/" TargetMode="External" Id="R42fbaf3f09164449" /><Relationship Type="http://schemas.openxmlformats.org/officeDocument/2006/relationships/notesSlide" Target="/ppt/notesSlides/notesSlide1.xml" Id="R0de44426e3ec4c65"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E2BBAE02-A42E-418F-A476-43710D3050E3}"/>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Retrieval challenge grid</a:t>
            </a:r>
          </a:p>
        </p:txBody>
      </p:sp>
      <p:sp>
        <p:nvSpPr>
          <p:cNvPr id="2" name="">
            <a:extLst xmlns:a="http://schemas.openxmlformats.org/drawingml/2006/main">
              <a:ext uri="{FF2B5EF4-FFF2-40B4-BE49-F238E27FC236}">
                <a16:creationId xmlns:a16="http://schemas.microsoft.com/office/drawing/2014/main" id="{45E27243-9E36-48F8-B2DB-9626A3BC4800}"/>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6D5854DB-D2A8-4C4A-BACE-890F36C6A4BC}"/>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2B9D28B-7D79-43D2-A08B-5DA0112E2ACE}"/>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9F08B302-D73A-4BA4-B489-89A91A97B996}"/>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57634DC5-2EE1-4EA9-865E-1CE3E1C673F2}"/>
              </a:ext>
            </a:extLst>
          </p:cNvPr>
          <p:cNvSpPr>
            <a:spLocks xmlns:a="http://schemas.openxmlformats.org/drawingml/2006/main" noGrp="1"/>
          </p:cNvSpPr>
          <p:nvPr/>
        </p:nvSpPr>
        <p:spPr>
          <a:xfrm xmlns:a="http://schemas.openxmlformats.org/drawingml/2006/main">
            <a:off x="6096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2A729403-A7EB-4868-9E09-61E9902DE8ED}"/>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1CA030-EA90-46C7-8C77-20F07F5970BA}"/>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C11CB193-2B85-4CCD-A879-501B63C28BC4}"/>
              </a:ext>
            </a:extLst>
          </p:cNvPr>
          <p:cNvSpPr>
            <a:spLocks xmlns:a="http://schemas.openxmlformats.org/drawingml/2006/main" noGrp="1"/>
          </p:cNvSpPr>
          <p:nvPr/>
        </p:nvSpPr>
        <p:spPr>
          <a:xfrm xmlns:a="http://schemas.openxmlformats.org/drawingml/2006/main">
            <a:off x="135255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Last lesson</a:t>
            </a:r>
          </a:p>
        </p:txBody>
      </p:sp>
      <p:sp>
        <p:nvSpPr>
          <p:cNvPr id="10" name="">
            <a:extLst xmlns:a="http://schemas.openxmlformats.org/drawingml/2006/main">
              <a:ext uri="{FF2B5EF4-FFF2-40B4-BE49-F238E27FC236}">
                <a16:creationId xmlns:a16="http://schemas.microsoft.com/office/drawing/2014/main" id="{CBF41510-C643-49FA-AA93-B54641EC2ED5}"/>
              </a:ext>
            </a:extLst>
          </p:cNvPr>
          <p:cNvSpPr>
            <a:spLocks xmlns:a="http://schemas.openxmlformats.org/drawingml/2006/main" noGrp="1"/>
          </p:cNvSpPr>
          <p:nvPr/>
        </p:nvSpPr>
        <p:spPr>
          <a:xfrm xmlns:a="http://schemas.openxmlformats.org/drawingml/2006/main">
            <a:off x="81915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1" name="">
            <a:extLst xmlns:a="http://schemas.openxmlformats.org/drawingml/2006/main">
              <a:ext uri="{FF2B5EF4-FFF2-40B4-BE49-F238E27FC236}">
                <a16:creationId xmlns:a16="http://schemas.microsoft.com/office/drawing/2014/main" id="{E5639D9C-A5EA-43B5-A7DF-5D74E2D41E1E}"/>
              </a:ext>
            </a:extLst>
          </p:cNvPr>
          <p:cNvSpPr>
            <a:spLocks xmlns:a="http://schemas.openxmlformats.org/drawingml/2006/main" noGrp="1"/>
          </p:cNvSpPr>
          <p:nvPr/>
        </p:nvSpPr>
        <p:spPr>
          <a:xfrm xmlns:a="http://schemas.openxmlformats.org/drawingml/2006/main">
            <a:off x="4324350" y="224790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8F8DC454-0BFA-48DD-BE32-8E8F91E41F13}"/>
              </a:ext>
            </a:extLst>
          </p:cNvPr>
          <p:cNvSpPr>
            <a:spLocks xmlns:a="http://schemas.openxmlformats.org/drawingml/2006/main" noGrp="1"/>
          </p:cNvSpPr>
          <p:nvPr/>
        </p:nvSpPr>
        <p:spPr>
          <a:xfrm xmlns:a="http://schemas.openxmlformats.org/drawingml/2006/main">
            <a:off x="451485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2EB7CB0-1C99-4956-B9AB-B342853FAAE1}"/>
              </a:ext>
            </a:extLst>
          </p:cNvPr>
          <p:cNvSpPr>
            <a:spLocks xmlns:a="http://schemas.openxmlformats.org/drawingml/2006/main" noGrp="1"/>
          </p:cNvSpPr>
          <p:nvPr/>
        </p:nvSpPr>
        <p:spPr>
          <a:xfrm xmlns:a="http://schemas.openxmlformats.org/drawingml/2006/main">
            <a:off x="457200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82EDB737-507B-4B02-9DBE-4CA41E85E0B9}"/>
              </a:ext>
            </a:extLst>
          </p:cNvPr>
          <p:cNvSpPr>
            <a:spLocks xmlns:a="http://schemas.openxmlformats.org/drawingml/2006/main" noGrp="1"/>
          </p:cNvSpPr>
          <p:nvPr/>
        </p:nvSpPr>
        <p:spPr>
          <a:xfrm xmlns:a="http://schemas.openxmlformats.org/drawingml/2006/main">
            <a:off x="506730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Last week</a:t>
            </a:r>
          </a:p>
        </p:txBody>
      </p:sp>
      <p:sp>
        <p:nvSpPr>
          <p:cNvPr id="15" name="">
            <a:extLst xmlns:a="http://schemas.openxmlformats.org/drawingml/2006/main">
              <a:ext uri="{FF2B5EF4-FFF2-40B4-BE49-F238E27FC236}">
                <a16:creationId xmlns:a16="http://schemas.microsoft.com/office/drawing/2014/main" id="{795B61F4-6C55-422F-B869-0168644A207E}"/>
              </a:ext>
            </a:extLst>
          </p:cNvPr>
          <p:cNvSpPr>
            <a:spLocks xmlns:a="http://schemas.openxmlformats.org/drawingml/2006/main" noGrp="1"/>
          </p:cNvSpPr>
          <p:nvPr/>
        </p:nvSpPr>
        <p:spPr>
          <a:xfrm xmlns:a="http://schemas.openxmlformats.org/drawingml/2006/main">
            <a:off x="453390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6" name="">
            <a:extLst xmlns:a="http://schemas.openxmlformats.org/drawingml/2006/main">
              <a:ext uri="{FF2B5EF4-FFF2-40B4-BE49-F238E27FC236}">
                <a16:creationId xmlns:a16="http://schemas.microsoft.com/office/drawing/2014/main" id="{011A5116-9206-43BC-801B-8899F89B0EE4}"/>
              </a:ext>
            </a:extLst>
          </p:cNvPr>
          <p:cNvSpPr>
            <a:spLocks xmlns:a="http://schemas.openxmlformats.org/drawingml/2006/main" noGrp="1"/>
          </p:cNvSpPr>
          <p:nvPr/>
        </p:nvSpPr>
        <p:spPr>
          <a:xfrm xmlns:a="http://schemas.openxmlformats.org/drawingml/2006/main">
            <a:off x="80391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1E61C8D6-8F5D-4291-B5DC-86127F1D5A3A}"/>
              </a:ext>
            </a:extLst>
          </p:cNvPr>
          <p:cNvSpPr>
            <a:spLocks xmlns:a="http://schemas.openxmlformats.org/drawingml/2006/main" noGrp="1"/>
          </p:cNvSpPr>
          <p:nvPr/>
        </p:nvSpPr>
        <p:spPr>
          <a:xfrm xmlns:a="http://schemas.openxmlformats.org/drawingml/2006/main">
            <a:off x="82296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2260840-8545-47F3-81BB-6C12BC47417A}"/>
              </a:ext>
            </a:extLst>
          </p:cNvPr>
          <p:cNvSpPr>
            <a:spLocks xmlns:a="http://schemas.openxmlformats.org/drawingml/2006/main" noGrp="1"/>
          </p:cNvSpPr>
          <p:nvPr/>
        </p:nvSpPr>
        <p:spPr>
          <a:xfrm xmlns:a="http://schemas.openxmlformats.org/drawingml/2006/main">
            <a:off x="82867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9D8540B0-E51D-4420-A5FD-41064C4D6F5B}"/>
              </a:ext>
            </a:extLst>
          </p:cNvPr>
          <p:cNvSpPr>
            <a:spLocks xmlns:a="http://schemas.openxmlformats.org/drawingml/2006/main" noGrp="1"/>
          </p:cNvSpPr>
          <p:nvPr/>
        </p:nvSpPr>
        <p:spPr>
          <a:xfrm xmlns:a="http://schemas.openxmlformats.org/drawingml/2006/main">
            <a:off x="878205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Earlier learning</a:t>
            </a:r>
          </a:p>
        </p:txBody>
      </p:sp>
      <p:sp>
        <p:nvSpPr>
          <p:cNvPr id="20" name="">
            <a:extLst xmlns:a="http://schemas.openxmlformats.org/drawingml/2006/main">
              <a:ext uri="{FF2B5EF4-FFF2-40B4-BE49-F238E27FC236}">
                <a16:creationId xmlns:a16="http://schemas.microsoft.com/office/drawing/2014/main" id="{2831C406-8371-4455-B2EC-D8976A484CAC}"/>
              </a:ext>
            </a:extLst>
          </p:cNvPr>
          <p:cNvSpPr>
            <a:spLocks xmlns:a="http://schemas.openxmlformats.org/drawingml/2006/main" noGrp="1"/>
          </p:cNvSpPr>
          <p:nvPr/>
        </p:nvSpPr>
        <p:spPr>
          <a:xfrm xmlns:a="http://schemas.openxmlformats.org/drawingml/2006/main">
            <a:off x="824865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21" name="">
            <a:extLst xmlns:a="http://schemas.openxmlformats.org/drawingml/2006/main">
              <a:ext uri="{FF2B5EF4-FFF2-40B4-BE49-F238E27FC236}">
                <a16:creationId xmlns:a16="http://schemas.microsoft.com/office/drawing/2014/main" id="{DD023A83-F7ED-44B9-81FA-51C04E0CD911}"/>
              </a:ext>
            </a:extLst>
          </p:cNvPr>
          <p:cNvSpPr>
            <a:spLocks xmlns:a="http://schemas.openxmlformats.org/drawingml/2006/main" noGrp="1"/>
          </p:cNvSpPr>
          <p:nvPr/>
        </p:nvSpPr>
        <p:spPr>
          <a:xfrm xmlns:a="http://schemas.openxmlformats.org/drawingml/2006/main">
            <a:off x="6096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141AE5B8-9C3E-4CA6-A4EC-87629B3DF3DD}"/>
              </a:ext>
            </a:extLst>
          </p:cNvPr>
          <p:cNvSpPr>
            <a:spLocks xmlns:a="http://schemas.openxmlformats.org/drawingml/2006/main" noGrp="1"/>
          </p:cNvSpPr>
          <p:nvPr/>
        </p:nvSpPr>
        <p:spPr>
          <a:xfrm xmlns:a="http://schemas.openxmlformats.org/drawingml/2006/main">
            <a:off x="8001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6254626-9EBC-45A5-BF48-62B37A7668D8}"/>
              </a:ext>
            </a:extLst>
          </p:cNvPr>
          <p:cNvSpPr>
            <a:spLocks xmlns:a="http://schemas.openxmlformats.org/drawingml/2006/main" noGrp="1"/>
          </p:cNvSpPr>
          <p:nvPr/>
        </p:nvSpPr>
        <p:spPr>
          <a:xfrm xmlns:a="http://schemas.openxmlformats.org/drawingml/2006/main">
            <a:off x="8572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28A649DB-D43A-43A1-A20A-90A1CB30418E}"/>
              </a:ext>
            </a:extLst>
          </p:cNvPr>
          <p:cNvSpPr>
            <a:spLocks xmlns:a="http://schemas.openxmlformats.org/drawingml/2006/main" noGrp="1"/>
          </p:cNvSpPr>
          <p:nvPr/>
        </p:nvSpPr>
        <p:spPr>
          <a:xfrm xmlns:a="http://schemas.openxmlformats.org/drawingml/2006/main">
            <a:off x="135255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Last lesson</a:t>
            </a:r>
          </a:p>
        </p:txBody>
      </p:sp>
      <p:sp>
        <p:nvSpPr>
          <p:cNvPr id="25" name="">
            <a:extLst xmlns:a="http://schemas.openxmlformats.org/drawingml/2006/main">
              <a:ext uri="{FF2B5EF4-FFF2-40B4-BE49-F238E27FC236}">
                <a16:creationId xmlns:a16="http://schemas.microsoft.com/office/drawing/2014/main" id="{42D86831-CABF-48EE-9345-51135BBE8960}"/>
              </a:ext>
            </a:extLst>
          </p:cNvPr>
          <p:cNvSpPr>
            <a:spLocks xmlns:a="http://schemas.openxmlformats.org/drawingml/2006/main" noGrp="1"/>
          </p:cNvSpPr>
          <p:nvPr/>
        </p:nvSpPr>
        <p:spPr>
          <a:xfrm xmlns:a="http://schemas.openxmlformats.org/drawingml/2006/main">
            <a:off x="81915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26" name="">
            <a:extLst xmlns:a="http://schemas.openxmlformats.org/drawingml/2006/main">
              <a:ext uri="{FF2B5EF4-FFF2-40B4-BE49-F238E27FC236}">
                <a16:creationId xmlns:a16="http://schemas.microsoft.com/office/drawing/2014/main" id="{E4B51D97-75CC-4B20-88D3-0F61F87B509E}"/>
              </a:ext>
            </a:extLst>
          </p:cNvPr>
          <p:cNvSpPr>
            <a:spLocks xmlns:a="http://schemas.openxmlformats.org/drawingml/2006/main" noGrp="1"/>
          </p:cNvSpPr>
          <p:nvPr/>
        </p:nvSpPr>
        <p:spPr>
          <a:xfrm xmlns:a="http://schemas.openxmlformats.org/drawingml/2006/main">
            <a:off x="4324350" y="401955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7" name="">
            <a:extLst xmlns:a="http://schemas.openxmlformats.org/drawingml/2006/main">
              <a:ext uri="{FF2B5EF4-FFF2-40B4-BE49-F238E27FC236}">
                <a16:creationId xmlns:a16="http://schemas.microsoft.com/office/drawing/2014/main" id="{31CCB655-B5E4-45DC-B71C-DE58CAB0D3F4}"/>
              </a:ext>
            </a:extLst>
          </p:cNvPr>
          <p:cNvSpPr>
            <a:spLocks xmlns:a="http://schemas.openxmlformats.org/drawingml/2006/main" noGrp="1"/>
          </p:cNvSpPr>
          <p:nvPr/>
        </p:nvSpPr>
        <p:spPr>
          <a:xfrm xmlns:a="http://schemas.openxmlformats.org/drawingml/2006/main">
            <a:off x="451485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CDA7782B-D419-4DAE-BE3B-2CA0142C3191}"/>
              </a:ext>
            </a:extLst>
          </p:cNvPr>
          <p:cNvSpPr>
            <a:spLocks xmlns:a="http://schemas.openxmlformats.org/drawingml/2006/main" noGrp="1"/>
          </p:cNvSpPr>
          <p:nvPr/>
        </p:nvSpPr>
        <p:spPr>
          <a:xfrm xmlns:a="http://schemas.openxmlformats.org/drawingml/2006/main">
            <a:off x="457200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05</a:t>
            </a:r>
          </a:p>
        </p:txBody>
      </p:sp>
      <p:sp>
        <p:nvSpPr>
          <p:cNvPr id="29" name="">
            <a:extLst xmlns:a="http://schemas.openxmlformats.org/drawingml/2006/main">
              <a:ext uri="{FF2B5EF4-FFF2-40B4-BE49-F238E27FC236}">
                <a16:creationId xmlns:a16="http://schemas.microsoft.com/office/drawing/2014/main" id="{238C64B5-BABA-40F6-81C5-2F5D5A33A514}"/>
              </a:ext>
            </a:extLst>
          </p:cNvPr>
          <p:cNvSpPr>
            <a:spLocks xmlns:a="http://schemas.openxmlformats.org/drawingml/2006/main" noGrp="1"/>
          </p:cNvSpPr>
          <p:nvPr/>
        </p:nvSpPr>
        <p:spPr>
          <a:xfrm xmlns:a="http://schemas.openxmlformats.org/drawingml/2006/main">
            <a:off x="506730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Last week</a:t>
            </a:r>
          </a:p>
        </p:txBody>
      </p:sp>
      <p:sp>
        <p:nvSpPr>
          <p:cNvPr id="30" name="">
            <a:extLst xmlns:a="http://schemas.openxmlformats.org/drawingml/2006/main">
              <a:ext uri="{FF2B5EF4-FFF2-40B4-BE49-F238E27FC236}">
                <a16:creationId xmlns:a16="http://schemas.microsoft.com/office/drawing/2014/main" id="{E2BCD399-7F5A-45D9-84E5-0FCE4B234D94}"/>
              </a:ext>
            </a:extLst>
          </p:cNvPr>
          <p:cNvSpPr>
            <a:spLocks xmlns:a="http://schemas.openxmlformats.org/drawingml/2006/main" noGrp="1"/>
          </p:cNvSpPr>
          <p:nvPr/>
        </p:nvSpPr>
        <p:spPr>
          <a:xfrm xmlns:a="http://schemas.openxmlformats.org/drawingml/2006/main">
            <a:off x="453390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31" name="">
            <a:extLst xmlns:a="http://schemas.openxmlformats.org/drawingml/2006/main">
              <a:ext uri="{FF2B5EF4-FFF2-40B4-BE49-F238E27FC236}">
                <a16:creationId xmlns:a16="http://schemas.microsoft.com/office/drawing/2014/main" id="{EFCC0C14-3C6D-4C64-8467-E8B2DF7B7E03}"/>
              </a:ext>
            </a:extLst>
          </p:cNvPr>
          <p:cNvSpPr>
            <a:spLocks xmlns:a="http://schemas.openxmlformats.org/drawingml/2006/main" noGrp="1"/>
          </p:cNvSpPr>
          <p:nvPr/>
        </p:nvSpPr>
        <p:spPr>
          <a:xfrm xmlns:a="http://schemas.openxmlformats.org/drawingml/2006/main">
            <a:off x="80391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32" name="">
            <a:extLst xmlns:a="http://schemas.openxmlformats.org/drawingml/2006/main">
              <a:ext uri="{FF2B5EF4-FFF2-40B4-BE49-F238E27FC236}">
                <a16:creationId xmlns:a16="http://schemas.microsoft.com/office/drawing/2014/main" id="{6B657ACB-2C06-49F2-A074-56441750C2E8}"/>
              </a:ext>
            </a:extLst>
          </p:cNvPr>
          <p:cNvSpPr>
            <a:spLocks xmlns:a="http://schemas.openxmlformats.org/drawingml/2006/main" noGrp="1"/>
          </p:cNvSpPr>
          <p:nvPr/>
        </p:nvSpPr>
        <p:spPr>
          <a:xfrm xmlns:a="http://schemas.openxmlformats.org/drawingml/2006/main">
            <a:off x="82296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82B6024C-5D99-4B2C-8CDD-DBF17636A70E}"/>
              </a:ext>
            </a:extLst>
          </p:cNvPr>
          <p:cNvSpPr>
            <a:spLocks xmlns:a="http://schemas.openxmlformats.org/drawingml/2006/main" noGrp="1"/>
          </p:cNvSpPr>
          <p:nvPr/>
        </p:nvSpPr>
        <p:spPr>
          <a:xfrm xmlns:a="http://schemas.openxmlformats.org/drawingml/2006/main">
            <a:off x="82867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06</a:t>
            </a:r>
          </a:p>
        </p:txBody>
      </p:sp>
      <p:sp>
        <p:nvSpPr>
          <p:cNvPr id="34" name="">
            <a:extLst xmlns:a="http://schemas.openxmlformats.org/drawingml/2006/main">
              <a:ext uri="{FF2B5EF4-FFF2-40B4-BE49-F238E27FC236}">
                <a16:creationId xmlns:a16="http://schemas.microsoft.com/office/drawing/2014/main" id="{DE8F4061-D556-4F1F-A14A-A7BD9F778A11}"/>
              </a:ext>
            </a:extLst>
          </p:cNvPr>
          <p:cNvSpPr>
            <a:spLocks xmlns:a="http://schemas.openxmlformats.org/drawingml/2006/main" noGrp="1"/>
          </p:cNvSpPr>
          <p:nvPr/>
        </p:nvSpPr>
        <p:spPr>
          <a:xfrm xmlns:a="http://schemas.openxmlformats.org/drawingml/2006/main">
            <a:off x="878205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Earlier learning</a:t>
            </a:r>
          </a:p>
        </p:txBody>
      </p:sp>
      <p:sp>
        <p:nvSpPr>
          <p:cNvPr id="35" name="">
            <a:extLst xmlns:a="http://schemas.openxmlformats.org/drawingml/2006/main">
              <a:ext uri="{FF2B5EF4-FFF2-40B4-BE49-F238E27FC236}">
                <a16:creationId xmlns:a16="http://schemas.microsoft.com/office/drawing/2014/main" id="{0A2439D2-42D5-4052-A061-5E8E4097DF46}"/>
              </a:ext>
            </a:extLst>
          </p:cNvPr>
          <p:cNvSpPr>
            <a:spLocks xmlns:a="http://schemas.openxmlformats.org/drawingml/2006/main" noGrp="1"/>
          </p:cNvSpPr>
          <p:nvPr/>
        </p:nvSpPr>
        <p:spPr>
          <a:xfrm xmlns:a="http://schemas.openxmlformats.org/drawingml/2006/main">
            <a:off x="824865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36" name="">
            <a:extLst xmlns:a="http://schemas.openxmlformats.org/drawingml/2006/main">
              <a:ext uri="{FF2B5EF4-FFF2-40B4-BE49-F238E27FC236}">
                <a16:creationId xmlns:a16="http://schemas.microsoft.com/office/drawing/2014/main" id="{65006D97-FC1C-4F3F-9723-12EF224D5FB6}"/>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BF029D17-2407-4561-A7C3-59E7A77EFE34}"/>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38" name="">
            <a:extLst xmlns:a="http://schemas.openxmlformats.org/drawingml/2006/main">
              <a:ext uri="{FF2B5EF4-FFF2-40B4-BE49-F238E27FC236}">
                <a16:creationId xmlns:a16="http://schemas.microsoft.com/office/drawing/2014/main" id="{A414D58D-12C7-451C-9E47-AED7093075A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40" name="source-credit">
            <a:extLst xmlns:a="http://schemas.openxmlformats.org/drawingml/2006/main">
              <a:ext uri="{FF2B5EF4-FFF2-40B4-BE49-F238E27FC236}">
                <a16:creationId xmlns:a16="http://schemas.microsoft.com/office/drawing/2014/main" id="{C3557622-2525-4DA8-8D68-40DE9BB6F8E5}"/>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42fbaf3f09164449"/>
              </a:rPr>
              <a:t>Kate Jones — Retrieval Practice Challenge Grids — original guidance</a:t>
            </a:r>
          </a:p>
        </p:txBody>
      </p:sp>
    </p:spTree>
    <p:extLst>
      <p:ext uri="{BB962C8B-B14F-4D97-AF65-F5344CB8AC3E}">
        <p14:creationId xmlns:p14="http://schemas.microsoft.com/office/powerpoint/2010/main" val="12298615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2026-10-08T06:08:30.8500000Z</dcterms:created>
  <dcterms:modified xsi:type="dcterms:W3CDTF">2026-10-08T06:08:30.8500000Z</dcterms:modified>
</coreProperties>
</file>