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8bda2cdbcc4d5a" /><Relationship Type="http://schemas.openxmlformats.org/officeDocument/2006/relationships/extended-properties" Target="/docProps/app.xml" Id="Rb7294923478148c2" /><Relationship Type="http://schemas.openxmlformats.org/officeDocument/2006/relationships/officeDocument" Target="/ppt/presentation.xml" Id="R4f8268e93d7a4be1" /></Relationships>
</file>

<file path=ppt/presentation.xml><?xml version="1.0" encoding="utf-8"?>
<p:presentation xmlns:p="http://schemas.openxmlformats.org/presentationml/2006/main">
  <p:sldMasterIdLst>
    <p:sldMasterId xmlns:r="http://schemas.openxmlformats.org/officeDocument/2006/relationships" id="2147483648" r:id="R8759554f6e19403a"/>
  </p:sldMasterIdLst>
  <p:notesMasterIdLst>
    <p:notesMasterId xmlns:r="http://schemas.openxmlformats.org/officeDocument/2006/relationships" r:id="R3b3a78f4403749f3"/>
  </p:notesMasterIdLst>
  <p:sldIdLst>
    <p:sldId xmlns:r="http://schemas.openxmlformats.org/officeDocument/2006/relationships" id="256" r:id="Rf7dffc27af7547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6822f088864d27" /><Relationship Type="http://schemas.openxmlformats.org/officeDocument/2006/relationships/slideMaster" Target="/ppt/slideMasters/slideMaster1.xml" Id="R8759554f6e19403a" /><Relationship Type="http://schemas.openxmlformats.org/officeDocument/2006/relationships/notesMaster" Target="/ppt/notesMasters/notesMaster1.xml" Id="R3b3a78f4403749f3" /><Relationship Type="http://schemas.openxmlformats.org/officeDocument/2006/relationships/presProps" Target="/ppt/presProps.xml" Id="Rb0f86d2e8a02482f" /><Relationship Type="http://schemas.openxmlformats.org/officeDocument/2006/relationships/tableStyles" Target="/ppt/tableStyles.xml" Id="R7d3fb620eef641e3" /><Relationship Type="http://schemas.openxmlformats.org/officeDocument/2006/relationships/slide" Target="/ppt/slides/slide1.xml" Id="Rf7dffc27af7547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4ba7b2a4894e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caf519028844bf" /><Relationship Type="http://schemas.openxmlformats.org/officeDocument/2006/relationships/notesMaster" Target="/ppt/notesMasters/notesMaster1.xml" Id="R0eab3fffc43e41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5eec0557ae49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51671bb9464bf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71fa5e557eb43d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c3c3072fb648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ad2611884047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51070fd38a40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10974EF-B722-4683-9249-3F3F465E9790}"/>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F32F026-0648-4807-B0BD-0003C1B77D6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C1B57E00-DCBD-4A64-8477-2F33EFA81FE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7F984772-6A72-4C4B-BAD4-D203A500D5B7}"/>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CE3214E0-44E3-4C1E-8590-BB95B68E14C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42FE7A1-F84E-47B6-BD3E-C62A2C37150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7DCADBA-EA55-4289-AAE7-6202DA46AC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2803CA3A-0A17-47AF-B67F-F449D2940CB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BE229246-67D9-432A-B2BD-BD194725B63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BAB04C4-2D9B-4D1B-81D6-228F633B58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451C02A-704C-4D09-914F-ADEDE6AB86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4D452A3D-80CF-4372-8DB0-2407CAC4BD7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50BEC35-841B-4E1B-9909-8DD815D570E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D61A3CE-23C2-4A3A-9022-03343D7D72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1F9942A-87BB-4798-AEEE-01DD7547CB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f6652fe3f94910" /><Relationship Type="http://schemas.openxmlformats.org/officeDocument/2006/relationships/slideLayout" Target="/ppt/slideLayouts/slideLayout1.xml" Id="R90c2cb44737e4ed5" /><Relationship Type="http://schemas.openxmlformats.org/officeDocument/2006/relationships/slideLayout" Target="/ppt/slideLayouts/slideLayout2.xml" Id="R8b4529dbe32f4fcb" /><Relationship Type="http://schemas.openxmlformats.org/officeDocument/2006/relationships/slideLayout" Target="/ppt/slideLayouts/slideLayout3.xml" Id="R17b9839ebab049aa" /><Relationship Type="http://schemas.openxmlformats.org/officeDocument/2006/relationships/slideLayout" Target="/ppt/slideLayouts/slideLayout4.xml" Id="R7bde45af15d74362" /><Relationship Type="http://schemas.openxmlformats.org/officeDocument/2006/relationships/slideLayout" Target="/ppt/slideLayouts/slideLayout5.xml" Id="Rae412a43311d48ae" /><Relationship Type="http://schemas.openxmlformats.org/officeDocument/2006/relationships/slideLayout" Target="/ppt/slideLayouts/slideLayout6.xml" Id="R8df7e88d69d541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c2cb44737e4ed5"/>
    <p:sldLayoutId xmlns:r="http://schemas.openxmlformats.org/officeDocument/2006/relationships" id="2147483650" r:id="R8b4529dbe32f4fcb"/>
    <p:sldLayoutId xmlns:r="http://schemas.openxmlformats.org/officeDocument/2006/relationships" id="2147483651" r:id="R17b9839ebab049aa"/>
    <p:sldLayoutId xmlns:r="http://schemas.openxmlformats.org/officeDocument/2006/relationships" id="2147483652" r:id="R7bde45af15d74362"/>
    <p:sldLayoutId xmlns:r="http://schemas.openxmlformats.org/officeDocument/2006/relationships" id="2147483653" r:id="Rae412a43311d48ae"/>
    <p:sldLayoutId xmlns:r="http://schemas.openxmlformats.org/officeDocument/2006/relationships" id="2147483654" r:id="R8df7e88d69d541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3e653d97eae4a46" /><Relationship Type="http://schemas.openxmlformats.org/officeDocument/2006/relationships/notesSlide" Target="/ppt/notesSlides/notesSlide1.xml" Id="Rd5488a94203f440c"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315215B3-4EB6-448C-89D2-2B25A351162A}"/>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Retrieval challenge grid</a:t>
            </a:r>
          </a:p>
        </p:txBody>
      </p:sp>
      <p:sp>
        <p:nvSpPr>
          <p:cNvPr id="2" name="">
            <a:extLst xmlns:a="http://schemas.openxmlformats.org/drawingml/2006/main">
              <a:ext uri="{FF2B5EF4-FFF2-40B4-BE49-F238E27FC236}">
                <a16:creationId xmlns:a16="http://schemas.microsoft.com/office/drawing/2014/main" id="{DA0F9B30-0927-450F-941D-B27AE3E4A6E5}"/>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9F099511-8C06-4D3C-9330-8E433C46BD19}"/>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A9DBCF-B4D2-43F1-8593-44B0A3638D51}"/>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90C7AF7E-5FC1-4F6D-9C54-2D5443B727E4}"/>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04875BAE-16B2-42FE-9E58-DEA94A60CC96}"/>
              </a:ext>
            </a:extLst>
          </p:cNvPr>
          <p:cNvSpPr>
            <a:spLocks xmlns:a="http://schemas.openxmlformats.org/drawingml/2006/main" noGrp="1"/>
          </p:cNvSpPr>
          <p:nvPr/>
        </p:nvSpPr>
        <p:spPr>
          <a:xfrm xmlns:a="http://schemas.openxmlformats.org/drawingml/2006/main">
            <a:off x="609600" y="224790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2C244FA7-D1FA-4B6B-9338-D13B3CCFD8D9}"/>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CEBEA72-047B-4DAB-AC95-17E2C545B05C}"/>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D6C49B43-6F0D-415A-89CF-3FD12ECD7D59}"/>
              </a:ext>
            </a:extLst>
          </p:cNvPr>
          <p:cNvSpPr>
            <a:spLocks xmlns:a="http://schemas.openxmlformats.org/drawingml/2006/main" noGrp="1"/>
          </p:cNvSpPr>
          <p:nvPr/>
        </p:nvSpPr>
        <p:spPr>
          <a:xfrm xmlns:a="http://schemas.openxmlformats.org/drawingml/2006/main">
            <a:off x="1352550" y="24669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Last lesson</a:t>
            </a:r>
          </a:p>
        </p:txBody>
      </p:sp>
      <p:sp>
        <p:nvSpPr>
          <p:cNvPr id="10" name="">
            <a:extLst xmlns:a="http://schemas.openxmlformats.org/drawingml/2006/main">
              <a:ext uri="{FF2B5EF4-FFF2-40B4-BE49-F238E27FC236}">
                <a16:creationId xmlns:a16="http://schemas.microsoft.com/office/drawing/2014/main" id="{91E0C4E9-141E-44F4-89D4-2663F9042819}"/>
              </a:ext>
            </a:extLst>
          </p:cNvPr>
          <p:cNvSpPr>
            <a:spLocks xmlns:a="http://schemas.openxmlformats.org/drawingml/2006/main" noGrp="1"/>
          </p:cNvSpPr>
          <p:nvPr/>
        </p:nvSpPr>
        <p:spPr>
          <a:xfrm xmlns:a="http://schemas.openxmlformats.org/drawingml/2006/main">
            <a:off x="819150" y="299085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11" name="">
            <a:extLst xmlns:a="http://schemas.openxmlformats.org/drawingml/2006/main">
              <a:ext uri="{FF2B5EF4-FFF2-40B4-BE49-F238E27FC236}">
                <a16:creationId xmlns:a16="http://schemas.microsoft.com/office/drawing/2014/main" id="{3FF9C706-93A5-46E8-AEBF-22CD30A0F85E}"/>
              </a:ext>
            </a:extLst>
          </p:cNvPr>
          <p:cNvSpPr>
            <a:spLocks xmlns:a="http://schemas.openxmlformats.org/drawingml/2006/main" noGrp="1"/>
          </p:cNvSpPr>
          <p:nvPr/>
        </p:nvSpPr>
        <p:spPr>
          <a:xfrm xmlns:a="http://schemas.openxmlformats.org/drawingml/2006/main">
            <a:off x="4324350" y="224790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E108A0B0-913C-442A-981D-313C94CF5589}"/>
              </a:ext>
            </a:extLst>
          </p:cNvPr>
          <p:cNvSpPr>
            <a:spLocks xmlns:a="http://schemas.openxmlformats.org/drawingml/2006/main" noGrp="1"/>
          </p:cNvSpPr>
          <p:nvPr/>
        </p:nvSpPr>
        <p:spPr>
          <a:xfrm xmlns:a="http://schemas.openxmlformats.org/drawingml/2006/main">
            <a:off x="451485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6AC9421-6E3B-4888-A756-BE8167753DA7}"/>
              </a:ext>
            </a:extLst>
          </p:cNvPr>
          <p:cNvSpPr>
            <a:spLocks xmlns:a="http://schemas.openxmlformats.org/drawingml/2006/main" noGrp="1"/>
          </p:cNvSpPr>
          <p:nvPr/>
        </p:nvSpPr>
        <p:spPr>
          <a:xfrm xmlns:a="http://schemas.openxmlformats.org/drawingml/2006/main">
            <a:off x="457200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2EA6A899-0AE9-40EB-9FF5-F3BDDB0246C8}"/>
              </a:ext>
            </a:extLst>
          </p:cNvPr>
          <p:cNvSpPr>
            <a:spLocks xmlns:a="http://schemas.openxmlformats.org/drawingml/2006/main" noGrp="1"/>
          </p:cNvSpPr>
          <p:nvPr/>
        </p:nvSpPr>
        <p:spPr>
          <a:xfrm xmlns:a="http://schemas.openxmlformats.org/drawingml/2006/main">
            <a:off x="5067300" y="24669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Last week</a:t>
            </a:r>
          </a:p>
        </p:txBody>
      </p:sp>
      <p:sp>
        <p:nvSpPr>
          <p:cNvPr id="15" name="">
            <a:extLst xmlns:a="http://schemas.openxmlformats.org/drawingml/2006/main">
              <a:ext uri="{FF2B5EF4-FFF2-40B4-BE49-F238E27FC236}">
                <a16:creationId xmlns:a16="http://schemas.microsoft.com/office/drawing/2014/main" id="{E16B0026-EC89-41A2-A96B-C2BD1BE4B327}"/>
              </a:ext>
            </a:extLst>
          </p:cNvPr>
          <p:cNvSpPr>
            <a:spLocks xmlns:a="http://schemas.openxmlformats.org/drawingml/2006/main" noGrp="1"/>
          </p:cNvSpPr>
          <p:nvPr/>
        </p:nvSpPr>
        <p:spPr>
          <a:xfrm xmlns:a="http://schemas.openxmlformats.org/drawingml/2006/main">
            <a:off x="4533900" y="299085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16" name="">
            <a:extLst xmlns:a="http://schemas.openxmlformats.org/drawingml/2006/main">
              <a:ext uri="{FF2B5EF4-FFF2-40B4-BE49-F238E27FC236}">
                <a16:creationId xmlns:a16="http://schemas.microsoft.com/office/drawing/2014/main" id="{0D25D2F5-20B4-4060-BDB0-A3D9CBAD903C}"/>
              </a:ext>
            </a:extLst>
          </p:cNvPr>
          <p:cNvSpPr>
            <a:spLocks xmlns:a="http://schemas.openxmlformats.org/drawingml/2006/main" noGrp="1"/>
          </p:cNvSpPr>
          <p:nvPr/>
        </p:nvSpPr>
        <p:spPr>
          <a:xfrm xmlns:a="http://schemas.openxmlformats.org/drawingml/2006/main">
            <a:off x="8039100" y="224790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46D041E9-DD4C-41C9-B3DD-0576C94752F0}"/>
              </a:ext>
            </a:extLst>
          </p:cNvPr>
          <p:cNvSpPr>
            <a:spLocks xmlns:a="http://schemas.openxmlformats.org/drawingml/2006/main" noGrp="1"/>
          </p:cNvSpPr>
          <p:nvPr/>
        </p:nvSpPr>
        <p:spPr>
          <a:xfrm xmlns:a="http://schemas.openxmlformats.org/drawingml/2006/main">
            <a:off x="82296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3EFFD61-FB02-4DE4-84E5-AD1373A32E2E}"/>
              </a:ext>
            </a:extLst>
          </p:cNvPr>
          <p:cNvSpPr>
            <a:spLocks xmlns:a="http://schemas.openxmlformats.org/drawingml/2006/main" noGrp="1"/>
          </p:cNvSpPr>
          <p:nvPr/>
        </p:nvSpPr>
        <p:spPr>
          <a:xfrm xmlns:a="http://schemas.openxmlformats.org/drawingml/2006/main">
            <a:off x="82867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03</a:t>
            </a:r>
          </a:p>
        </p:txBody>
      </p:sp>
      <p:sp>
        <p:nvSpPr>
          <p:cNvPr id="19" name="">
            <a:extLst xmlns:a="http://schemas.openxmlformats.org/drawingml/2006/main">
              <a:ext uri="{FF2B5EF4-FFF2-40B4-BE49-F238E27FC236}">
                <a16:creationId xmlns:a16="http://schemas.microsoft.com/office/drawing/2014/main" id="{5935FC3E-83A3-4507-9C2B-E6AEE2D7780F}"/>
              </a:ext>
            </a:extLst>
          </p:cNvPr>
          <p:cNvSpPr>
            <a:spLocks xmlns:a="http://schemas.openxmlformats.org/drawingml/2006/main" noGrp="1"/>
          </p:cNvSpPr>
          <p:nvPr/>
        </p:nvSpPr>
        <p:spPr>
          <a:xfrm xmlns:a="http://schemas.openxmlformats.org/drawingml/2006/main">
            <a:off x="8782050" y="24669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Earlier learning</a:t>
            </a:r>
          </a:p>
        </p:txBody>
      </p:sp>
      <p:sp>
        <p:nvSpPr>
          <p:cNvPr id="20" name="">
            <a:extLst xmlns:a="http://schemas.openxmlformats.org/drawingml/2006/main">
              <a:ext uri="{FF2B5EF4-FFF2-40B4-BE49-F238E27FC236}">
                <a16:creationId xmlns:a16="http://schemas.microsoft.com/office/drawing/2014/main" id="{34EE0D0F-1119-48B3-A5E0-92E7243EA437}"/>
              </a:ext>
            </a:extLst>
          </p:cNvPr>
          <p:cNvSpPr>
            <a:spLocks xmlns:a="http://schemas.openxmlformats.org/drawingml/2006/main" noGrp="1"/>
          </p:cNvSpPr>
          <p:nvPr/>
        </p:nvSpPr>
        <p:spPr>
          <a:xfrm xmlns:a="http://schemas.openxmlformats.org/drawingml/2006/main">
            <a:off x="8248650" y="299085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21" name="">
            <a:extLst xmlns:a="http://schemas.openxmlformats.org/drawingml/2006/main">
              <a:ext uri="{FF2B5EF4-FFF2-40B4-BE49-F238E27FC236}">
                <a16:creationId xmlns:a16="http://schemas.microsoft.com/office/drawing/2014/main" id="{54A13C3B-C860-4592-9479-8C9D638E2FBE}"/>
              </a:ext>
            </a:extLst>
          </p:cNvPr>
          <p:cNvSpPr>
            <a:spLocks xmlns:a="http://schemas.openxmlformats.org/drawingml/2006/main" noGrp="1"/>
          </p:cNvSpPr>
          <p:nvPr/>
        </p:nvSpPr>
        <p:spPr>
          <a:xfrm xmlns:a="http://schemas.openxmlformats.org/drawingml/2006/main">
            <a:off x="609600" y="401955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2" name="">
            <a:extLst xmlns:a="http://schemas.openxmlformats.org/drawingml/2006/main">
              <a:ext uri="{FF2B5EF4-FFF2-40B4-BE49-F238E27FC236}">
                <a16:creationId xmlns:a16="http://schemas.microsoft.com/office/drawing/2014/main" id="{64ADD00C-0B87-471D-BD26-5B5A089BF985}"/>
              </a:ext>
            </a:extLst>
          </p:cNvPr>
          <p:cNvSpPr>
            <a:spLocks xmlns:a="http://schemas.openxmlformats.org/drawingml/2006/main" noGrp="1"/>
          </p:cNvSpPr>
          <p:nvPr/>
        </p:nvSpPr>
        <p:spPr>
          <a:xfrm xmlns:a="http://schemas.openxmlformats.org/drawingml/2006/main">
            <a:off x="800100"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D42A153-C7E1-47F6-BEB7-9B340F93C9A3}"/>
              </a:ext>
            </a:extLst>
          </p:cNvPr>
          <p:cNvSpPr>
            <a:spLocks xmlns:a="http://schemas.openxmlformats.org/drawingml/2006/main" noGrp="1"/>
          </p:cNvSpPr>
          <p:nvPr/>
        </p:nvSpPr>
        <p:spPr>
          <a:xfrm xmlns:a="http://schemas.openxmlformats.org/drawingml/2006/main">
            <a:off x="857250"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04</a:t>
            </a:r>
          </a:p>
        </p:txBody>
      </p:sp>
      <p:sp>
        <p:nvSpPr>
          <p:cNvPr id="24" name="">
            <a:extLst xmlns:a="http://schemas.openxmlformats.org/drawingml/2006/main">
              <a:ext uri="{FF2B5EF4-FFF2-40B4-BE49-F238E27FC236}">
                <a16:creationId xmlns:a16="http://schemas.microsoft.com/office/drawing/2014/main" id="{370FD5E2-BBF6-4060-92E1-AF75CDD3CB25}"/>
              </a:ext>
            </a:extLst>
          </p:cNvPr>
          <p:cNvSpPr>
            <a:spLocks xmlns:a="http://schemas.openxmlformats.org/drawingml/2006/main" noGrp="1"/>
          </p:cNvSpPr>
          <p:nvPr/>
        </p:nvSpPr>
        <p:spPr>
          <a:xfrm xmlns:a="http://schemas.openxmlformats.org/drawingml/2006/main">
            <a:off x="1352550" y="423862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Last lesson</a:t>
            </a:r>
          </a:p>
        </p:txBody>
      </p:sp>
      <p:sp>
        <p:nvSpPr>
          <p:cNvPr id="25" name="">
            <a:extLst xmlns:a="http://schemas.openxmlformats.org/drawingml/2006/main">
              <a:ext uri="{FF2B5EF4-FFF2-40B4-BE49-F238E27FC236}">
                <a16:creationId xmlns:a16="http://schemas.microsoft.com/office/drawing/2014/main" id="{1CBE1FB2-67BA-458B-A1A6-2894C9DF77FE}"/>
              </a:ext>
            </a:extLst>
          </p:cNvPr>
          <p:cNvSpPr>
            <a:spLocks xmlns:a="http://schemas.openxmlformats.org/drawingml/2006/main" noGrp="1"/>
          </p:cNvSpPr>
          <p:nvPr/>
        </p:nvSpPr>
        <p:spPr>
          <a:xfrm xmlns:a="http://schemas.openxmlformats.org/drawingml/2006/main">
            <a:off x="819150" y="476250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26" name="">
            <a:extLst xmlns:a="http://schemas.openxmlformats.org/drawingml/2006/main">
              <a:ext uri="{FF2B5EF4-FFF2-40B4-BE49-F238E27FC236}">
                <a16:creationId xmlns:a16="http://schemas.microsoft.com/office/drawing/2014/main" id="{D248AB37-492A-400E-BB69-EFD73F3B06D0}"/>
              </a:ext>
            </a:extLst>
          </p:cNvPr>
          <p:cNvSpPr>
            <a:spLocks xmlns:a="http://schemas.openxmlformats.org/drawingml/2006/main" noGrp="1"/>
          </p:cNvSpPr>
          <p:nvPr/>
        </p:nvSpPr>
        <p:spPr>
          <a:xfrm xmlns:a="http://schemas.openxmlformats.org/drawingml/2006/main">
            <a:off x="4324350" y="401955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27" name="">
            <a:extLst xmlns:a="http://schemas.openxmlformats.org/drawingml/2006/main">
              <a:ext uri="{FF2B5EF4-FFF2-40B4-BE49-F238E27FC236}">
                <a16:creationId xmlns:a16="http://schemas.microsoft.com/office/drawing/2014/main" id="{C1458444-815C-4B7E-97D3-7E48A3582EB5}"/>
              </a:ext>
            </a:extLst>
          </p:cNvPr>
          <p:cNvSpPr>
            <a:spLocks xmlns:a="http://schemas.openxmlformats.org/drawingml/2006/main" noGrp="1"/>
          </p:cNvSpPr>
          <p:nvPr/>
        </p:nvSpPr>
        <p:spPr>
          <a:xfrm xmlns:a="http://schemas.openxmlformats.org/drawingml/2006/main">
            <a:off x="4514850"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1E24065-AE09-4343-A512-EC09EE0A2C62}"/>
              </a:ext>
            </a:extLst>
          </p:cNvPr>
          <p:cNvSpPr>
            <a:spLocks xmlns:a="http://schemas.openxmlformats.org/drawingml/2006/main" noGrp="1"/>
          </p:cNvSpPr>
          <p:nvPr/>
        </p:nvSpPr>
        <p:spPr>
          <a:xfrm xmlns:a="http://schemas.openxmlformats.org/drawingml/2006/main">
            <a:off x="4572000"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05</a:t>
            </a:r>
          </a:p>
        </p:txBody>
      </p:sp>
      <p:sp>
        <p:nvSpPr>
          <p:cNvPr id="29" name="">
            <a:extLst xmlns:a="http://schemas.openxmlformats.org/drawingml/2006/main">
              <a:ext uri="{FF2B5EF4-FFF2-40B4-BE49-F238E27FC236}">
                <a16:creationId xmlns:a16="http://schemas.microsoft.com/office/drawing/2014/main" id="{E64B6807-8A27-4A8D-A360-3EFFFDFAB27E}"/>
              </a:ext>
            </a:extLst>
          </p:cNvPr>
          <p:cNvSpPr>
            <a:spLocks xmlns:a="http://schemas.openxmlformats.org/drawingml/2006/main" noGrp="1"/>
          </p:cNvSpPr>
          <p:nvPr/>
        </p:nvSpPr>
        <p:spPr>
          <a:xfrm xmlns:a="http://schemas.openxmlformats.org/drawingml/2006/main">
            <a:off x="5067300" y="423862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Last week</a:t>
            </a:r>
          </a:p>
        </p:txBody>
      </p:sp>
      <p:sp>
        <p:nvSpPr>
          <p:cNvPr id="30" name="">
            <a:extLst xmlns:a="http://schemas.openxmlformats.org/drawingml/2006/main">
              <a:ext uri="{FF2B5EF4-FFF2-40B4-BE49-F238E27FC236}">
                <a16:creationId xmlns:a16="http://schemas.microsoft.com/office/drawing/2014/main" id="{3DEDF852-A3A8-4971-A42C-886D306B21C3}"/>
              </a:ext>
            </a:extLst>
          </p:cNvPr>
          <p:cNvSpPr>
            <a:spLocks xmlns:a="http://schemas.openxmlformats.org/drawingml/2006/main" noGrp="1"/>
          </p:cNvSpPr>
          <p:nvPr/>
        </p:nvSpPr>
        <p:spPr>
          <a:xfrm xmlns:a="http://schemas.openxmlformats.org/drawingml/2006/main">
            <a:off x="4533900" y="476250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31" name="">
            <a:extLst xmlns:a="http://schemas.openxmlformats.org/drawingml/2006/main">
              <a:ext uri="{FF2B5EF4-FFF2-40B4-BE49-F238E27FC236}">
                <a16:creationId xmlns:a16="http://schemas.microsoft.com/office/drawing/2014/main" id="{B6DE6B88-7598-4A8D-B1DB-F96ACCE510AB}"/>
              </a:ext>
            </a:extLst>
          </p:cNvPr>
          <p:cNvSpPr>
            <a:spLocks xmlns:a="http://schemas.openxmlformats.org/drawingml/2006/main" noGrp="1"/>
          </p:cNvSpPr>
          <p:nvPr/>
        </p:nvSpPr>
        <p:spPr>
          <a:xfrm xmlns:a="http://schemas.openxmlformats.org/drawingml/2006/main">
            <a:off x="8039100" y="401955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32" name="">
            <a:extLst xmlns:a="http://schemas.openxmlformats.org/drawingml/2006/main">
              <a:ext uri="{FF2B5EF4-FFF2-40B4-BE49-F238E27FC236}">
                <a16:creationId xmlns:a16="http://schemas.microsoft.com/office/drawing/2014/main" id="{E30E5300-99CA-40A6-A4A6-A7B1AE624D03}"/>
              </a:ext>
            </a:extLst>
          </p:cNvPr>
          <p:cNvSpPr>
            <a:spLocks xmlns:a="http://schemas.openxmlformats.org/drawingml/2006/main" noGrp="1"/>
          </p:cNvSpPr>
          <p:nvPr/>
        </p:nvSpPr>
        <p:spPr>
          <a:xfrm xmlns:a="http://schemas.openxmlformats.org/drawingml/2006/main">
            <a:off x="8229600"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0B84528-67BB-4559-A5DF-67CD8E7AA40E}"/>
              </a:ext>
            </a:extLst>
          </p:cNvPr>
          <p:cNvSpPr>
            <a:spLocks xmlns:a="http://schemas.openxmlformats.org/drawingml/2006/main" noGrp="1"/>
          </p:cNvSpPr>
          <p:nvPr/>
        </p:nvSpPr>
        <p:spPr>
          <a:xfrm xmlns:a="http://schemas.openxmlformats.org/drawingml/2006/main">
            <a:off x="8286750"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06</a:t>
            </a:r>
          </a:p>
        </p:txBody>
      </p:sp>
      <p:sp>
        <p:nvSpPr>
          <p:cNvPr id="34" name="">
            <a:extLst xmlns:a="http://schemas.openxmlformats.org/drawingml/2006/main">
              <a:ext uri="{FF2B5EF4-FFF2-40B4-BE49-F238E27FC236}">
                <a16:creationId xmlns:a16="http://schemas.microsoft.com/office/drawing/2014/main" id="{0FC002C1-343C-462A-924B-093F5396E990}"/>
              </a:ext>
            </a:extLst>
          </p:cNvPr>
          <p:cNvSpPr>
            <a:spLocks xmlns:a="http://schemas.openxmlformats.org/drawingml/2006/main" noGrp="1"/>
          </p:cNvSpPr>
          <p:nvPr/>
        </p:nvSpPr>
        <p:spPr>
          <a:xfrm xmlns:a="http://schemas.openxmlformats.org/drawingml/2006/main">
            <a:off x="8782050" y="423862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Earlier learning</a:t>
            </a:r>
          </a:p>
        </p:txBody>
      </p:sp>
      <p:sp>
        <p:nvSpPr>
          <p:cNvPr id="35" name="">
            <a:extLst xmlns:a="http://schemas.openxmlformats.org/drawingml/2006/main">
              <a:ext uri="{FF2B5EF4-FFF2-40B4-BE49-F238E27FC236}">
                <a16:creationId xmlns:a16="http://schemas.microsoft.com/office/drawing/2014/main" id="{18A9A381-559A-46F5-BC3E-393593DD4DB2}"/>
              </a:ext>
            </a:extLst>
          </p:cNvPr>
          <p:cNvSpPr>
            <a:spLocks xmlns:a="http://schemas.openxmlformats.org/drawingml/2006/main" noGrp="1"/>
          </p:cNvSpPr>
          <p:nvPr/>
        </p:nvSpPr>
        <p:spPr>
          <a:xfrm xmlns:a="http://schemas.openxmlformats.org/drawingml/2006/main">
            <a:off x="8248650" y="476250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36" name="">
            <a:extLst xmlns:a="http://schemas.openxmlformats.org/drawingml/2006/main">
              <a:ext uri="{FF2B5EF4-FFF2-40B4-BE49-F238E27FC236}">
                <a16:creationId xmlns:a16="http://schemas.microsoft.com/office/drawing/2014/main" id="{3A7FF206-D17F-4507-8F41-8997F39C85FA}"/>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B1B987D-A5DE-46A6-9709-B23A71469FD1}"/>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38" name="">
            <a:extLst xmlns:a="http://schemas.openxmlformats.org/drawingml/2006/main">
              <a:ext uri="{FF2B5EF4-FFF2-40B4-BE49-F238E27FC236}">
                <a16:creationId xmlns:a16="http://schemas.microsoft.com/office/drawing/2014/main" id="{B39EF322-A600-4873-A10B-670854AC982E}"/>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13750262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2026-10-07T20:43:15.6040000Z</dcterms:created>
  <dcterms:modified xsi:type="dcterms:W3CDTF">2026-10-07T20:43:15.6040000Z</dcterms:modified>
</coreProperties>
</file>