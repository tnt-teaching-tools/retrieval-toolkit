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bb8a5454ce4f0b" /><Relationship Type="http://schemas.openxmlformats.org/officeDocument/2006/relationships/extended-properties" Target="/docProps/app.xml" Id="Rd9ece69381bb462c" /><Relationship Type="http://schemas.openxmlformats.org/officeDocument/2006/relationships/officeDocument" Target="/ppt/presentation.xml" Id="R4150ffa84ee6475f" /></Relationships>
</file>

<file path=ppt/presentation.xml><?xml version="1.0" encoding="utf-8"?>
<p:presentation xmlns:p="http://schemas.openxmlformats.org/presentationml/2006/main">
  <p:sldMasterIdLst>
    <p:sldMasterId xmlns:r="http://schemas.openxmlformats.org/officeDocument/2006/relationships" id="2147483648" r:id="Rc70c1d18daf34554"/>
  </p:sldMasterIdLst>
  <p:notesMasterIdLst>
    <p:notesMasterId xmlns:r="http://schemas.openxmlformats.org/officeDocument/2006/relationships" r:id="Rb6fb8124426c4ed2"/>
  </p:notesMasterIdLst>
  <p:sldIdLst>
    <p:sldId xmlns:r="http://schemas.openxmlformats.org/officeDocument/2006/relationships" id="256" r:id="Rf48a312549a748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6381837d284abe" /><Relationship Type="http://schemas.openxmlformats.org/officeDocument/2006/relationships/slideMaster" Target="/ppt/slideMasters/slideMaster1.xml" Id="Rc70c1d18daf34554" /><Relationship Type="http://schemas.openxmlformats.org/officeDocument/2006/relationships/notesMaster" Target="/ppt/notesMasters/notesMaster1.xml" Id="Rb6fb8124426c4ed2" /><Relationship Type="http://schemas.openxmlformats.org/officeDocument/2006/relationships/presProps" Target="/ppt/presProps.xml" Id="Rae5b7ba28c3a4d5c" /><Relationship Type="http://schemas.openxmlformats.org/officeDocument/2006/relationships/tableStyles" Target="/ppt/tableStyles.xml" Id="R0d4a12373bc04953" /><Relationship Type="http://schemas.openxmlformats.org/officeDocument/2006/relationships/slide" Target="/ppt/slides/slide1.xml" Id="Rf48a312549a748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77cd32b89947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7d7f49f7dc4d27" /><Relationship Type="http://schemas.openxmlformats.org/officeDocument/2006/relationships/notesMaster" Target="/ppt/notesMasters/notesMaster1.xml" Id="R4a796161e19c4f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1a4121d9b141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2d63a03eeb43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f00a0b1eea4d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b9f0792a7a46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95ccde94b54b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862a8d2af647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0B7404C-CDC5-417D-9969-CB97D2B5647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367B400-4B33-4B55-B769-F888190524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9B9BADE-146D-4089-AF61-E5B3CBF8C8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9E961A5-6233-400F-AA5B-80156EC4AA14}"/>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8D86B73-0D49-4FAE-BF13-2090FBC261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EA8922-F479-46FA-96F5-B64C498AD96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F117905-DA8E-41D5-AE2D-FC8CF9091E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636D177-19B2-48CD-8210-FF7742080B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0FCACFA-1BCF-471B-87ED-8E9D2F105DF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CBE41D8-F36D-4A5F-B760-D2C5A536B0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5943F43-D125-4D5C-B645-EA5F5D7F84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98A5558-09C4-4A72-BFEC-4359E7D687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3558D97-2AE5-4E9D-B55A-D732806D77B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F29681F-3309-4546-B3A0-2E1A7B25AD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C0EA265-E9B9-474A-BC13-C60BEE631B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b1b3ab2cb94b56" /><Relationship Type="http://schemas.openxmlformats.org/officeDocument/2006/relationships/slideLayout" Target="/ppt/slideLayouts/slideLayout1.xml" Id="R3fba5b0a441944e7" /><Relationship Type="http://schemas.openxmlformats.org/officeDocument/2006/relationships/slideLayout" Target="/ppt/slideLayouts/slideLayout2.xml" Id="R131ddd7ba653428e" /><Relationship Type="http://schemas.openxmlformats.org/officeDocument/2006/relationships/slideLayout" Target="/ppt/slideLayouts/slideLayout3.xml" Id="R511043bc844948e6" /><Relationship Type="http://schemas.openxmlformats.org/officeDocument/2006/relationships/slideLayout" Target="/ppt/slideLayouts/slideLayout4.xml" Id="Rfa4ef490175249f9" /><Relationship Type="http://schemas.openxmlformats.org/officeDocument/2006/relationships/slideLayout" Target="/ppt/slideLayouts/slideLayout5.xml" Id="Raa2e34e2036b4491" /><Relationship Type="http://schemas.openxmlformats.org/officeDocument/2006/relationships/slideLayout" Target="/ppt/slideLayouts/slideLayout6.xml" Id="R5ebcfccbd68647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ba5b0a441944e7"/>
    <p:sldLayoutId xmlns:r="http://schemas.openxmlformats.org/officeDocument/2006/relationships" id="2147483650" r:id="R131ddd7ba653428e"/>
    <p:sldLayoutId xmlns:r="http://schemas.openxmlformats.org/officeDocument/2006/relationships" id="2147483651" r:id="R511043bc844948e6"/>
    <p:sldLayoutId xmlns:r="http://schemas.openxmlformats.org/officeDocument/2006/relationships" id="2147483652" r:id="Rfa4ef490175249f9"/>
    <p:sldLayoutId xmlns:r="http://schemas.openxmlformats.org/officeDocument/2006/relationships" id="2147483653" r:id="Raa2e34e2036b4491"/>
    <p:sldLayoutId xmlns:r="http://schemas.openxmlformats.org/officeDocument/2006/relationships" id="2147483654" r:id="R5ebcfccbd68647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71c6062a7a4bb5" /><Relationship Type="http://schemas.openxmlformats.org/officeDocument/2006/relationships/notesSlide" Target="/ppt/notesSlides/notesSlide1.xml" Id="R2330d6606aae417e"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3CCD2CC-09F4-44A0-85B0-28204D108D2A}"/>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Two things</a:t>
            </a:r>
          </a:p>
        </p:txBody>
      </p:sp>
      <p:sp>
        <p:nvSpPr>
          <p:cNvPr id="2" name="">
            <a:extLst xmlns:a="http://schemas.openxmlformats.org/drawingml/2006/main">
              <a:ext uri="{FF2B5EF4-FFF2-40B4-BE49-F238E27FC236}">
                <a16:creationId xmlns:a16="http://schemas.microsoft.com/office/drawing/2014/main" id="{B6E4D853-A796-443B-9D9A-6417352FFBA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FD475729-4F38-4CEB-A2FB-0334C85EE02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465849-6DCD-4C8E-9293-EE70F7791316}"/>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2E39C388-CAF6-49C3-BCA8-572F708AFDEB}"/>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DA06BD17-D43B-4190-B3BD-E78C0808001E}"/>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6857CCF8-A87B-42D0-9DDC-08C8BC609D61}"/>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23AE6E-2B70-49E7-9924-C3E3E3799FD9}"/>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AA8EC7A-276E-44E0-A3D6-BA4CE396B682}"/>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First thing I remember</a:t>
            </a:r>
          </a:p>
        </p:txBody>
      </p:sp>
      <p:sp>
        <p:nvSpPr>
          <p:cNvPr id="10" name="">
            <a:extLst xmlns:a="http://schemas.openxmlformats.org/drawingml/2006/main">
              <a:ext uri="{FF2B5EF4-FFF2-40B4-BE49-F238E27FC236}">
                <a16:creationId xmlns:a16="http://schemas.microsoft.com/office/drawing/2014/main" id="{798EA91E-C543-4A14-9D8F-EB59FE96E5F8}"/>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focus]</a:t>
            </a:r>
          </a:p>
        </p:txBody>
      </p:sp>
      <p:sp>
        <p:nvSpPr>
          <p:cNvPr id="11" name="">
            <a:extLst xmlns:a="http://schemas.openxmlformats.org/drawingml/2006/main">
              <a:ext uri="{FF2B5EF4-FFF2-40B4-BE49-F238E27FC236}">
                <a16:creationId xmlns:a16="http://schemas.microsoft.com/office/drawing/2014/main" id="{303A9CEB-5E0E-4293-92C3-2FC69B6BDAFB}"/>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9BA98C2F-2C7A-4DEB-A712-A56109AFAC7C}"/>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2F1179-E156-4D2F-8C02-9479F79B590F}"/>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BB493338-8BD7-4D84-9AEE-DCFBFD050498}"/>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Second thing I remember</a:t>
            </a:r>
          </a:p>
        </p:txBody>
      </p:sp>
      <p:sp>
        <p:nvSpPr>
          <p:cNvPr id="15" name="">
            <a:extLst xmlns:a="http://schemas.openxmlformats.org/drawingml/2006/main">
              <a:ext uri="{FF2B5EF4-FFF2-40B4-BE49-F238E27FC236}">
                <a16:creationId xmlns:a16="http://schemas.microsoft.com/office/drawing/2014/main" id="{A6C50A6A-1B31-47A7-B67B-222EA07FCB2A}"/>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focus]</a:t>
            </a:r>
          </a:p>
        </p:txBody>
      </p:sp>
      <p:sp>
        <p:nvSpPr>
          <p:cNvPr id="16" name="">
            <a:extLst xmlns:a="http://schemas.openxmlformats.org/drawingml/2006/main">
              <a:ext uri="{FF2B5EF4-FFF2-40B4-BE49-F238E27FC236}">
                <a16:creationId xmlns:a16="http://schemas.microsoft.com/office/drawing/2014/main" id="{C49F96A0-7FB5-49CB-9F28-CFAD0065AD76}"/>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CCFBA6-CE01-43C4-A6C8-DA3648792FE9}"/>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55EAF051-39D6-4554-ADAA-95EA919A5336}"/>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652712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2026-10-07T20:43:11.0720000Z</dcterms:created>
  <dcterms:modified xsi:type="dcterms:W3CDTF">2026-10-07T20:43:11.0720000Z</dcterms:modified>
</coreProperties>
</file>