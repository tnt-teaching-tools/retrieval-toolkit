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22d94cde31c4b4c" /><Relationship Type="http://schemas.openxmlformats.org/officeDocument/2006/relationships/extended-properties" Target="/docProps/app.xml" Id="R719eaf2fc2f94876" /><Relationship Type="http://schemas.openxmlformats.org/officeDocument/2006/relationships/officeDocument" Target="/ppt/presentation.xml" Id="Rfaf291c7957b4494" /></Relationships>
</file>

<file path=ppt/presentation.xml><?xml version="1.0" encoding="utf-8"?>
<p:presentation xmlns:p="http://schemas.openxmlformats.org/presentationml/2006/main">
  <p:sldMasterIdLst>
    <p:sldMasterId xmlns:r="http://schemas.openxmlformats.org/officeDocument/2006/relationships" id="2147483648" r:id="Re3831e8e50634c60"/>
  </p:sldMasterIdLst>
  <p:notesMasterIdLst>
    <p:notesMasterId xmlns:r="http://schemas.openxmlformats.org/officeDocument/2006/relationships" r:id="R2780c6d4ed1845d2"/>
  </p:notesMasterIdLst>
  <p:sldIdLst>
    <p:sldId xmlns:r="http://schemas.openxmlformats.org/officeDocument/2006/relationships" id="256" r:id="R8e8a2c55c31b45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e13950d27e4e0a" /><Relationship Type="http://schemas.openxmlformats.org/officeDocument/2006/relationships/slideMaster" Target="/ppt/slideMasters/slideMaster1.xml" Id="Re3831e8e50634c60" /><Relationship Type="http://schemas.openxmlformats.org/officeDocument/2006/relationships/notesMaster" Target="/ppt/notesMasters/notesMaster1.xml" Id="R2780c6d4ed1845d2" /><Relationship Type="http://schemas.openxmlformats.org/officeDocument/2006/relationships/presProps" Target="/ppt/presProps.xml" Id="R367d4b9aa1ee49c9" /><Relationship Type="http://schemas.openxmlformats.org/officeDocument/2006/relationships/tableStyles" Target="/ppt/tableStyles.xml" Id="R9d512623772e4c7c" /><Relationship Type="http://schemas.openxmlformats.org/officeDocument/2006/relationships/slide" Target="/ppt/slides/slide1.xml" Id="R8e8a2c55c31b45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4839e8cc014f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f349f399ff948a7" /><Relationship Type="http://schemas.openxmlformats.org/officeDocument/2006/relationships/notesMaster" Target="/ppt/notesMasters/notesMaster1.xml" Id="R529b1ebfa3c34d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Pooja K. Agarwal — named classroom strategy</a:t>
            </a:r>
          </a:p>
          <a:p xmlns:a="http://schemas.openxmlformats.org/drawingml/2006/main">
            <a:r>
              <a:t/>
            </a:r>
          </a:p>
          <a:p xmlns:a="http://schemas.openxmlformats.org/drawingml/2006/main">
            <a:r>
              <a:t>https://www.retrievalpractice.org/strategies/2018/two-things</a:t>
            </a:r>
          </a:p>
          <a:p xmlns:a="http://schemas.openxmlformats.org/drawingml/2006/main">
            <a:r>
              <a:t/>
            </a:r>
          </a:p>
          <a:p xmlns:a="http://schemas.openxmlformats.org/drawingml/2006/main">
            <a:r>
              <a:t>Agarwal shares this strategy as “Two Things”. This guide adds a teacher check and a later revisit.</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https://tnt-teaching-tools.github.io/retrieval-toolkit/retrieval-two-things.html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18b4635fd7461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b35e17c394d4b8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47b6595e9da4f5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38f1555dd20443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2a77da5c056494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c81d696f3d3481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e44649d7714b32" /><Relationship Type="http://schemas.openxmlformats.org/officeDocument/2006/relationships/slideLayout" Target="/ppt/slideLayouts/slideLayout1.xml" Id="Rb2faa5f9031d40cc" /><Relationship Type="http://schemas.openxmlformats.org/officeDocument/2006/relationships/slideLayout" Target="/ppt/slideLayouts/slideLayout2.xml" Id="R5afafb377d49491c" /><Relationship Type="http://schemas.openxmlformats.org/officeDocument/2006/relationships/slideLayout" Target="/ppt/slideLayouts/slideLayout3.xml" Id="R02ce57ebd4964a83" /><Relationship Type="http://schemas.openxmlformats.org/officeDocument/2006/relationships/slideLayout" Target="/ppt/slideLayouts/slideLayout4.xml" Id="R9554f6367607433f" /><Relationship Type="http://schemas.openxmlformats.org/officeDocument/2006/relationships/slideLayout" Target="/ppt/slideLayouts/slideLayout5.xml" Id="Rd77721f8471b47a4" /><Relationship Type="http://schemas.openxmlformats.org/officeDocument/2006/relationships/slideLayout" Target="/ppt/slideLayouts/slideLayout6.xml" Id="R9c8e1d54f8df48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faa5f9031d40cc"/>
    <p:sldLayoutId xmlns:r="http://schemas.openxmlformats.org/officeDocument/2006/relationships" id="2147483650" r:id="R5afafb377d49491c"/>
    <p:sldLayoutId xmlns:r="http://schemas.openxmlformats.org/officeDocument/2006/relationships" id="2147483651" r:id="R02ce57ebd4964a83"/>
    <p:sldLayoutId xmlns:r="http://schemas.openxmlformats.org/officeDocument/2006/relationships" id="2147483652" r:id="R9554f6367607433f"/>
    <p:sldLayoutId xmlns:r="http://schemas.openxmlformats.org/officeDocument/2006/relationships" id="2147483653" r:id="Rd77721f8471b47a4"/>
    <p:sldLayoutId xmlns:r="http://schemas.openxmlformats.org/officeDocument/2006/relationships" id="2147483654" r:id="R9c8e1d54f8df48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904747ee25f45cd" /><Relationship Type="http://schemas.openxmlformats.org/officeDocument/2006/relationships/hyperlink" Target="https://www.retrievalpractice.org/strategies/2018/two-things" TargetMode="External" Id="Rf3a3181a2ca24e55" /><Relationship Type="http://schemas.openxmlformats.org/officeDocument/2006/relationships/notesSlide" Target="/ppt/notesSlides/notesSlide1.xml" Id="R903af9216c004aeb"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FA4ECA8-5A12-4F97-B0E9-11AC6D42A68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Two things</a:t>
            </a:r>
          </a:p>
        </p:txBody>
      </p:sp>
      <p:sp>
        <p:nvSpPr>
          <p:cNvPr id="2" name="">
            <a:extLst xmlns:a="http://schemas.openxmlformats.org/drawingml/2006/main">
              <a:ext uri="{FF2B5EF4-FFF2-40B4-BE49-F238E27FC236}">
                <a16:creationId xmlns:a16="http://schemas.microsoft.com/office/drawing/2014/main" id="{22AA72FD-9701-43A1-B172-F9F04EA1D166}"/>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24423866-4970-4C70-B6C3-44982E0C81DC}"/>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97B064-8FFC-4FC2-85C1-C097A637E06D}"/>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05D7071B-A8B3-4B50-BB17-3C59624907C0}"/>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F2A5499E-92E0-400F-9E75-8259B63EDDED}"/>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42E32AC8-F941-48FD-A049-2ED0F1BA9703}"/>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E35D84-E34A-4D37-B80B-7CE3BDF34BFD}"/>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D8E55DDA-478D-41C4-83AC-67F389588293}"/>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First thing I remember</a:t>
            </a:r>
          </a:p>
        </p:txBody>
      </p:sp>
      <p:sp>
        <p:nvSpPr>
          <p:cNvPr id="10" name="">
            <a:extLst xmlns:a="http://schemas.openxmlformats.org/drawingml/2006/main">
              <a:ext uri="{FF2B5EF4-FFF2-40B4-BE49-F238E27FC236}">
                <a16:creationId xmlns:a16="http://schemas.microsoft.com/office/drawing/2014/main" id="{405F1849-D402-494F-8981-9ADE479F56CF}"/>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focus]</a:t>
            </a:r>
          </a:p>
        </p:txBody>
      </p:sp>
      <p:sp>
        <p:nvSpPr>
          <p:cNvPr id="11" name="">
            <a:extLst xmlns:a="http://schemas.openxmlformats.org/drawingml/2006/main">
              <a:ext uri="{FF2B5EF4-FFF2-40B4-BE49-F238E27FC236}">
                <a16:creationId xmlns:a16="http://schemas.microsoft.com/office/drawing/2014/main" id="{D68D5197-72BD-495A-B679-9275984DD633}"/>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DE5E6575-D2D0-4ED3-A5A7-03E93299AF23}"/>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F44990B-1975-469F-BF73-EBEAC805B90A}"/>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44579963-085C-441B-B088-CEC84330D10C}"/>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Second thing I remember</a:t>
            </a:r>
          </a:p>
        </p:txBody>
      </p:sp>
      <p:sp>
        <p:nvSpPr>
          <p:cNvPr id="15" name="">
            <a:extLst xmlns:a="http://schemas.openxmlformats.org/drawingml/2006/main">
              <a:ext uri="{FF2B5EF4-FFF2-40B4-BE49-F238E27FC236}">
                <a16:creationId xmlns:a16="http://schemas.microsoft.com/office/drawing/2014/main" id="{2E773E04-723F-4F45-A43C-AEE9D9931CAC}"/>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focus]</a:t>
            </a:r>
          </a:p>
        </p:txBody>
      </p:sp>
      <p:sp>
        <p:nvSpPr>
          <p:cNvPr id="16" name="">
            <a:extLst xmlns:a="http://schemas.openxmlformats.org/drawingml/2006/main">
              <a:ext uri="{FF2B5EF4-FFF2-40B4-BE49-F238E27FC236}">
                <a16:creationId xmlns:a16="http://schemas.microsoft.com/office/drawing/2014/main" id="{2934985C-04A3-4511-B9BB-74A156DF5A30}"/>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5CE409A-BF55-4BBF-9713-0E8705336223}"/>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615C5123-6047-49F0-8E15-26EAD43430D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20" name="source-credit">
            <a:extLst xmlns:a="http://schemas.openxmlformats.org/drawingml/2006/main">
              <a:ext uri="{FF2B5EF4-FFF2-40B4-BE49-F238E27FC236}">
                <a16:creationId xmlns:a16="http://schemas.microsoft.com/office/drawing/2014/main" id="{67C2B280-335C-4D04-A3C8-701C8BBC544E}"/>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f3a3181a2ca24e55"/>
              </a:rPr>
              <a:t>Pooja K. Agarwal — named classroom strategy — original guidance</a:t>
            </a:r>
          </a:p>
        </p:txBody>
      </p:sp>
    </p:spTree>
    <p:extLst>
      <p:ext uri="{BB962C8B-B14F-4D97-AF65-F5344CB8AC3E}">
        <p14:creationId xmlns:p14="http://schemas.microsoft.com/office/powerpoint/2010/main" val="1650037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2026-10-08T06:08:25.6130000Z</dcterms:created>
  <dcterms:modified xsi:type="dcterms:W3CDTF">2026-10-08T06:08:25.6130000Z</dcterms:modified>
</coreProperties>
</file>