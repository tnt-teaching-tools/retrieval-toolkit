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932b60e4c84b0e" /><Relationship Type="http://schemas.openxmlformats.org/officeDocument/2006/relationships/extended-properties" Target="/docProps/app.xml" Id="R62e10587f7824150" /><Relationship Type="http://schemas.openxmlformats.org/officeDocument/2006/relationships/officeDocument" Target="/ppt/presentation.xml" Id="Re98c1f517b4c4259" /></Relationships>
</file>

<file path=ppt/presentation.xml><?xml version="1.0" encoding="utf-8"?>
<p:presentation xmlns:p="http://schemas.openxmlformats.org/presentationml/2006/main">
  <p:sldMasterIdLst>
    <p:sldMasterId xmlns:r="http://schemas.openxmlformats.org/officeDocument/2006/relationships" id="2147483648" r:id="Rcb0ed387879d4f31"/>
  </p:sldMasterIdLst>
  <p:notesMasterIdLst>
    <p:notesMasterId xmlns:r="http://schemas.openxmlformats.org/officeDocument/2006/relationships" r:id="R1bc7150e6ded497e"/>
  </p:notesMasterIdLst>
  <p:sldIdLst>
    <p:sldId xmlns:r="http://schemas.openxmlformats.org/officeDocument/2006/relationships" id="256" r:id="R24681bcc6b9f45f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d3533da0634687" /><Relationship Type="http://schemas.openxmlformats.org/officeDocument/2006/relationships/slideMaster" Target="/ppt/slideMasters/slideMaster1.xml" Id="Rcb0ed387879d4f31" /><Relationship Type="http://schemas.openxmlformats.org/officeDocument/2006/relationships/notesMaster" Target="/ppt/notesMasters/notesMaster1.xml" Id="R1bc7150e6ded497e" /><Relationship Type="http://schemas.openxmlformats.org/officeDocument/2006/relationships/presProps" Target="/ppt/presProps.xml" Id="Rb943fc7c60cb420b" /><Relationship Type="http://schemas.openxmlformats.org/officeDocument/2006/relationships/tableStyles" Target="/ppt/tableStyles.xml" Id="R318631b5a5fb4387" /><Relationship Type="http://schemas.openxmlformats.org/officeDocument/2006/relationships/slide" Target="/ppt/slides/slide1.xml" Id="R24681bcc6b9f45f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6ec4e331d74c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e5e1027309340aa" /><Relationship Type="http://schemas.openxmlformats.org/officeDocument/2006/relationships/notesMaster" Target="/ppt/notesMasters/notesMaster1.xml" Id="R3ea4e048103b4d8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Becky Russell — revision clock; acknowledged by Kate Jones</a:t>
            </a:r>
          </a:p>
          <a:p xmlns:a="http://schemas.openxmlformats.org/drawingml/2006/main">
            <a:r>
              <a:t/>
            </a:r>
          </a:p>
          <a:p xmlns:a="http://schemas.openxmlformats.org/drawingml/2006/main">
            <a:r>
              <a:t>https://tile.psy.gla.ac.uk/2019/12/03/tile-share-best-practice-retrieval-practice-research-and-resources-for-every-classroom-by-kate-jones/</a:t>
            </a:r>
          </a:p>
          <a:p xmlns:a="http://schemas.openxmlformats.org/drawingml/2006/main">
            <a:r>
              <a:t/>
            </a:r>
          </a:p>
          <a:p xmlns:a="http://schemas.openxmlformats.org/drawingml/2006/main">
            <a:r>
              <a:t>In her TILE article, Kate Jones credits Becky Russell (@Geogblog) with creating and sharing the revision clock. This independently written adaptation uses fewer sections, flexible timings and checked feedback.</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https://tnt-teaching-tools.github.io/retrieval-toolkit/retrieval-retrieval-clock.html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0d4126396746e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31d13008eb84c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cecf269c45c4c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28e442f4f0f448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519588efba4487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eb194e66f0545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f86f0047504094" /><Relationship Type="http://schemas.openxmlformats.org/officeDocument/2006/relationships/slideLayout" Target="/ppt/slideLayouts/slideLayout1.xml" Id="Ra3ccd49de7c34b15" /><Relationship Type="http://schemas.openxmlformats.org/officeDocument/2006/relationships/slideLayout" Target="/ppt/slideLayouts/slideLayout2.xml" Id="Rc699c1df89704aef" /><Relationship Type="http://schemas.openxmlformats.org/officeDocument/2006/relationships/slideLayout" Target="/ppt/slideLayouts/slideLayout3.xml" Id="Rc0fd28740d9945c0" /><Relationship Type="http://schemas.openxmlformats.org/officeDocument/2006/relationships/slideLayout" Target="/ppt/slideLayouts/slideLayout4.xml" Id="R26deef7aacae4390" /><Relationship Type="http://schemas.openxmlformats.org/officeDocument/2006/relationships/slideLayout" Target="/ppt/slideLayouts/slideLayout5.xml" Id="Rd35ce3cca72945b6" /><Relationship Type="http://schemas.openxmlformats.org/officeDocument/2006/relationships/slideLayout" Target="/ppt/slideLayouts/slideLayout6.xml" Id="R8a4ddfe8b6fc40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ccd49de7c34b15"/>
    <p:sldLayoutId xmlns:r="http://schemas.openxmlformats.org/officeDocument/2006/relationships" id="2147483650" r:id="Rc699c1df89704aef"/>
    <p:sldLayoutId xmlns:r="http://schemas.openxmlformats.org/officeDocument/2006/relationships" id="2147483651" r:id="Rc0fd28740d9945c0"/>
    <p:sldLayoutId xmlns:r="http://schemas.openxmlformats.org/officeDocument/2006/relationships" id="2147483652" r:id="R26deef7aacae4390"/>
    <p:sldLayoutId xmlns:r="http://schemas.openxmlformats.org/officeDocument/2006/relationships" id="2147483653" r:id="Rd35ce3cca72945b6"/>
    <p:sldLayoutId xmlns:r="http://schemas.openxmlformats.org/officeDocument/2006/relationships" id="2147483654" r:id="R8a4ddfe8b6fc40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180bb48e3634e25" /><Relationship Type="http://schemas.openxmlformats.org/officeDocument/2006/relationships/hyperlink" Target="https://tile.psy.gla.ac.uk/2019/12/03/tile-share-best-practice-retrieval-practice-research-and-resources-for-every-classroom-by-kate-jones/" TargetMode="External" Id="Rf3d7ed402bc94f13" /><Relationship Type="http://schemas.openxmlformats.org/officeDocument/2006/relationships/notesSlide" Target="/ppt/notesSlides/notesSlide1.xml" Id="Rdbdedd034b914736"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E5E2D46-3FD5-493B-A41E-DB4C9B83CEB4}"/>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Retrieval clock</a:t>
            </a:r>
          </a:p>
        </p:txBody>
      </p:sp>
      <p:sp>
        <p:nvSpPr>
          <p:cNvPr id="2" name="">
            <a:extLst xmlns:a="http://schemas.openxmlformats.org/drawingml/2006/main">
              <a:ext uri="{FF2B5EF4-FFF2-40B4-BE49-F238E27FC236}">
                <a16:creationId xmlns:a16="http://schemas.microsoft.com/office/drawing/2014/main" id="{CC3255F5-DA57-4E4E-91F0-C8179CFF104C}"/>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83EB5DE4-BBDF-40E1-9DC7-5361425F17A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0327410-57C3-42FA-8769-5C76EE6491F4}"/>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A205EDBB-0532-41E1-9281-9A3822DD7CC8}"/>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5B3A5429-14F5-4157-91A4-C4DC13DF1DAD}"/>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A046E8DD-39F3-401A-82DC-37AF16D66C17}"/>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AF10D36-BD6F-40A2-8C25-2BFC639722F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12D1D5C8-30D0-4D28-A354-C80AD33327AA}"/>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12 to 3</a:t>
            </a:r>
          </a:p>
        </p:txBody>
      </p:sp>
      <p:sp>
        <p:nvSpPr>
          <p:cNvPr id="10" name="">
            <a:extLst xmlns:a="http://schemas.openxmlformats.org/drawingml/2006/main">
              <a:ext uri="{FF2B5EF4-FFF2-40B4-BE49-F238E27FC236}">
                <a16:creationId xmlns:a16="http://schemas.microsoft.com/office/drawing/2014/main" id="{D75FF059-867A-4EB9-86BB-9E65B5C7621D}"/>
              </a:ext>
            </a:extLst>
          </p:cNvPr>
          <p:cNvSpPr>
            <a:spLocks xmlns:a="http://schemas.openxmlformats.org/drawingml/2006/main" noGrp="1"/>
          </p:cNvSpPr>
          <p:nvPr/>
        </p:nvSpPr>
        <p:spPr>
          <a:xfrm xmlns:a="http://schemas.openxmlformats.org/drawingml/2006/main">
            <a:off x="819150"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11" name="">
            <a:extLst xmlns:a="http://schemas.openxmlformats.org/drawingml/2006/main">
              <a:ext uri="{FF2B5EF4-FFF2-40B4-BE49-F238E27FC236}">
                <a16:creationId xmlns:a16="http://schemas.microsoft.com/office/drawing/2014/main" id="{7A8EDA20-14BC-440E-A86E-45B7A6ED81AA}"/>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A8FF1F70-FB7A-417D-A80C-BC054883802D}"/>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21EC88-88AD-4C70-8248-4AEB1AA688C9}"/>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4EAEE917-7F97-498E-90A6-D6DF14F2EDA0}"/>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3 to 6</a:t>
            </a:r>
          </a:p>
        </p:txBody>
      </p:sp>
      <p:sp>
        <p:nvSpPr>
          <p:cNvPr id="15" name="">
            <a:extLst xmlns:a="http://schemas.openxmlformats.org/drawingml/2006/main">
              <a:ext uri="{FF2B5EF4-FFF2-40B4-BE49-F238E27FC236}">
                <a16:creationId xmlns:a16="http://schemas.microsoft.com/office/drawing/2014/main" id="{74864E53-C57E-4D6D-90BC-F08AC207635C}"/>
              </a:ext>
            </a:extLst>
          </p:cNvPr>
          <p:cNvSpPr>
            <a:spLocks xmlns:a="http://schemas.openxmlformats.org/drawingml/2006/main" noGrp="1"/>
          </p:cNvSpPr>
          <p:nvPr/>
        </p:nvSpPr>
        <p:spPr>
          <a:xfrm xmlns:a="http://schemas.openxmlformats.org/drawingml/2006/main">
            <a:off x="6391275" y="299085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16" name="">
            <a:extLst xmlns:a="http://schemas.openxmlformats.org/drawingml/2006/main">
              <a:ext uri="{FF2B5EF4-FFF2-40B4-BE49-F238E27FC236}">
                <a16:creationId xmlns:a16="http://schemas.microsoft.com/office/drawing/2014/main" id="{E481A0BB-8231-4B40-BF07-1EFC4A082404}"/>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2F46849D-8AE5-4054-BA14-63FDAF66717D}"/>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DB217D4-DA6C-4F38-8C3D-C166F7CE988D}"/>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33443805-EADF-4074-9275-ED32E9A07A2B}"/>
              </a:ext>
            </a:extLst>
          </p:cNvPr>
          <p:cNvSpPr>
            <a:spLocks xmlns:a="http://schemas.openxmlformats.org/drawingml/2006/main" noGrp="1"/>
          </p:cNvSpPr>
          <p:nvPr/>
        </p:nvSpPr>
        <p:spPr>
          <a:xfrm xmlns:a="http://schemas.openxmlformats.org/drawingml/2006/main">
            <a:off x="1352550"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9 to 12</a:t>
            </a:r>
          </a:p>
        </p:txBody>
      </p:sp>
      <p:sp>
        <p:nvSpPr>
          <p:cNvPr id="20" name="">
            <a:extLst xmlns:a="http://schemas.openxmlformats.org/drawingml/2006/main">
              <a:ext uri="{FF2B5EF4-FFF2-40B4-BE49-F238E27FC236}">
                <a16:creationId xmlns:a16="http://schemas.microsoft.com/office/drawing/2014/main" id="{E0A4A44C-8A2D-48A5-8708-C9112CCD4632}"/>
              </a:ext>
            </a:extLst>
          </p:cNvPr>
          <p:cNvSpPr>
            <a:spLocks xmlns:a="http://schemas.openxmlformats.org/drawingml/2006/main" noGrp="1"/>
          </p:cNvSpPr>
          <p:nvPr/>
        </p:nvSpPr>
        <p:spPr>
          <a:xfrm xmlns:a="http://schemas.openxmlformats.org/drawingml/2006/main">
            <a:off x="819150"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21" name="">
            <a:extLst xmlns:a="http://schemas.openxmlformats.org/drawingml/2006/main">
              <a:ext uri="{FF2B5EF4-FFF2-40B4-BE49-F238E27FC236}">
                <a16:creationId xmlns:a16="http://schemas.microsoft.com/office/drawing/2014/main" id="{F0080714-CD00-4F1A-BF33-F315C9F9FA7A}"/>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7B0D967A-C2A5-4851-BE85-767EEC81FBC4}"/>
              </a:ext>
            </a:extLst>
          </p:cNvPr>
          <p:cNvSpPr>
            <a:spLocks xmlns:a="http://schemas.openxmlformats.org/drawingml/2006/main" noGrp="1"/>
          </p:cNvSpPr>
          <p:nvPr/>
        </p:nvSpPr>
        <p:spPr>
          <a:xfrm xmlns:a="http://schemas.openxmlformats.org/drawingml/2006/main">
            <a:off x="6372225"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F5C1864-CE5B-4039-9CE0-EC44E6D65BCA}"/>
              </a:ext>
            </a:extLst>
          </p:cNvPr>
          <p:cNvSpPr>
            <a:spLocks xmlns:a="http://schemas.openxmlformats.org/drawingml/2006/main" noGrp="1"/>
          </p:cNvSpPr>
          <p:nvPr/>
        </p:nvSpPr>
        <p:spPr>
          <a:xfrm xmlns:a="http://schemas.openxmlformats.org/drawingml/2006/main">
            <a:off x="6429375"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80DF3681-9381-4742-8DCD-A460AD071DC4}"/>
              </a:ext>
            </a:extLst>
          </p:cNvPr>
          <p:cNvSpPr>
            <a:spLocks xmlns:a="http://schemas.openxmlformats.org/drawingml/2006/main" noGrp="1"/>
          </p:cNvSpPr>
          <p:nvPr/>
        </p:nvSpPr>
        <p:spPr>
          <a:xfrm xmlns:a="http://schemas.openxmlformats.org/drawingml/2006/main">
            <a:off x="6924675" y="423862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6 to 9</a:t>
            </a:r>
          </a:p>
        </p:txBody>
      </p:sp>
      <p:sp>
        <p:nvSpPr>
          <p:cNvPr id="25" name="">
            <a:extLst xmlns:a="http://schemas.openxmlformats.org/drawingml/2006/main">
              <a:ext uri="{FF2B5EF4-FFF2-40B4-BE49-F238E27FC236}">
                <a16:creationId xmlns:a16="http://schemas.microsoft.com/office/drawing/2014/main" id="{7198D566-362F-463F-9EF7-5D4473C1866D}"/>
              </a:ext>
            </a:extLst>
          </p:cNvPr>
          <p:cNvSpPr>
            <a:spLocks xmlns:a="http://schemas.openxmlformats.org/drawingml/2006/main" noGrp="1"/>
          </p:cNvSpPr>
          <p:nvPr/>
        </p:nvSpPr>
        <p:spPr>
          <a:xfrm xmlns:a="http://schemas.openxmlformats.org/drawingml/2006/main">
            <a:off x="6391275" y="4762500"/>
            <a:ext cx="49815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subtopic]</a:t>
            </a:r>
          </a:p>
        </p:txBody>
      </p:sp>
      <p:sp>
        <p:nvSpPr>
          <p:cNvPr id="26" name="">
            <a:extLst xmlns:a="http://schemas.openxmlformats.org/drawingml/2006/main">
              <a:ext uri="{FF2B5EF4-FFF2-40B4-BE49-F238E27FC236}">
                <a16:creationId xmlns:a16="http://schemas.microsoft.com/office/drawing/2014/main" id="{9175D66F-AC15-4A0B-8E0D-CF91AA3527B5}"/>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67BAA63-1BE5-4E4D-ABED-34BEF7B48F7E}"/>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8" name="">
            <a:extLst xmlns:a="http://schemas.openxmlformats.org/drawingml/2006/main">
              <a:ext uri="{FF2B5EF4-FFF2-40B4-BE49-F238E27FC236}">
                <a16:creationId xmlns:a16="http://schemas.microsoft.com/office/drawing/2014/main" id="{105897F6-A5F1-4425-88D1-C1514062598B}"/>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30" name="source-credit">
            <a:extLst xmlns:a="http://schemas.openxmlformats.org/drawingml/2006/main">
              <a:ext uri="{FF2B5EF4-FFF2-40B4-BE49-F238E27FC236}">
                <a16:creationId xmlns:a16="http://schemas.microsoft.com/office/drawing/2014/main" id="{5F71A94A-7967-4E3A-99AC-55441320D715}"/>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f3d7ed402bc94f13"/>
              </a:rPr>
              <a:t>Becky Russell — revision clock; acknowledged by Kate Jones — original guidance</a:t>
            </a:r>
          </a:p>
        </p:txBody>
      </p:sp>
    </p:spTree>
    <p:extLst>
      <p:ext uri="{BB962C8B-B14F-4D97-AF65-F5344CB8AC3E}">
        <p14:creationId xmlns:p14="http://schemas.microsoft.com/office/powerpoint/2010/main" val="15615573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2026-10-08T06:08:53.4760000Z</dcterms:created>
  <dcterms:modified xsi:type="dcterms:W3CDTF">2026-10-08T06:08:53.4760000Z</dcterms:modified>
</coreProperties>
</file>