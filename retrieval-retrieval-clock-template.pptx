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8b77e281b3445f" /><Relationship Type="http://schemas.openxmlformats.org/officeDocument/2006/relationships/extended-properties" Target="/docProps/app.xml" Id="R4f734472c9114288" /><Relationship Type="http://schemas.openxmlformats.org/officeDocument/2006/relationships/officeDocument" Target="/ppt/presentation.xml" Id="R4c654020924a416a" /></Relationships>
</file>

<file path=ppt/presentation.xml><?xml version="1.0" encoding="utf-8"?>
<p:presentation xmlns:p="http://schemas.openxmlformats.org/presentationml/2006/main">
  <p:sldMasterIdLst>
    <p:sldMasterId xmlns:r="http://schemas.openxmlformats.org/officeDocument/2006/relationships" id="2147483648" r:id="R493d9bd50b154882"/>
  </p:sldMasterIdLst>
  <p:notesMasterIdLst>
    <p:notesMasterId xmlns:r="http://schemas.openxmlformats.org/officeDocument/2006/relationships" r:id="R905a6591f5484e75"/>
  </p:notesMasterIdLst>
  <p:sldIdLst>
    <p:sldId xmlns:r="http://schemas.openxmlformats.org/officeDocument/2006/relationships" id="256" r:id="R17ad462991ab4c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8ad09a127b944ac" /><Relationship Type="http://schemas.openxmlformats.org/officeDocument/2006/relationships/slideMaster" Target="/ppt/slideMasters/slideMaster1.xml" Id="R493d9bd50b154882" /><Relationship Type="http://schemas.openxmlformats.org/officeDocument/2006/relationships/notesMaster" Target="/ppt/notesMasters/notesMaster1.xml" Id="R905a6591f5484e75" /><Relationship Type="http://schemas.openxmlformats.org/officeDocument/2006/relationships/presProps" Target="/ppt/presProps.xml" Id="R162ff0c7f8bd4c8a" /><Relationship Type="http://schemas.openxmlformats.org/officeDocument/2006/relationships/tableStyles" Target="/ppt/tableStyles.xml" Id="Ra6f90767604c4e79" /><Relationship Type="http://schemas.openxmlformats.org/officeDocument/2006/relationships/slide" Target="/ppt/slides/slide1.xml" Id="R17ad462991ab4c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0af308e26346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bf836c64dc47a4" /><Relationship Type="http://schemas.openxmlformats.org/officeDocument/2006/relationships/notesMaster" Target="/ppt/notesMasters/notesMaster1.xml" Id="Rcaf4566d3ca749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e4522cce8845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7849f7adea4f0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f068a64079d41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d3567d62e64c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e6fcc9adc6043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ae7dca0e2a44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FA26B6B-0E95-4BE0-9B04-1A3FD7567887}"/>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CF8BE3C-5B2B-4672-9BBC-D9A5B7C872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846F8E6-9980-488E-BE63-06BA71A43C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7C2E38EF-7F1B-4212-9EFC-AE90F4970A2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EABE170-081B-4760-A038-E1946D0F4A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742D67C-DBDE-404A-81D2-923D3D5D6B9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EF5932F-C585-4A2E-B395-BF9F33C30D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1568A457-6080-4AF0-A906-3FF3B707B6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122A2AB4-DF98-4222-A7EC-C9C1F6EFFDA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2852999-C556-4BE7-8F18-F92120ABB5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A9B8199-B49D-42A3-9E08-17B4EC584C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005B713C-4ADE-4A38-B580-A14A03993AB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83C5347-21E2-461E-83ED-18B95EACF6F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E882D1F-7923-4F55-8979-5E0993FA92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7D5BEC8-BA09-4E1E-9563-1E34CE13EA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ed477a0e224458" /><Relationship Type="http://schemas.openxmlformats.org/officeDocument/2006/relationships/slideLayout" Target="/ppt/slideLayouts/slideLayout1.xml" Id="R681f9fa6b82249cd" /><Relationship Type="http://schemas.openxmlformats.org/officeDocument/2006/relationships/slideLayout" Target="/ppt/slideLayouts/slideLayout2.xml" Id="R555e4e49fcb94e82" /><Relationship Type="http://schemas.openxmlformats.org/officeDocument/2006/relationships/slideLayout" Target="/ppt/slideLayouts/slideLayout3.xml" Id="R03ea31d5b15a411a" /><Relationship Type="http://schemas.openxmlformats.org/officeDocument/2006/relationships/slideLayout" Target="/ppt/slideLayouts/slideLayout4.xml" Id="R7627c3e1a9424f82" /><Relationship Type="http://schemas.openxmlformats.org/officeDocument/2006/relationships/slideLayout" Target="/ppt/slideLayouts/slideLayout5.xml" Id="R289f4701a52544cd" /><Relationship Type="http://schemas.openxmlformats.org/officeDocument/2006/relationships/slideLayout" Target="/ppt/slideLayouts/slideLayout6.xml" Id="R4dc5f276619244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1f9fa6b82249cd"/>
    <p:sldLayoutId xmlns:r="http://schemas.openxmlformats.org/officeDocument/2006/relationships" id="2147483650" r:id="R555e4e49fcb94e82"/>
    <p:sldLayoutId xmlns:r="http://schemas.openxmlformats.org/officeDocument/2006/relationships" id="2147483651" r:id="R03ea31d5b15a411a"/>
    <p:sldLayoutId xmlns:r="http://schemas.openxmlformats.org/officeDocument/2006/relationships" id="2147483652" r:id="R7627c3e1a9424f82"/>
    <p:sldLayoutId xmlns:r="http://schemas.openxmlformats.org/officeDocument/2006/relationships" id="2147483653" r:id="R289f4701a52544cd"/>
    <p:sldLayoutId xmlns:r="http://schemas.openxmlformats.org/officeDocument/2006/relationships" id="2147483654" r:id="R4dc5f276619244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10382f8eed4b37" /><Relationship Type="http://schemas.openxmlformats.org/officeDocument/2006/relationships/notesSlide" Target="/ppt/notesSlides/notesSlide1.xml" Id="R2c9b56f65ea74992"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AD736F5-8C5F-42AB-9105-AB29C6788044}"/>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Retrieval clock</a:t>
            </a:r>
          </a:p>
        </p:txBody>
      </p:sp>
      <p:sp>
        <p:nvSpPr>
          <p:cNvPr id="2" name="">
            <a:extLst xmlns:a="http://schemas.openxmlformats.org/drawingml/2006/main">
              <a:ext uri="{FF2B5EF4-FFF2-40B4-BE49-F238E27FC236}">
                <a16:creationId xmlns:a16="http://schemas.microsoft.com/office/drawing/2014/main" id="{85C135D8-CDA0-4DE5-A8F5-70C707838E54}"/>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A0F32C5-FCE0-469C-B08E-E362D8E680D9}"/>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FCCC43-EFA4-4F02-B759-623598D346EF}"/>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4CE46EE4-882F-4144-B1D4-B8688B527971}"/>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1EE74D5B-3BA9-4C59-A804-CA0D1E5390EA}"/>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B0023FC5-AB88-490C-8224-A94ECB33329E}"/>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7CAAE0B-2DAC-49D2-B5DC-614806730ECA}"/>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35850E04-9D75-4825-AFDC-2D33DC13846E}"/>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12 to 3</a:t>
            </a:r>
          </a:p>
        </p:txBody>
      </p:sp>
      <p:sp>
        <p:nvSpPr>
          <p:cNvPr id="10" name="">
            <a:extLst xmlns:a="http://schemas.openxmlformats.org/drawingml/2006/main">
              <a:ext uri="{FF2B5EF4-FFF2-40B4-BE49-F238E27FC236}">
                <a16:creationId xmlns:a16="http://schemas.microsoft.com/office/drawing/2014/main" id="{FB6A6BBC-D054-4892-88B9-2DB842F5460A}"/>
              </a:ext>
            </a:extLst>
          </p:cNvPr>
          <p:cNvSpPr>
            <a:spLocks xmlns:a="http://schemas.openxmlformats.org/drawingml/2006/main" noGrp="1"/>
          </p:cNvSpPr>
          <p:nvPr/>
        </p:nvSpPr>
        <p:spPr>
          <a:xfrm xmlns:a="http://schemas.openxmlformats.org/drawingml/2006/main">
            <a:off x="819150"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11" name="">
            <a:extLst xmlns:a="http://schemas.openxmlformats.org/drawingml/2006/main">
              <a:ext uri="{FF2B5EF4-FFF2-40B4-BE49-F238E27FC236}">
                <a16:creationId xmlns:a16="http://schemas.microsoft.com/office/drawing/2014/main" id="{A00DB44B-9714-4169-8DE7-E459D68D5D00}"/>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E6825E86-8A90-46D1-85BF-E5E44D8EFCDE}"/>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2C935D1-FAC2-4C3D-AC51-3E28554A4240}"/>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394541CB-CFB8-49A4-BDB0-A054AD3DE0FE}"/>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3 to 6</a:t>
            </a:r>
          </a:p>
        </p:txBody>
      </p:sp>
      <p:sp>
        <p:nvSpPr>
          <p:cNvPr id="15" name="">
            <a:extLst xmlns:a="http://schemas.openxmlformats.org/drawingml/2006/main">
              <a:ext uri="{FF2B5EF4-FFF2-40B4-BE49-F238E27FC236}">
                <a16:creationId xmlns:a16="http://schemas.microsoft.com/office/drawing/2014/main" id="{A1F23B9F-0772-4278-9551-279430FEB2BA}"/>
              </a:ext>
            </a:extLst>
          </p:cNvPr>
          <p:cNvSpPr>
            <a:spLocks xmlns:a="http://schemas.openxmlformats.org/drawingml/2006/main" noGrp="1"/>
          </p:cNvSpPr>
          <p:nvPr/>
        </p:nvSpPr>
        <p:spPr>
          <a:xfrm xmlns:a="http://schemas.openxmlformats.org/drawingml/2006/main">
            <a:off x="6391275"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16" name="">
            <a:extLst xmlns:a="http://schemas.openxmlformats.org/drawingml/2006/main">
              <a:ext uri="{FF2B5EF4-FFF2-40B4-BE49-F238E27FC236}">
                <a16:creationId xmlns:a16="http://schemas.microsoft.com/office/drawing/2014/main" id="{37D16AC8-44AE-4B32-AD88-0C8B436CFBBD}"/>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2DC7F259-ABBF-41C7-94E9-0A8402844EFC}"/>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5A26B07-7458-4B45-8F5B-8BBAC874C234}"/>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0BCF1CA0-7080-4E2E-BA32-00FFE97576CB}"/>
              </a:ext>
            </a:extLst>
          </p:cNvPr>
          <p:cNvSpPr>
            <a:spLocks xmlns:a="http://schemas.openxmlformats.org/drawingml/2006/main" noGrp="1"/>
          </p:cNvSpPr>
          <p:nvPr/>
        </p:nvSpPr>
        <p:spPr>
          <a:xfrm xmlns:a="http://schemas.openxmlformats.org/drawingml/2006/main">
            <a:off x="1352550"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9 to 12</a:t>
            </a:r>
          </a:p>
        </p:txBody>
      </p:sp>
      <p:sp>
        <p:nvSpPr>
          <p:cNvPr id="20" name="">
            <a:extLst xmlns:a="http://schemas.openxmlformats.org/drawingml/2006/main">
              <a:ext uri="{FF2B5EF4-FFF2-40B4-BE49-F238E27FC236}">
                <a16:creationId xmlns:a16="http://schemas.microsoft.com/office/drawing/2014/main" id="{6BDF3E76-735F-43BA-9EEE-7E8925E58847}"/>
              </a:ext>
            </a:extLst>
          </p:cNvPr>
          <p:cNvSpPr>
            <a:spLocks xmlns:a="http://schemas.openxmlformats.org/drawingml/2006/main" noGrp="1"/>
          </p:cNvSpPr>
          <p:nvPr/>
        </p:nvSpPr>
        <p:spPr>
          <a:xfrm xmlns:a="http://schemas.openxmlformats.org/drawingml/2006/main">
            <a:off x="819150"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21" name="">
            <a:extLst xmlns:a="http://schemas.openxmlformats.org/drawingml/2006/main">
              <a:ext uri="{FF2B5EF4-FFF2-40B4-BE49-F238E27FC236}">
                <a16:creationId xmlns:a16="http://schemas.microsoft.com/office/drawing/2014/main" id="{43866492-8126-4B94-B8D4-96B3D6EB182A}"/>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F70FE731-16B4-450F-8180-1767A41513ED}"/>
              </a:ext>
            </a:extLst>
          </p:cNvPr>
          <p:cNvSpPr>
            <a:spLocks xmlns:a="http://schemas.openxmlformats.org/drawingml/2006/main" noGrp="1"/>
          </p:cNvSpPr>
          <p:nvPr/>
        </p:nvSpPr>
        <p:spPr>
          <a:xfrm xmlns:a="http://schemas.openxmlformats.org/drawingml/2006/main">
            <a:off x="6372225"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E85538D-B0C9-4FCE-844D-0136BA6784A4}"/>
              </a:ext>
            </a:extLst>
          </p:cNvPr>
          <p:cNvSpPr>
            <a:spLocks xmlns:a="http://schemas.openxmlformats.org/drawingml/2006/main" noGrp="1"/>
          </p:cNvSpPr>
          <p:nvPr/>
        </p:nvSpPr>
        <p:spPr>
          <a:xfrm xmlns:a="http://schemas.openxmlformats.org/drawingml/2006/main">
            <a:off x="6429375"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C4E4E7B4-C02B-4125-B874-58B0A5068706}"/>
              </a:ext>
            </a:extLst>
          </p:cNvPr>
          <p:cNvSpPr>
            <a:spLocks xmlns:a="http://schemas.openxmlformats.org/drawingml/2006/main" noGrp="1"/>
          </p:cNvSpPr>
          <p:nvPr/>
        </p:nvSpPr>
        <p:spPr>
          <a:xfrm xmlns:a="http://schemas.openxmlformats.org/drawingml/2006/main">
            <a:off x="6924675"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6 to 9</a:t>
            </a:r>
          </a:p>
        </p:txBody>
      </p:sp>
      <p:sp>
        <p:nvSpPr>
          <p:cNvPr id="25" name="">
            <a:extLst xmlns:a="http://schemas.openxmlformats.org/drawingml/2006/main">
              <a:ext uri="{FF2B5EF4-FFF2-40B4-BE49-F238E27FC236}">
                <a16:creationId xmlns:a16="http://schemas.microsoft.com/office/drawing/2014/main" id="{1E82C921-0363-448F-A098-CDE4A658829D}"/>
              </a:ext>
            </a:extLst>
          </p:cNvPr>
          <p:cNvSpPr>
            <a:spLocks xmlns:a="http://schemas.openxmlformats.org/drawingml/2006/main" noGrp="1"/>
          </p:cNvSpPr>
          <p:nvPr/>
        </p:nvSpPr>
        <p:spPr>
          <a:xfrm xmlns:a="http://schemas.openxmlformats.org/drawingml/2006/main">
            <a:off x="6391275"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26" name="">
            <a:extLst xmlns:a="http://schemas.openxmlformats.org/drawingml/2006/main">
              <a:ext uri="{FF2B5EF4-FFF2-40B4-BE49-F238E27FC236}">
                <a16:creationId xmlns:a16="http://schemas.microsoft.com/office/drawing/2014/main" id="{8F5B058C-1D8B-4288-AD3E-20E850561BF1}"/>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35F76EF-E6FF-4B57-845C-2C8C21292138}"/>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8" name="">
            <a:extLst xmlns:a="http://schemas.openxmlformats.org/drawingml/2006/main">
              <a:ext uri="{FF2B5EF4-FFF2-40B4-BE49-F238E27FC236}">
                <a16:creationId xmlns:a16="http://schemas.microsoft.com/office/drawing/2014/main" id="{014CFD26-3C82-4F04-9D24-946BE6163CD0}"/>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4851341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2026-10-07T20:43:37.9030000Z</dcterms:created>
  <dcterms:modified xsi:type="dcterms:W3CDTF">2026-10-07T20:43:37.9030000Z</dcterms:modified>
</coreProperties>
</file>