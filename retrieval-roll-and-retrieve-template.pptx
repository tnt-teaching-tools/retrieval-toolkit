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174313319a4c72" /><Relationship Type="http://schemas.openxmlformats.org/officeDocument/2006/relationships/extended-properties" Target="/docProps/app.xml" Id="R5ebd0e7d0e2d461d" /><Relationship Type="http://schemas.openxmlformats.org/officeDocument/2006/relationships/officeDocument" Target="/ppt/presentation.xml" Id="Re763715b066d4ef4" /></Relationships>
</file>

<file path=ppt/presentation.xml><?xml version="1.0" encoding="utf-8"?>
<p:presentation xmlns:p="http://schemas.openxmlformats.org/presentationml/2006/main">
  <p:sldMasterIdLst>
    <p:sldMasterId xmlns:r="http://schemas.openxmlformats.org/officeDocument/2006/relationships" id="2147483648" r:id="Raa8ed3e9153c4998"/>
  </p:sldMasterIdLst>
  <p:notesMasterIdLst>
    <p:notesMasterId xmlns:r="http://schemas.openxmlformats.org/officeDocument/2006/relationships" r:id="R532e47fc3d234c1f"/>
  </p:notesMasterIdLst>
  <p:sldIdLst>
    <p:sldId xmlns:r="http://schemas.openxmlformats.org/officeDocument/2006/relationships" id="256" r:id="R1a92ca2cf87142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a1dc8161864983" /><Relationship Type="http://schemas.openxmlformats.org/officeDocument/2006/relationships/slideMaster" Target="/ppt/slideMasters/slideMaster1.xml" Id="Raa8ed3e9153c4998" /><Relationship Type="http://schemas.openxmlformats.org/officeDocument/2006/relationships/notesMaster" Target="/ppt/notesMasters/notesMaster1.xml" Id="R532e47fc3d234c1f" /><Relationship Type="http://schemas.openxmlformats.org/officeDocument/2006/relationships/presProps" Target="/ppt/presProps.xml" Id="R6362fad3cfc14ddc" /><Relationship Type="http://schemas.openxmlformats.org/officeDocument/2006/relationships/tableStyles" Target="/ppt/tableStyles.xml" Id="Rf4624f5b9b384433" /><Relationship Type="http://schemas.openxmlformats.org/officeDocument/2006/relationships/slide" Target="/ppt/slides/slide1.xml" Id="R1a92ca2cf87142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7d6d002a8f43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195468b5b74b95" /><Relationship Type="http://schemas.openxmlformats.org/officeDocument/2006/relationships/notesMaster" Target="/ppt/notesMasters/notesMaster1.xml" Id="R5dbda124cbde4c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Shared dice-selection format; TNT classroom adaptation</a:t>
            </a:r>
          </a:p>
          <a:p xmlns:a="http://schemas.openxmlformats.org/drawingml/2006/main">
            <a:r>
              <a:t/>
            </a:r>
          </a:p>
          <a:p xmlns:a="http://schemas.openxmlformats.org/drawingml/2006/main">
            <a:r>
              <a:t>https://pdf.retrievalpractice.org/RetrievalPracticeGuide.pdf</a:t>
            </a:r>
          </a:p>
          <a:p xmlns:a="http://schemas.openxmlformats.org/drawingml/2006/main">
            <a:r>
              <a:t/>
            </a:r>
          </a:p>
          <a:p xmlns:a="http://schemas.openxmlformats.org/drawingml/2006/main">
            <a:r>
              <a:t>No sole creator is verified for this generic dice format. Random selection changes the format; learning depends on retrieval and feedback.</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https://tnt-teaching-tools.github.io/retrieval-toolkit/retrieval-roll-and-retrieve.html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4f6bd7ee7f43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bf74051b7247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09bcea759146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db21eab68645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081da176bc4ed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20c5ad95284a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7c6c78e56a4004" /><Relationship Type="http://schemas.openxmlformats.org/officeDocument/2006/relationships/slideLayout" Target="/ppt/slideLayouts/slideLayout1.xml" Id="R3f394e54fdcf4cdd" /><Relationship Type="http://schemas.openxmlformats.org/officeDocument/2006/relationships/slideLayout" Target="/ppt/slideLayouts/slideLayout2.xml" Id="R51c5c07a50d1410a" /><Relationship Type="http://schemas.openxmlformats.org/officeDocument/2006/relationships/slideLayout" Target="/ppt/slideLayouts/slideLayout3.xml" Id="R0889092e06de463d" /><Relationship Type="http://schemas.openxmlformats.org/officeDocument/2006/relationships/slideLayout" Target="/ppt/slideLayouts/slideLayout4.xml" Id="Raf562f91208744eb" /><Relationship Type="http://schemas.openxmlformats.org/officeDocument/2006/relationships/slideLayout" Target="/ppt/slideLayouts/slideLayout5.xml" Id="R03a39e1e87af4cf5" /><Relationship Type="http://schemas.openxmlformats.org/officeDocument/2006/relationships/slideLayout" Target="/ppt/slideLayouts/slideLayout6.xml" Id="Rf11c3c9aa7bd47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394e54fdcf4cdd"/>
    <p:sldLayoutId xmlns:r="http://schemas.openxmlformats.org/officeDocument/2006/relationships" id="2147483650" r:id="R51c5c07a50d1410a"/>
    <p:sldLayoutId xmlns:r="http://schemas.openxmlformats.org/officeDocument/2006/relationships" id="2147483651" r:id="R0889092e06de463d"/>
    <p:sldLayoutId xmlns:r="http://schemas.openxmlformats.org/officeDocument/2006/relationships" id="2147483652" r:id="Raf562f91208744eb"/>
    <p:sldLayoutId xmlns:r="http://schemas.openxmlformats.org/officeDocument/2006/relationships" id="2147483653" r:id="R03a39e1e87af4cf5"/>
    <p:sldLayoutId xmlns:r="http://schemas.openxmlformats.org/officeDocument/2006/relationships" id="2147483654" r:id="Rf11c3c9aa7bd47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26e0ec4dd94730" /><Relationship Type="http://schemas.openxmlformats.org/officeDocument/2006/relationships/hyperlink" Target="https://pdf.retrievalpractice.org/RetrievalPracticeGuide.pdf" TargetMode="External" Id="R170b5316007740f4" /><Relationship Type="http://schemas.openxmlformats.org/officeDocument/2006/relationships/notesSlide" Target="/ppt/notesSlides/notesSlide1.xml" Id="R5f9f152f90a6445b"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0255C689-DE71-494E-AC96-707C9F65A45D}"/>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Roll and retrieve</a:t>
            </a:r>
          </a:p>
        </p:txBody>
      </p:sp>
      <p:sp>
        <p:nvSpPr>
          <p:cNvPr id="2" name="">
            <a:extLst xmlns:a="http://schemas.openxmlformats.org/drawingml/2006/main">
              <a:ext uri="{FF2B5EF4-FFF2-40B4-BE49-F238E27FC236}">
                <a16:creationId xmlns:a16="http://schemas.microsoft.com/office/drawing/2014/main" id="{12559CF0-1537-4364-B5A9-85965ADF9740}"/>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93B612FA-6B2A-44AA-ADB9-A49737707992}"/>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AD5B27-7979-4A1F-8D3C-5004DB21E197}"/>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B954B99D-F580-4FF4-ACF2-35F8567D3AA9}"/>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C7EACCCA-C348-406D-8668-3E6181FF554E}"/>
              </a:ext>
            </a:extLst>
          </p:cNvPr>
          <p:cNvSpPr>
            <a:spLocks xmlns:a="http://schemas.openxmlformats.org/drawingml/2006/main" noGrp="1"/>
          </p:cNvSpPr>
          <p:nvPr/>
        </p:nvSpPr>
        <p:spPr>
          <a:xfrm xmlns:a="http://schemas.openxmlformats.org/drawingml/2006/main">
            <a:off x="6096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62781886-5E86-4ADA-85F4-C63AC3187DAB}"/>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78EE568-DBA8-44C9-AEFC-8A0EB88F733A}"/>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1B071498-7C53-4E78-A85E-FDBA2F345F66}"/>
              </a:ext>
            </a:extLst>
          </p:cNvPr>
          <p:cNvSpPr>
            <a:spLocks xmlns:a="http://schemas.openxmlformats.org/drawingml/2006/main" noGrp="1"/>
          </p:cNvSpPr>
          <p:nvPr/>
        </p:nvSpPr>
        <p:spPr>
          <a:xfrm xmlns:a="http://schemas.openxmlformats.org/drawingml/2006/main">
            <a:off x="135255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1</a:t>
            </a:r>
          </a:p>
        </p:txBody>
      </p:sp>
      <p:sp>
        <p:nvSpPr>
          <p:cNvPr id="10" name="">
            <a:extLst xmlns:a="http://schemas.openxmlformats.org/drawingml/2006/main">
              <a:ext uri="{FF2B5EF4-FFF2-40B4-BE49-F238E27FC236}">
                <a16:creationId xmlns:a16="http://schemas.microsoft.com/office/drawing/2014/main" id="{02AB4DF9-6B6B-4DB1-AE16-AFE6A1866AD0}"/>
              </a:ext>
            </a:extLst>
          </p:cNvPr>
          <p:cNvSpPr>
            <a:spLocks xmlns:a="http://schemas.openxmlformats.org/drawingml/2006/main" noGrp="1"/>
          </p:cNvSpPr>
          <p:nvPr/>
        </p:nvSpPr>
        <p:spPr>
          <a:xfrm xmlns:a="http://schemas.openxmlformats.org/drawingml/2006/main">
            <a:off x="81915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11" name="">
            <a:extLst xmlns:a="http://schemas.openxmlformats.org/drawingml/2006/main">
              <a:ext uri="{FF2B5EF4-FFF2-40B4-BE49-F238E27FC236}">
                <a16:creationId xmlns:a16="http://schemas.microsoft.com/office/drawing/2014/main" id="{A5687FED-7008-47E1-872B-6F76F890E83B}"/>
              </a:ext>
            </a:extLst>
          </p:cNvPr>
          <p:cNvSpPr>
            <a:spLocks xmlns:a="http://schemas.openxmlformats.org/drawingml/2006/main" noGrp="1"/>
          </p:cNvSpPr>
          <p:nvPr/>
        </p:nvSpPr>
        <p:spPr>
          <a:xfrm xmlns:a="http://schemas.openxmlformats.org/drawingml/2006/main">
            <a:off x="4324350" y="224790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99B0D50A-38D5-4155-8DCF-7B0A22E5C489}"/>
              </a:ext>
            </a:extLst>
          </p:cNvPr>
          <p:cNvSpPr>
            <a:spLocks xmlns:a="http://schemas.openxmlformats.org/drawingml/2006/main" noGrp="1"/>
          </p:cNvSpPr>
          <p:nvPr/>
        </p:nvSpPr>
        <p:spPr>
          <a:xfrm xmlns:a="http://schemas.openxmlformats.org/drawingml/2006/main">
            <a:off x="451485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42E0944-AD44-4E41-A45D-1F2AF8D6DB71}"/>
              </a:ext>
            </a:extLst>
          </p:cNvPr>
          <p:cNvSpPr>
            <a:spLocks xmlns:a="http://schemas.openxmlformats.org/drawingml/2006/main" noGrp="1"/>
          </p:cNvSpPr>
          <p:nvPr/>
        </p:nvSpPr>
        <p:spPr>
          <a:xfrm xmlns:a="http://schemas.openxmlformats.org/drawingml/2006/main">
            <a:off x="457200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94948C21-57FF-4A24-95A8-5FCA88553DA2}"/>
              </a:ext>
            </a:extLst>
          </p:cNvPr>
          <p:cNvSpPr>
            <a:spLocks xmlns:a="http://schemas.openxmlformats.org/drawingml/2006/main" noGrp="1"/>
          </p:cNvSpPr>
          <p:nvPr/>
        </p:nvSpPr>
        <p:spPr>
          <a:xfrm xmlns:a="http://schemas.openxmlformats.org/drawingml/2006/main">
            <a:off x="506730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2</a:t>
            </a:r>
          </a:p>
        </p:txBody>
      </p:sp>
      <p:sp>
        <p:nvSpPr>
          <p:cNvPr id="15" name="">
            <a:extLst xmlns:a="http://schemas.openxmlformats.org/drawingml/2006/main">
              <a:ext uri="{FF2B5EF4-FFF2-40B4-BE49-F238E27FC236}">
                <a16:creationId xmlns:a16="http://schemas.microsoft.com/office/drawing/2014/main" id="{7749AD7A-F558-458D-9935-8115E3F0EE96}"/>
              </a:ext>
            </a:extLst>
          </p:cNvPr>
          <p:cNvSpPr>
            <a:spLocks xmlns:a="http://schemas.openxmlformats.org/drawingml/2006/main" noGrp="1"/>
          </p:cNvSpPr>
          <p:nvPr/>
        </p:nvSpPr>
        <p:spPr>
          <a:xfrm xmlns:a="http://schemas.openxmlformats.org/drawingml/2006/main">
            <a:off x="453390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16" name="">
            <a:extLst xmlns:a="http://schemas.openxmlformats.org/drawingml/2006/main">
              <a:ext uri="{FF2B5EF4-FFF2-40B4-BE49-F238E27FC236}">
                <a16:creationId xmlns:a16="http://schemas.microsoft.com/office/drawing/2014/main" id="{A91D56EB-1DB8-4207-87A9-190C7347C24C}"/>
              </a:ext>
            </a:extLst>
          </p:cNvPr>
          <p:cNvSpPr>
            <a:spLocks xmlns:a="http://schemas.openxmlformats.org/drawingml/2006/main" noGrp="1"/>
          </p:cNvSpPr>
          <p:nvPr/>
        </p:nvSpPr>
        <p:spPr>
          <a:xfrm xmlns:a="http://schemas.openxmlformats.org/drawingml/2006/main">
            <a:off x="80391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89239373-186B-4DB2-AFBB-7C680E0C3EEC}"/>
              </a:ext>
            </a:extLst>
          </p:cNvPr>
          <p:cNvSpPr>
            <a:spLocks xmlns:a="http://schemas.openxmlformats.org/drawingml/2006/main" noGrp="1"/>
          </p:cNvSpPr>
          <p:nvPr/>
        </p:nvSpPr>
        <p:spPr>
          <a:xfrm xmlns:a="http://schemas.openxmlformats.org/drawingml/2006/main">
            <a:off x="82296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E1CEA46-4BEB-4074-9DAC-BB41DD6EC50B}"/>
              </a:ext>
            </a:extLst>
          </p:cNvPr>
          <p:cNvSpPr>
            <a:spLocks xmlns:a="http://schemas.openxmlformats.org/drawingml/2006/main" noGrp="1"/>
          </p:cNvSpPr>
          <p:nvPr/>
        </p:nvSpPr>
        <p:spPr>
          <a:xfrm xmlns:a="http://schemas.openxmlformats.org/drawingml/2006/main">
            <a:off x="82867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2DF5449B-A70F-4775-951B-333F039592AD}"/>
              </a:ext>
            </a:extLst>
          </p:cNvPr>
          <p:cNvSpPr>
            <a:spLocks xmlns:a="http://schemas.openxmlformats.org/drawingml/2006/main" noGrp="1"/>
          </p:cNvSpPr>
          <p:nvPr/>
        </p:nvSpPr>
        <p:spPr>
          <a:xfrm xmlns:a="http://schemas.openxmlformats.org/drawingml/2006/main">
            <a:off x="878205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3</a:t>
            </a:r>
          </a:p>
        </p:txBody>
      </p:sp>
      <p:sp>
        <p:nvSpPr>
          <p:cNvPr id="20" name="">
            <a:extLst xmlns:a="http://schemas.openxmlformats.org/drawingml/2006/main">
              <a:ext uri="{FF2B5EF4-FFF2-40B4-BE49-F238E27FC236}">
                <a16:creationId xmlns:a16="http://schemas.microsoft.com/office/drawing/2014/main" id="{621A9E1D-1329-4337-82A1-ABE07E6B6467}"/>
              </a:ext>
            </a:extLst>
          </p:cNvPr>
          <p:cNvSpPr>
            <a:spLocks xmlns:a="http://schemas.openxmlformats.org/drawingml/2006/main" noGrp="1"/>
          </p:cNvSpPr>
          <p:nvPr/>
        </p:nvSpPr>
        <p:spPr>
          <a:xfrm xmlns:a="http://schemas.openxmlformats.org/drawingml/2006/main">
            <a:off x="824865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21" name="">
            <a:extLst xmlns:a="http://schemas.openxmlformats.org/drawingml/2006/main">
              <a:ext uri="{FF2B5EF4-FFF2-40B4-BE49-F238E27FC236}">
                <a16:creationId xmlns:a16="http://schemas.microsoft.com/office/drawing/2014/main" id="{C6D74F62-2554-4B43-8D48-F10C2864F9EB}"/>
              </a:ext>
            </a:extLst>
          </p:cNvPr>
          <p:cNvSpPr>
            <a:spLocks xmlns:a="http://schemas.openxmlformats.org/drawingml/2006/main" noGrp="1"/>
          </p:cNvSpPr>
          <p:nvPr/>
        </p:nvSpPr>
        <p:spPr>
          <a:xfrm xmlns:a="http://schemas.openxmlformats.org/drawingml/2006/main">
            <a:off x="6096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F30E923D-7A26-4D6F-ABE7-C3432F1C15BC}"/>
              </a:ext>
            </a:extLst>
          </p:cNvPr>
          <p:cNvSpPr>
            <a:spLocks xmlns:a="http://schemas.openxmlformats.org/drawingml/2006/main" noGrp="1"/>
          </p:cNvSpPr>
          <p:nvPr/>
        </p:nvSpPr>
        <p:spPr>
          <a:xfrm xmlns:a="http://schemas.openxmlformats.org/drawingml/2006/main">
            <a:off x="8001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755A4F1-E9C5-43DA-BA1C-2C42B45153A3}"/>
              </a:ext>
            </a:extLst>
          </p:cNvPr>
          <p:cNvSpPr>
            <a:spLocks xmlns:a="http://schemas.openxmlformats.org/drawingml/2006/main" noGrp="1"/>
          </p:cNvSpPr>
          <p:nvPr/>
        </p:nvSpPr>
        <p:spPr>
          <a:xfrm xmlns:a="http://schemas.openxmlformats.org/drawingml/2006/main">
            <a:off x="8572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3FBE1143-EC40-4AF5-B956-6CA59152B661}"/>
              </a:ext>
            </a:extLst>
          </p:cNvPr>
          <p:cNvSpPr>
            <a:spLocks xmlns:a="http://schemas.openxmlformats.org/drawingml/2006/main" noGrp="1"/>
          </p:cNvSpPr>
          <p:nvPr/>
        </p:nvSpPr>
        <p:spPr>
          <a:xfrm xmlns:a="http://schemas.openxmlformats.org/drawingml/2006/main">
            <a:off x="135255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4</a:t>
            </a:r>
          </a:p>
        </p:txBody>
      </p:sp>
      <p:sp>
        <p:nvSpPr>
          <p:cNvPr id="25" name="">
            <a:extLst xmlns:a="http://schemas.openxmlformats.org/drawingml/2006/main">
              <a:ext uri="{FF2B5EF4-FFF2-40B4-BE49-F238E27FC236}">
                <a16:creationId xmlns:a16="http://schemas.microsoft.com/office/drawing/2014/main" id="{821F8770-4E18-451D-B950-8D0AF002D6EA}"/>
              </a:ext>
            </a:extLst>
          </p:cNvPr>
          <p:cNvSpPr>
            <a:spLocks xmlns:a="http://schemas.openxmlformats.org/drawingml/2006/main" noGrp="1"/>
          </p:cNvSpPr>
          <p:nvPr/>
        </p:nvSpPr>
        <p:spPr>
          <a:xfrm xmlns:a="http://schemas.openxmlformats.org/drawingml/2006/main">
            <a:off x="81915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26" name="">
            <a:extLst xmlns:a="http://schemas.openxmlformats.org/drawingml/2006/main">
              <a:ext uri="{FF2B5EF4-FFF2-40B4-BE49-F238E27FC236}">
                <a16:creationId xmlns:a16="http://schemas.microsoft.com/office/drawing/2014/main" id="{80BBDB29-4F28-4EA3-9C0A-D65B28ACDFA6}"/>
              </a:ext>
            </a:extLst>
          </p:cNvPr>
          <p:cNvSpPr>
            <a:spLocks xmlns:a="http://schemas.openxmlformats.org/drawingml/2006/main" noGrp="1"/>
          </p:cNvSpPr>
          <p:nvPr/>
        </p:nvSpPr>
        <p:spPr>
          <a:xfrm xmlns:a="http://schemas.openxmlformats.org/drawingml/2006/main">
            <a:off x="4324350" y="401955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27" name="">
            <a:extLst xmlns:a="http://schemas.openxmlformats.org/drawingml/2006/main">
              <a:ext uri="{FF2B5EF4-FFF2-40B4-BE49-F238E27FC236}">
                <a16:creationId xmlns:a16="http://schemas.microsoft.com/office/drawing/2014/main" id="{872D363C-A0D3-4092-8EBA-C7496BB14FE2}"/>
              </a:ext>
            </a:extLst>
          </p:cNvPr>
          <p:cNvSpPr>
            <a:spLocks xmlns:a="http://schemas.openxmlformats.org/drawingml/2006/main" noGrp="1"/>
          </p:cNvSpPr>
          <p:nvPr/>
        </p:nvSpPr>
        <p:spPr>
          <a:xfrm xmlns:a="http://schemas.openxmlformats.org/drawingml/2006/main">
            <a:off x="451485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31B6811-69A1-463C-9376-F7D538598803}"/>
              </a:ext>
            </a:extLst>
          </p:cNvPr>
          <p:cNvSpPr>
            <a:spLocks xmlns:a="http://schemas.openxmlformats.org/drawingml/2006/main" noGrp="1"/>
          </p:cNvSpPr>
          <p:nvPr/>
        </p:nvSpPr>
        <p:spPr>
          <a:xfrm xmlns:a="http://schemas.openxmlformats.org/drawingml/2006/main">
            <a:off x="457200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05</a:t>
            </a:r>
          </a:p>
        </p:txBody>
      </p:sp>
      <p:sp>
        <p:nvSpPr>
          <p:cNvPr id="29" name="">
            <a:extLst xmlns:a="http://schemas.openxmlformats.org/drawingml/2006/main">
              <a:ext uri="{FF2B5EF4-FFF2-40B4-BE49-F238E27FC236}">
                <a16:creationId xmlns:a16="http://schemas.microsoft.com/office/drawing/2014/main" id="{DBC4850B-5811-4605-AAE7-EF519AF2F65A}"/>
              </a:ext>
            </a:extLst>
          </p:cNvPr>
          <p:cNvSpPr>
            <a:spLocks xmlns:a="http://schemas.openxmlformats.org/drawingml/2006/main" noGrp="1"/>
          </p:cNvSpPr>
          <p:nvPr/>
        </p:nvSpPr>
        <p:spPr>
          <a:xfrm xmlns:a="http://schemas.openxmlformats.org/drawingml/2006/main">
            <a:off x="506730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5</a:t>
            </a:r>
          </a:p>
        </p:txBody>
      </p:sp>
      <p:sp>
        <p:nvSpPr>
          <p:cNvPr id="30" name="">
            <a:extLst xmlns:a="http://schemas.openxmlformats.org/drawingml/2006/main">
              <a:ext uri="{FF2B5EF4-FFF2-40B4-BE49-F238E27FC236}">
                <a16:creationId xmlns:a16="http://schemas.microsoft.com/office/drawing/2014/main" id="{F5409E60-53A9-420E-BA1D-B3616A8F7239}"/>
              </a:ext>
            </a:extLst>
          </p:cNvPr>
          <p:cNvSpPr>
            <a:spLocks xmlns:a="http://schemas.openxmlformats.org/drawingml/2006/main" noGrp="1"/>
          </p:cNvSpPr>
          <p:nvPr/>
        </p:nvSpPr>
        <p:spPr>
          <a:xfrm xmlns:a="http://schemas.openxmlformats.org/drawingml/2006/main">
            <a:off x="453390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31" name="">
            <a:extLst xmlns:a="http://schemas.openxmlformats.org/drawingml/2006/main">
              <a:ext uri="{FF2B5EF4-FFF2-40B4-BE49-F238E27FC236}">
                <a16:creationId xmlns:a16="http://schemas.microsoft.com/office/drawing/2014/main" id="{F177D1D8-620C-43CD-8614-4EFC224D5E18}"/>
              </a:ext>
            </a:extLst>
          </p:cNvPr>
          <p:cNvSpPr>
            <a:spLocks xmlns:a="http://schemas.openxmlformats.org/drawingml/2006/main" noGrp="1"/>
          </p:cNvSpPr>
          <p:nvPr/>
        </p:nvSpPr>
        <p:spPr>
          <a:xfrm xmlns:a="http://schemas.openxmlformats.org/drawingml/2006/main">
            <a:off x="80391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32" name="">
            <a:extLst xmlns:a="http://schemas.openxmlformats.org/drawingml/2006/main">
              <a:ext uri="{FF2B5EF4-FFF2-40B4-BE49-F238E27FC236}">
                <a16:creationId xmlns:a16="http://schemas.microsoft.com/office/drawing/2014/main" id="{343A5864-3DA1-470E-9476-EAD8646F1F7F}"/>
              </a:ext>
            </a:extLst>
          </p:cNvPr>
          <p:cNvSpPr>
            <a:spLocks xmlns:a="http://schemas.openxmlformats.org/drawingml/2006/main" noGrp="1"/>
          </p:cNvSpPr>
          <p:nvPr/>
        </p:nvSpPr>
        <p:spPr>
          <a:xfrm xmlns:a="http://schemas.openxmlformats.org/drawingml/2006/main">
            <a:off x="82296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BC4DC51-87F5-45A4-99CD-991BB44FDED0}"/>
              </a:ext>
            </a:extLst>
          </p:cNvPr>
          <p:cNvSpPr>
            <a:spLocks xmlns:a="http://schemas.openxmlformats.org/drawingml/2006/main" noGrp="1"/>
          </p:cNvSpPr>
          <p:nvPr/>
        </p:nvSpPr>
        <p:spPr>
          <a:xfrm xmlns:a="http://schemas.openxmlformats.org/drawingml/2006/main">
            <a:off x="82867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06</a:t>
            </a:r>
          </a:p>
        </p:txBody>
      </p:sp>
      <p:sp>
        <p:nvSpPr>
          <p:cNvPr id="34" name="">
            <a:extLst xmlns:a="http://schemas.openxmlformats.org/drawingml/2006/main">
              <a:ext uri="{FF2B5EF4-FFF2-40B4-BE49-F238E27FC236}">
                <a16:creationId xmlns:a16="http://schemas.microsoft.com/office/drawing/2014/main" id="{1BA54CB3-A326-449C-89DB-A47CB5FADB0F}"/>
              </a:ext>
            </a:extLst>
          </p:cNvPr>
          <p:cNvSpPr>
            <a:spLocks xmlns:a="http://schemas.openxmlformats.org/drawingml/2006/main" noGrp="1"/>
          </p:cNvSpPr>
          <p:nvPr/>
        </p:nvSpPr>
        <p:spPr>
          <a:xfrm xmlns:a="http://schemas.openxmlformats.org/drawingml/2006/main">
            <a:off x="878205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6</a:t>
            </a:r>
          </a:p>
        </p:txBody>
      </p:sp>
      <p:sp>
        <p:nvSpPr>
          <p:cNvPr id="35" name="">
            <a:extLst xmlns:a="http://schemas.openxmlformats.org/drawingml/2006/main">
              <a:ext uri="{FF2B5EF4-FFF2-40B4-BE49-F238E27FC236}">
                <a16:creationId xmlns:a16="http://schemas.microsoft.com/office/drawing/2014/main" id="{8C2431B1-589E-4DD1-A8EB-334EBF7F6193}"/>
              </a:ext>
            </a:extLst>
          </p:cNvPr>
          <p:cNvSpPr>
            <a:spLocks xmlns:a="http://schemas.openxmlformats.org/drawingml/2006/main" noGrp="1"/>
          </p:cNvSpPr>
          <p:nvPr/>
        </p:nvSpPr>
        <p:spPr>
          <a:xfrm xmlns:a="http://schemas.openxmlformats.org/drawingml/2006/main">
            <a:off x="824865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36" name="">
            <a:extLst xmlns:a="http://schemas.openxmlformats.org/drawingml/2006/main">
              <a:ext uri="{FF2B5EF4-FFF2-40B4-BE49-F238E27FC236}">
                <a16:creationId xmlns:a16="http://schemas.microsoft.com/office/drawing/2014/main" id="{09C77869-E45C-4BDC-858C-A5AB6052E32F}"/>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5CAB6F4-626A-4169-82ED-58DED70F19DE}"/>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38" name="">
            <a:extLst xmlns:a="http://schemas.openxmlformats.org/drawingml/2006/main">
              <a:ext uri="{FF2B5EF4-FFF2-40B4-BE49-F238E27FC236}">
                <a16:creationId xmlns:a16="http://schemas.microsoft.com/office/drawing/2014/main" id="{FB4E337E-45DE-485A-9604-BDF1E68AE73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40" name="source-credit">
            <a:extLst xmlns:a="http://schemas.openxmlformats.org/drawingml/2006/main">
              <a:ext uri="{FF2B5EF4-FFF2-40B4-BE49-F238E27FC236}">
                <a16:creationId xmlns:a16="http://schemas.microsoft.com/office/drawing/2014/main" id="{758A6782-519E-4F50-8D3D-95CA35804A03}"/>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170b5316007740f4"/>
              </a:rPr>
              <a:t>Shared dice-selection format; TNT classroom adaptation — original guidance</a:t>
            </a:r>
          </a:p>
        </p:txBody>
      </p:sp>
    </p:spTree>
    <p:extLst>
      <p:ext uri="{BB962C8B-B14F-4D97-AF65-F5344CB8AC3E}">
        <p14:creationId xmlns:p14="http://schemas.microsoft.com/office/powerpoint/2010/main" val="4574882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2026-10-08T06:08:50.9780000Z</dcterms:created>
  <dcterms:modified xsi:type="dcterms:W3CDTF">2026-10-08T06:08:50.9780000Z</dcterms:modified>
</coreProperties>
</file>