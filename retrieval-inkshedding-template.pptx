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2eff1f47990493f" /><Relationship Type="http://schemas.openxmlformats.org/officeDocument/2006/relationships/extended-properties" Target="/docProps/app.xml" Id="R736a391016f9418f" /><Relationship Type="http://schemas.openxmlformats.org/officeDocument/2006/relationships/officeDocument" Target="/ppt/presentation.xml" Id="R077b273578c647c8" /></Relationships>
</file>

<file path=ppt/presentation.xml><?xml version="1.0" encoding="utf-8"?>
<p:presentation xmlns:p="http://schemas.openxmlformats.org/presentationml/2006/main">
  <p:sldMasterIdLst>
    <p:sldMasterId xmlns:r="http://schemas.openxmlformats.org/officeDocument/2006/relationships" id="2147483648" r:id="R97fc34779b5d4584"/>
  </p:sldMasterIdLst>
  <p:notesMasterIdLst>
    <p:notesMasterId xmlns:r="http://schemas.openxmlformats.org/officeDocument/2006/relationships" r:id="Re216d725348d47e7"/>
  </p:notesMasterIdLst>
  <p:sldIdLst>
    <p:sldId xmlns:r="http://schemas.openxmlformats.org/officeDocument/2006/relationships" id="256" r:id="R9bc0e5ba39dd448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d5dd9ee1a60416e" /><Relationship Type="http://schemas.openxmlformats.org/officeDocument/2006/relationships/slideMaster" Target="/ppt/slideMasters/slideMaster1.xml" Id="R97fc34779b5d4584" /><Relationship Type="http://schemas.openxmlformats.org/officeDocument/2006/relationships/notesMaster" Target="/ppt/notesMasters/notesMaster1.xml" Id="Re216d725348d47e7" /><Relationship Type="http://schemas.openxmlformats.org/officeDocument/2006/relationships/presProps" Target="/ppt/presProps.xml" Id="R92e1756fb7114dca" /><Relationship Type="http://schemas.openxmlformats.org/officeDocument/2006/relationships/tableStyles" Target="/ppt/tableStyles.xml" Id="R4fa7d06d86954c0b" /><Relationship Type="http://schemas.openxmlformats.org/officeDocument/2006/relationships/slide" Target="/ppt/slides/slide1.xml" Id="R9bc0e5ba39dd448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d5bb752f9294d3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28fb7e5022b4785" /><Relationship Type="http://schemas.openxmlformats.org/officeDocument/2006/relationships/notesMaster" Target="/ppt/notesMasters/notesMaster1.xml" Id="R0b297faf1a5a4ca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a:p xmlns:a="http://schemas.openxmlformats.org/drawingml/2006/main">
            <a:r>
              <a:t/>
            </a:r>
          </a:p>
          <a:p xmlns:a="http://schemas.openxmlformats.org/drawingml/2006/main">
            <a:r>
              <a:t>SOURCE AND ACKNOWLEDGEMENT</a:t>
            </a:r>
          </a:p>
          <a:p xmlns:a="http://schemas.openxmlformats.org/drawingml/2006/main">
            <a:r>
              <a:t/>
            </a:r>
          </a:p>
          <a:p xmlns:a="http://schemas.openxmlformats.org/drawingml/2006/main">
            <a:r>
              <a:t>Lindsey Albracht, Baruch College — teaching guide</a:t>
            </a:r>
          </a:p>
          <a:p xmlns:a="http://schemas.openxmlformats.org/drawingml/2006/main">
            <a:r>
              <a:t/>
            </a:r>
          </a:p>
          <a:p xmlns:a="http://schemas.openxmlformats.org/drawingml/2006/main">
            <a:r>
              <a:t>https://blogs.baruch.cuny.edu/activelearning/ink-shedding/</a:t>
            </a:r>
          </a:p>
          <a:p xmlns:a="http://schemas.openxmlformats.org/drawingml/2006/main">
            <a:r>
              <a:t/>
            </a:r>
          </a:p>
          <a:p xmlns:a="http://schemas.openxmlformats.org/drawingml/2006/main">
            <a:r>
              <a:t>Inkshedding was developed by Russ Hunt and Jim Reither. Lindsey Albracht’s Baruch College guide explains a classroom version for reviewing earlier material through written dialogue. The linked guide describes a longer discussion activity; this short retrieval adaptation asks students to recall previously taught content without notes before exchanging writing, then check accuracy.</a:t>
            </a:r>
          </a:p>
          <a:p xmlns:a="http://schemas.openxmlformats.org/drawingml/2006/main">
            <a:r>
              <a:t/>
            </a:r>
          </a:p>
          <a:p xmlns:a="http://schemas.openxmlformats.org/drawingml/2006/main">
            <a:r>
              <a:t>Independent classroom adaptation; the source retains its own rights.</a:t>
            </a:r>
          </a:p>
          <a:p xmlns:a="http://schemas.openxmlformats.org/drawingml/2006/main">
            <a:r>
              <a:t/>
            </a:r>
          </a:p>
          <a:p xmlns:a="http://schemas.openxmlformats.org/drawingml/2006/main">
            <a:r>
              <a:t>Full guide: https://tnt-teaching-tools.github.io/retrieval-toolkit/retrieval-inkshedding.html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c403dc634c942f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b815979582b40d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c6eb30c4ae14df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3be383ff14845e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8f0f2fe26cb496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b231af3de9448e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7242F87-905B-4F2B-BE1F-936977E455DD}"/>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BD98E97-4E52-434B-A381-A4273309CA0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5E35D7FD-72FE-468E-89F4-FA07C55A549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A1F5EC98-B332-4C60-AC92-4C0893B743E9}"/>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34E22616-78E8-428B-8FFD-BD12554E48C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3B05B45-CA06-4DD7-9837-B653E16E4A33}"/>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1483976-C61E-4EEF-B502-520E2337A3E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C8FE5B40-0980-406D-81A3-94B82038F53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534DB576-6DD9-4643-9F19-1ECA6198119B}"/>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381C995-7CFE-47E1-90C9-D2BFAC9DC3E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C26002D2-F2C0-45B8-9866-4E6D1490E83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78F29CD4-FA8F-4BBD-A170-10D797646F5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E7F561C-5AE5-41A4-81BC-E9E918ECA8C0}"/>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4A37B16-7265-48FE-B92D-7845B1049CF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B6AC10D3-0834-4999-8F7C-78A7D20DCF8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655ae336a214524" /><Relationship Type="http://schemas.openxmlformats.org/officeDocument/2006/relationships/slideLayout" Target="/ppt/slideLayouts/slideLayout1.xml" Id="R10ecc29b6dc84f27" /><Relationship Type="http://schemas.openxmlformats.org/officeDocument/2006/relationships/slideLayout" Target="/ppt/slideLayouts/slideLayout2.xml" Id="R69944c9e3d2f4fe6" /><Relationship Type="http://schemas.openxmlformats.org/officeDocument/2006/relationships/slideLayout" Target="/ppt/slideLayouts/slideLayout3.xml" Id="R01929c387fc04940" /><Relationship Type="http://schemas.openxmlformats.org/officeDocument/2006/relationships/slideLayout" Target="/ppt/slideLayouts/slideLayout4.xml" Id="Rd22d3459a76f48bc" /><Relationship Type="http://schemas.openxmlformats.org/officeDocument/2006/relationships/slideLayout" Target="/ppt/slideLayouts/slideLayout5.xml" Id="R95349c5502654ae1" /><Relationship Type="http://schemas.openxmlformats.org/officeDocument/2006/relationships/slideLayout" Target="/ppt/slideLayouts/slideLayout6.xml" Id="Refee1ae93cef49e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0ecc29b6dc84f27"/>
    <p:sldLayoutId xmlns:r="http://schemas.openxmlformats.org/officeDocument/2006/relationships" id="2147483650" r:id="R69944c9e3d2f4fe6"/>
    <p:sldLayoutId xmlns:r="http://schemas.openxmlformats.org/officeDocument/2006/relationships" id="2147483651" r:id="R01929c387fc04940"/>
    <p:sldLayoutId xmlns:r="http://schemas.openxmlformats.org/officeDocument/2006/relationships" id="2147483652" r:id="Rd22d3459a76f48bc"/>
    <p:sldLayoutId xmlns:r="http://schemas.openxmlformats.org/officeDocument/2006/relationships" id="2147483653" r:id="R95349c5502654ae1"/>
    <p:sldLayoutId xmlns:r="http://schemas.openxmlformats.org/officeDocument/2006/relationships" id="2147483654" r:id="Refee1ae93cef49e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0f5fd8d11694e67" /><Relationship Type="http://schemas.openxmlformats.org/officeDocument/2006/relationships/hyperlink" Target="https://blogs.baruch.cuny.edu/activelearning/ink-shedding/" TargetMode="External" Id="R0ebfad210d8b4724" /><Relationship Type="http://schemas.openxmlformats.org/officeDocument/2006/relationships/notesSlide" Target="/ppt/notesSlides/notesSlide1.xml" Id="R26dc0b693ce34a1d" /></Relationships>
</file>

<file path=ppt/slides/slide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49E93D3-B36B-4482-9BC6-320A6D72CCF6}"/>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Inkshedding</a:t>
            </a:r>
          </a:p>
        </p:txBody>
      </p:sp>
      <p:sp>
        <p:nvSpPr>
          <p:cNvPr id="2" name="">
            <a:extLst xmlns:a="http://schemas.openxmlformats.org/drawingml/2006/main">
              <a:ext uri="{FF2B5EF4-FFF2-40B4-BE49-F238E27FC236}">
                <a16:creationId xmlns:a16="http://schemas.microsoft.com/office/drawing/2014/main" id="{56DD3C99-BBF0-4636-B8EE-ED47FE87F32E}"/>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FC1953DF-F3B0-48AC-BC7C-C653CB685862}"/>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2EB201B-BF35-40D1-9D14-B5519963B8D9}"/>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DE6B4AC0-54C6-4928-A69A-4EF87C127B6E}"/>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71C1FCB5-0C57-4C6A-A774-F6E23317E84E}"/>
              </a:ext>
            </a:extLst>
          </p:cNvPr>
          <p:cNvSpPr>
            <a:spLocks xmlns:a="http://schemas.openxmlformats.org/drawingml/2006/main" noGrp="1"/>
          </p:cNvSpPr>
          <p:nvPr/>
        </p:nvSpPr>
        <p:spPr>
          <a:xfrm xmlns:a="http://schemas.openxmlformats.org/drawingml/2006/main">
            <a:off x="609600" y="2247900"/>
            <a:ext cx="109728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AD7A7783-A662-4620-B96B-1609E652CD6E}"/>
              </a:ext>
            </a:extLst>
          </p:cNvPr>
          <p:cNvSpPr>
            <a:spLocks xmlns:a="http://schemas.openxmlformats.org/drawingml/2006/main" noGrp="1"/>
          </p:cNvSpPr>
          <p:nvPr/>
        </p:nvSpPr>
        <p:spPr>
          <a:xfrm xmlns:a="http://schemas.openxmlformats.org/drawingml/2006/main">
            <a:off x="781050" y="2381250"/>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My first recall</a:t>
            </a:r>
          </a:p>
        </p:txBody>
      </p:sp>
      <p:sp>
        <p:nvSpPr>
          <p:cNvPr id="8" name="">
            <a:extLst xmlns:a="http://schemas.openxmlformats.org/drawingml/2006/main">
              <a:ext uri="{FF2B5EF4-FFF2-40B4-BE49-F238E27FC236}">
                <a16:creationId xmlns:a16="http://schemas.microsoft.com/office/drawing/2014/main" id="{10C93438-05DD-446C-8EF2-C1E575E18EF2}"/>
              </a:ext>
            </a:extLst>
          </p:cNvPr>
          <p:cNvSpPr>
            <a:spLocks xmlns:a="http://schemas.openxmlformats.org/drawingml/2006/main" noGrp="1"/>
          </p:cNvSpPr>
          <p:nvPr/>
        </p:nvSpPr>
        <p:spPr>
          <a:xfrm xmlns:a="http://schemas.openxmlformats.org/drawingml/2006/main">
            <a:off x="609600" y="3429000"/>
            <a:ext cx="10972800" cy="10096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9" name="">
            <a:extLst xmlns:a="http://schemas.openxmlformats.org/drawingml/2006/main">
              <a:ext uri="{FF2B5EF4-FFF2-40B4-BE49-F238E27FC236}">
                <a16:creationId xmlns:a16="http://schemas.microsoft.com/office/drawing/2014/main" id="{93D4B58E-DA7A-4AD2-A66B-FF982541ADE8}"/>
              </a:ext>
            </a:extLst>
          </p:cNvPr>
          <p:cNvSpPr>
            <a:spLocks xmlns:a="http://schemas.openxmlformats.org/drawingml/2006/main" noGrp="1"/>
          </p:cNvSpPr>
          <p:nvPr/>
        </p:nvSpPr>
        <p:spPr>
          <a:xfrm xmlns:a="http://schemas.openxmlformats.org/drawingml/2006/main">
            <a:off x="781050" y="3562350"/>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Partner response</a:t>
            </a:r>
          </a:p>
        </p:txBody>
      </p:sp>
      <p:sp>
        <p:nvSpPr>
          <p:cNvPr id="10" name="">
            <a:extLst xmlns:a="http://schemas.openxmlformats.org/drawingml/2006/main">
              <a:ext uri="{FF2B5EF4-FFF2-40B4-BE49-F238E27FC236}">
                <a16:creationId xmlns:a16="http://schemas.microsoft.com/office/drawing/2014/main" id="{819E4E68-E031-4F77-A1CB-462A84692170}"/>
              </a:ext>
            </a:extLst>
          </p:cNvPr>
          <p:cNvSpPr>
            <a:spLocks xmlns:a="http://schemas.openxmlformats.org/drawingml/2006/main" noGrp="1"/>
          </p:cNvSpPr>
          <p:nvPr/>
        </p:nvSpPr>
        <p:spPr>
          <a:xfrm xmlns:a="http://schemas.openxmlformats.org/drawingml/2006/main">
            <a:off x="609600" y="4610100"/>
            <a:ext cx="109728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1" name="">
            <a:extLst xmlns:a="http://schemas.openxmlformats.org/drawingml/2006/main">
              <a:ext uri="{FF2B5EF4-FFF2-40B4-BE49-F238E27FC236}">
                <a16:creationId xmlns:a16="http://schemas.microsoft.com/office/drawing/2014/main" id="{12BF2CCC-AACD-40FA-943E-46CB2FFD6F7A}"/>
              </a:ext>
            </a:extLst>
          </p:cNvPr>
          <p:cNvSpPr>
            <a:spLocks xmlns:a="http://schemas.openxmlformats.org/drawingml/2006/main" noGrp="1"/>
          </p:cNvSpPr>
          <p:nvPr/>
        </p:nvSpPr>
        <p:spPr>
          <a:xfrm xmlns:a="http://schemas.openxmlformats.org/drawingml/2006/main">
            <a:off x="781050" y="4743450"/>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My corrections after checking</a:t>
            </a:r>
          </a:p>
        </p:txBody>
      </p:sp>
      <p:sp>
        <p:nvSpPr>
          <p:cNvPr id="12" name="">
            <a:extLst xmlns:a="http://schemas.openxmlformats.org/drawingml/2006/main">
              <a:ext uri="{FF2B5EF4-FFF2-40B4-BE49-F238E27FC236}">
                <a16:creationId xmlns:a16="http://schemas.microsoft.com/office/drawing/2014/main" id="{64881731-10DB-4ECA-9906-34BE6EF24BC3}"/>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53BEAE9-0EE9-4E0C-A5BC-33AE80D1931F}"/>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14" name="">
            <a:extLst xmlns:a="http://schemas.openxmlformats.org/drawingml/2006/main">
              <a:ext uri="{FF2B5EF4-FFF2-40B4-BE49-F238E27FC236}">
                <a16:creationId xmlns:a16="http://schemas.microsoft.com/office/drawing/2014/main" id="{09B1EBA1-D37F-4B4B-A289-AC92553A3BE7}"/>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
        <p:nvSpPr>
          <p:cNvPr id="16" name="source-credit">
            <a:extLst xmlns:a="http://schemas.openxmlformats.org/drawingml/2006/main">
              <a:ext uri="{FF2B5EF4-FFF2-40B4-BE49-F238E27FC236}">
                <a16:creationId xmlns:a16="http://schemas.microsoft.com/office/drawing/2014/main" id="{F36ED3B2-C372-4A05-ADB6-E9DF46B766E2}"/>
              </a:ext>
            </a:extLst>
          </p:cNvPr>
          <p:cNvSpPr>
            <a:spLocks xmlns:a="http://schemas.openxmlformats.org/drawingml/2006/main" noGrp="1"/>
          </p:cNvSpPr>
          <p:nvPr/>
        </p:nvSpPr>
        <p:spPr>
          <a:xfrm xmlns:a="http://schemas.openxmlformats.org/drawingml/2006/main">
            <a:off x="609600" y="6591300"/>
            <a:ext cx="10972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900">
                <a:solidFill>
                  <a:srgbClr val="687572"/>
                </a:solidFill>
                <a:latin typeface="DejaVu Sans"/>
                <a:ea typeface="DejaVu Sans"/>
                <a:cs typeface="DejaVu Sans"/>
              </a:defRPr>
            </a:pPr>
            <a:r>
              <a:rPr sz="900">
                <a:solidFill>
                  <a:srgbClr val="687572"/>
                </a:solidFill>
                <a:latin typeface="DejaVu Sans"/>
                <a:ea typeface="DejaVu Sans"/>
                <a:cs typeface="DejaVu Sans"/>
              </a:rPr>
              <a:t>Source: </a:t>
            </a:r>
            <a:r>
              <a:rPr sz="900">
                <a:solidFill>
                  <a:srgbClr val="687572"/>
                </a:solidFill>
                <a:latin typeface="DejaVu Sans"/>
                <a:ea typeface="DejaVu Sans"/>
                <a:cs typeface="DejaVu Sans"/>
                <a:hlinkClick xmlns:r="http://schemas.openxmlformats.org/officeDocument/2006/relationships" r:id="R0ebfad210d8b4724"/>
              </a:rPr>
              <a:t>Lindsey Albracht, Baruch College — teaching guide — original guidance</a:t>
            </a:r>
          </a:p>
        </p:txBody>
      </p:sp>
    </p:spTree>
    <p:extLst>
      <p:ext uri="{BB962C8B-B14F-4D97-AF65-F5344CB8AC3E}">
        <p14:creationId xmlns:p14="http://schemas.microsoft.com/office/powerpoint/2010/main" val="180881261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2026-10-08T06:09:30.8420000Z</dcterms:created>
  <dcterms:modified xsi:type="dcterms:W3CDTF">2026-10-08T06:09:30.8420000Z</dcterms:modified>
</coreProperties>
</file>