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0e1864c2f9447d" /><Relationship Type="http://schemas.openxmlformats.org/officeDocument/2006/relationships/extended-properties" Target="/docProps/app.xml" Id="R3c930ad9fe3b44ae" /><Relationship Type="http://schemas.openxmlformats.org/officeDocument/2006/relationships/officeDocument" Target="/ppt/presentation.xml" Id="R2fdfd571cbc84c7b" /></Relationships>
</file>

<file path=ppt/presentation.xml><?xml version="1.0" encoding="utf-8"?>
<p:presentation xmlns:p="http://schemas.openxmlformats.org/presentationml/2006/main">
  <p:sldMasterIdLst>
    <p:sldMasterId xmlns:r="http://schemas.openxmlformats.org/officeDocument/2006/relationships" id="2147483648" r:id="Rae04d225b8ce4554"/>
  </p:sldMasterIdLst>
  <p:notesMasterIdLst>
    <p:notesMasterId xmlns:r="http://schemas.openxmlformats.org/officeDocument/2006/relationships" r:id="R76e3981937724a6c"/>
  </p:notesMasterIdLst>
  <p:sldIdLst>
    <p:sldId xmlns:r="http://schemas.openxmlformats.org/officeDocument/2006/relationships" id="256" r:id="R352f19f791a641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ce38aa62bc4b79" /><Relationship Type="http://schemas.openxmlformats.org/officeDocument/2006/relationships/slideMaster" Target="/ppt/slideMasters/slideMaster1.xml" Id="Rae04d225b8ce4554" /><Relationship Type="http://schemas.openxmlformats.org/officeDocument/2006/relationships/notesMaster" Target="/ppt/notesMasters/notesMaster1.xml" Id="R76e3981937724a6c" /><Relationship Type="http://schemas.openxmlformats.org/officeDocument/2006/relationships/presProps" Target="/ppt/presProps.xml" Id="Rf5ddf34928774ff7" /><Relationship Type="http://schemas.openxmlformats.org/officeDocument/2006/relationships/tableStyles" Target="/ppt/tableStyles.xml" Id="R0e1a6fef2f0e4900" /><Relationship Type="http://schemas.openxmlformats.org/officeDocument/2006/relationships/slide" Target="/ppt/slides/slide1.xml" Id="R352f19f791a641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4762d257b54e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3c6e0e20f74cb8" /><Relationship Type="http://schemas.openxmlformats.org/officeDocument/2006/relationships/notesMaster" Target="/ppt/notesMasters/notesMaster1.xml" Id="R229f691731a24d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ce9fb50be1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a4fc43a3334f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7a60c756694e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da9c93d26b4f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c5ce97140948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948d1473384a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B7C23F6-821A-4C7E-8F6E-35004BE25C68}"/>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FB9B1D3-E3E6-4010-823B-2F3C1CC65F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E5DAC4F-77ED-417E-BEFF-FA57D5BB539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6E0912D-D80A-4823-8634-E167DEE77502}"/>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6B2D5CCC-6345-4E66-B63C-1737779F33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C5327B4-C089-42C8-A06C-7EDD6771B6F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82B544C-0EC8-4F79-8142-98E0937E2E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C951C14-54DF-48F0-B340-963546E8B2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6CEC855-316E-4F86-B10E-F0202E48713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896090B-5A7C-4791-903D-FF5D7B1350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B3FF401-D574-411B-8C6A-305E87C255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BAD5AF3-6B3D-4459-8FEC-F79F1D4F28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4CE4480-B95F-4B04-B90D-7A9C3113C8D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D13A36-DF31-4CCC-85E9-961F59168B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E1A65B4-6AEC-4E36-BA3D-CA3AE808CC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d1b9f135a4463a" /><Relationship Type="http://schemas.openxmlformats.org/officeDocument/2006/relationships/slideLayout" Target="/ppt/slideLayouts/slideLayout1.xml" Id="R51d5a13fd6de455d" /><Relationship Type="http://schemas.openxmlformats.org/officeDocument/2006/relationships/slideLayout" Target="/ppt/slideLayouts/slideLayout2.xml" Id="R0823de134c314190" /><Relationship Type="http://schemas.openxmlformats.org/officeDocument/2006/relationships/slideLayout" Target="/ppt/slideLayouts/slideLayout3.xml" Id="Rf25e0a1105944d42" /><Relationship Type="http://schemas.openxmlformats.org/officeDocument/2006/relationships/slideLayout" Target="/ppt/slideLayouts/slideLayout4.xml" Id="R22f2a0b5552e4475" /><Relationship Type="http://schemas.openxmlformats.org/officeDocument/2006/relationships/slideLayout" Target="/ppt/slideLayouts/slideLayout5.xml" Id="Ra778bef8592d40ef" /><Relationship Type="http://schemas.openxmlformats.org/officeDocument/2006/relationships/slideLayout" Target="/ppt/slideLayouts/slideLayout6.xml" Id="R65decc4166e14e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d5a13fd6de455d"/>
    <p:sldLayoutId xmlns:r="http://schemas.openxmlformats.org/officeDocument/2006/relationships" id="2147483650" r:id="R0823de134c314190"/>
    <p:sldLayoutId xmlns:r="http://schemas.openxmlformats.org/officeDocument/2006/relationships" id="2147483651" r:id="Rf25e0a1105944d42"/>
    <p:sldLayoutId xmlns:r="http://schemas.openxmlformats.org/officeDocument/2006/relationships" id="2147483652" r:id="R22f2a0b5552e4475"/>
    <p:sldLayoutId xmlns:r="http://schemas.openxmlformats.org/officeDocument/2006/relationships" id="2147483653" r:id="Ra778bef8592d40ef"/>
    <p:sldLayoutId xmlns:r="http://schemas.openxmlformats.org/officeDocument/2006/relationships" id="2147483654" r:id="R65decc4166e14e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ade5f30ea14f07" /><Relationship Type="http://schemas.openxmlformats.org/officeDocument/2006/relationships/notesSlide" Target="/ppt/notesSlides/notesSlide1.xml" Id="Rf2044f7f7b364a6d"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4C3EE08-4BBB-4F95-8232-1D25C2A5D3ED}"/>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Inkshedding</a:t>
            </a:r>
          </a:p>
        </p:txBody>
      </p:sp>
      <p:sp>
        <p:nvSpPr>
          <p:cNvPr id="2" name="">
            <a:extLst xmlns:a="http://schemas.openxmlformats.org/drawingml/2006/main">
              <a:ext uri="{FF2B5EF4-FFF2-40B4-BE49-F238E27FC236}">
                <a16:creationId xmlns:a16="http://schemas.microsoft.com/office/drawing/2014/main" id="{2AC948B1-B5F1-4936-839B-A36B2E7F3DF3}"/>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7BADC2B-A410-4B79-944E-BF69C16398B3}"/>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86F0EC-BDFD-40B8-A9ED-D0CE443B34FC}"/>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DC683ED8-B0A5-4688-8954-C20CACF816B0}"/>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A27DECF5-085C-4FDC-A6E7-C1AA560EB6DC}"/>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9A5C3BB5-39E5-45D8-B8C5-6CD115BCFB4F}"/>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first recall</a:t>
            </a:r>
          </a:p>
        </p:txBody>
      </p:sp>
      <p:sp>
        <p:nvSpPr>
          <p:cNvPr id="8" name="">
            <a:extLst xmlns:a="http://schemas.openxmlformats.org/drawingml/2006/main">
              <a:ext uri="{FF2B5EF4-FFF2-40B4-BE49-F238E27FC236}">
                <a16:creationId xmlns:a16="http://schemas.microsoft.com/office/drawing/2014/main" id="{458FEC6D-4B84-4074-91DC-0BE51FE26B3E}"/>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595A4202-70EC-4ED4-A811-5D9A29CAE2DD}"/>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Partner response</a:t>
            </a:r>
          </a:p>
        </p:txBody>
      </p:sp>
      <p:sp>
        <p:nvSpPr>
          <p:cNvPr id="10" name="">
            <a:extLst xmlns:a="http://schemas.openxmlformats.org/drawingml/2006/main">
              <a:ext uri="{FF2B5EF4-FFF2-40B4-BE49-F238E27FC236}">
                <a16:creationId xmlns:a16="http://schemas.microsoft.com/office/drawing/2014/main" id="{01C22F8A-E944-44DE-9E63-E8A81CC706C2}"/>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EA16F375-DC82-4686-AEB6-982285D3EE4D}"/>
              </a:ext>
            </a:extLst>
          </p:cNvPr>
          <p:cNvSpPr>
            <a:spLocks xmlns:a="http://schemas.openxmlformats.org/drawingml/2006/main" noGrp="1"/>
          </p:cNvSpPr>
          <p:nvPr/>
        </p:nvSpPr>
        <p:spPr>
          <a:xfrm xmlns:a="http://schemas.openxmlformats.org/drawingml/2006/main">
            <a:off x="781050" y="47434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corrections after checking</a:t>
            </a:r>
          </a:p>
        </p:txBody>
      </p:sp>
      <p:sp>
        <p:nvSpPr>
          <p:cNvPr id="12" name="">
            <a:extLst xmlns:a="http://schemas.openxmlformats.org/drawingml/2006/main">
              <a:ext uri="{FF2B5EF4-FFF2-40B4-BE49-F238E27FC236}">
                <a16:creationId xmlns:a16="http://schemas.microsoft.com/office/drawing/2014/main" id="{BA3DDEA3-96D6-4361-94E1-D44FD94AECAB}"/>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322A05-640E-421F-8DA7-2B5C816042B9}"/>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5972AE48-F990-45FE-A153-8388D6DCB8ED}"/>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497446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2026-10-07T20:44:11.5490000Z</dcterms:created>
  <dcterms:modified xsi:type="dcterms:W3CDTF">2026-10-07T20:44:11.5490000Z</dcterms:modified>
</coreProperties>
</file>