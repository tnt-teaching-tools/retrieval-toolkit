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5034e27b6704d02" /><Relationship Type="http://schemas.openxmlformats.org/officeDocument/2006/relationships/extended-properties" Target="/docProps/app.xml" Id="R56a6eb70ff55490d" /><Relationship Type="http://schemas.openxmlformats.org/officeDocument/2006/relationships/officeDocument" Target="/ppt/presentation.xml" Id="Rf196c503e72d4856" /></Relationships>
</file>

<file path=ppt/presentation.xml><?xml version="1.0" encoding="utf-8"?>
<p:presentation xmlns:p="http://schemas.openxmlformats.org/presentationml/2006/main">
  <p:sldMasterIdLst>
    <p:sldMasterId xmlns:r="http://schemas.openxmlformats.org/officeDocument/2006/relationships" id="2147483648" r:id="Rf1945c6e6a0c49e9"/>
  </p:sldMasterIdLst>
  <p:notesMasterIdLst>
    <p:notesMasterId xmlns:r="http://schemas.openxmlformats.org/officeDocument/2006/relationships" r:id="R6f58fd1f74484492"/>
  </p:notesMasterIdLst>
  <p:sldIdLst>
    <p:sldId xmlns:r="http://schemas.openxmlformats.org/officeDocument/2006/relationships" id="256" r:id="R6080954ed5ac4e9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3df92e195904145" /><Relationship Type="http://schemas.openxmlformats.org/officeDocument/2006/relationships/slideMaster" Target="/ppt/slideMasters/slideMaster1.xml" Id="Rf1945c6e6a0c49e9" /><Relationship Type="http://schemas.openxmlformats.org/officeDocument/2006/relationships/notesMaster" Target="/ppt/notesMasters/notesMaster1.xml" Id="R6f58fd1f74484492" /><Relationship Type="http://schemas.openxmlformats.org/officeDocument/2006/relationships/presProps" Target="/ppt/presProps.xml" Id="R3ebaa7e4ecfe406e" /><Relationship Type="http://schemas.openxmlformats.org/officeDocument/2006/relationships/tableStyles" Target="/ppt/tableStyles.xml" Id="Rb918c4e8aa154de0" /><Relationship Type="http://schemas.openxmlformats.org/officeDocument/2006/relationships/slide" Target="/ppt/slides/slide1.xml" Id="R6080954ed5ac4e9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7d8f05a2cd94b2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5def66137d743fa" /><Relationship Type="http://schemas.openxmlformats.org/officeDocument/2006/relationships/notesMaster" Target="/ppt/notesMasters/notesMaster1.xml" Id="Rd5fc97af9e7e466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Replace bracketed text with your own taught content. Duplicate the slide for more prompts or checked answers. All labels and response areas are editable. Keep answers hidden until each learner has attempted recall.</a:t>
            </a:r>
          </a:p>
          <a:p xmlns:a="http://schemas.openxmlformats.org/drawingml/2006/main">
            <a:r>
              <a:t/>
            </a:r>
          </a:p>
          <a:p xmlns:a="http://schemas.openxmlformats.org/drawingml/2006/main">
            <a:r>
              <a:t>For bingo, use your own checked clues. For loop cards, ensure each answer matches the previous card and the last question closes the loop. For card activities, print and cut the cards, keeping target words and answers hidden from the respondent. For cloze recall, use the same passage with progressively more gaps.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cc82e4ea89943c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1607dc33bc24f7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7f1106141cb49a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5f6b9636cbe4cee"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e1ee27f41b14d5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11de06f3162486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CF3B7727-D36D-4317-A083-620B6AF26F27}"/>
              </a:ext>
            </a:extLst>
          </p:cNvPr>
          <p:cNvSpPr>
            <a:spLocks xmlns:a="http://schemas.openxmlformats.org/drawingml/2006/main" noGrp="1"/>
          </p:cNvSpPr>
          <p:nvPr/>
        </p:nvSpPr>
        <p:spPr>
          <a:xfrm xmlns:a="http://schemas.openxmlformats.org/drawingml/2006/main">
            <a:off x="5791200" y="22098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1C06182B-1200-49FC-B203-CB04C2C2B28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AA114376-F853-43FF-B721-1D08A70DAFE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10C0C1D9-2709-4CBF-B507-EA422C35A8D8}"/>
              </a:ext>
            </a:extLst>
          </p:cNvPr>
          <p:cNvSpPr>
            <a:spLocks xmlns:a="http://schemas.openxmlformats.org/drawingml/2006/main" noGrp="1"/>
          </p:cNvSpPr>
          <p:nvPr/>
        </p:nvSpPr>
        <p:spPr>
          <a:xfrm xmlns:a="http://schemas.openxmlformats.org/drawingml/2006/main">
            <a:off x="5791200" y="24765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6DC16222-662A-47E5-92E8-C35865D80FE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E5F58FF8-29A1-4BEB-B4AF-F3F36FB8A318}"/>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4BC1707-B8F1-480F-8553-3D741EBC99C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61415947-4DC0-4FE8-BF2F-41262307714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CA1E07AB-13D2-439C-9BFE-654727325282}"/>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9B1A7DDF-A899-4FB3-BB7A-9BFFCFD0147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2581D324-FC2E-4B4D-9A79-A9FEFD7C23E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C61170DA-5EA3-445C-8896-A61EA8C778C2}"/>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15D50A91-DBEF-4D12-9C03-73980C362D78}"/>
              </a:ext>
            </a:extLst>
          </p:cNvPr>
          <p:cNvSpPr>
            <a:spLocks xmlns:a="http://schemas.openxmlformats.org/drawingml/2006/main" noGrp="1"/>
          </p:cNvSpPr>
          <p:nvPr/>
        </p:nvSpPr>
        <p:spPr>
          <a:xfrm xmlns:a="http://schemas.openxmlformats.org/drawingml/2006/main">
            <a:off x="685800" y="1524000"/>
            <a:ext cx="609600" cy="38100"/>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F45D4298-2F47-4CD4-BE66-23BE56F3B58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9EC5DB38-D7FC-4269-9A62-1C2775427B9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73b6736478e4ca2" /><Relationship Type="http://schemas.openxmlformats.org/officeDocument/2006/relationships/slideLayout" Target="/ppt/slideLayouts/slideLayout1.xml" Id="Rb5ce77de5d01404a" /><Relationship Type="http://schemas.openxmlformats.org/officeDocument/2006/relationships/slideLayout" Target="/ppt/slideLayouts/slideLayout2.xml" Id="R6959fccd08ce46a0" /><Relationship Type="http://schemas.openxmlformats.org/officeDocument/2006/relationships/slideLayout" Target="/ppt/slideLayouts/slideLayout3.xml" Id="R93ed6c2b28bb4118" /><Relationship Type="http://schemas.openxmlformats.org/officeDocument/2006/relationships/slideLayout" Target="/ppt/slideLayouts/slideLayout4.xml" Id="R20edc10976654345" /><Relationship Type="http://schemas.openxmlformats.org/officeDocument/2006/relationships/slideLayout" Target="/ppt/slideLayouts/slideLayout5.xml" Id="Rd00ce0d3f8a64196" /><Relationship Type="http://schemas.openxmlformats.org/officeDocument/2006/relationships/slideLayout" Target="/ppt/slideLayouts/slideLayout6.xml" Id="R4cadd7f9157a4c6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5ce77de5d01404a"/>
    <p:sldLayoutId xmlns:r="http://schemas.openxmlformats.org/officeDocument/2006/relationships" id="2147483650" r:id="R6959fccd08ce46a0"/>
    <p:sldLayoutId xmlns:r="http://schemas.openxmlformats.org/officeDocument/2006/relationships" id="2147483651" r:id="R93ed6c2b28bb4118"/>
    <p:sldLayoutId xmlns:r="http://schemas.openxmlformats.org/officeDocument/2006/relationships" id="2147483652" r:id="R20edc10976654345"/>
    <p:sldLayoutId xmlns:r="http://schemas.openxmlformats.org/officeDocument/2006/relationships" id="2147483653" r:id="Rd00ce0d3f8a64196"/>
    <p:sldLayoutId xmlns:r="http://schemas.openxmlformats.org/officeDocument/2006/relationships" id="2147483654" r:id="R4cadd7f9157a4c6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c45a6d352d743c8" /><Relationship Type="http://schemas.openxmlformats.org/officeDocument/2006/relationships/notesSlide" Target="/ppt/notesSlides/notesSlide1.xml" Id="R5c2b8970c27d4594" /></Relationships>
</file>

<file path=ppt/slides/slide1.xml><?xml version="1.0" encoding="utf-8"?>
<p:sld xmlns:p="http://schemas.openxmlformats.org/presentationml/2006/main">
  <p:cSld>
    <p:bg>
      <p:bgPr>
        <a:solidFill xmlns:a="http://schemas.openxmlformats.org/drawingml/2006/main">
          <a:srgbClr val="FFFDF5"/>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0F4F555D-9709-4561-9646-559B9EE95CE3}"/>
              </a:ext>
            </a:extLst>
          </p:cNvPr>
          <p:cNvSpPr>
            <a:spLocks xmlns:a="http://schemas.openxmlformats.org/drawingml/2006/main" noGrp="1"/>
          </p:cNvSpPr>
          <p:nvPr/>
        </p:nvSpPr>
        <p:spPr>
          <a:xfrm xmlns:a="http://schemas.openxmlformats.org/drawingml/2006/main">
            <a:off x="609600" y="323850"/>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3300" b="1">
                <a:solidFill>
                  <a:srgbClr val="263C3A"/>
                </a:solidFill>
                <a:latin typeface="DejaVu Sans"/>
                <a:ea typeface="DejaVu Sans"/>
                <a:cs typeface="DejaVu Sans"/>
              </a:defRPr>
            </a:pPr>
            <a:r>
              <a:rPr sz="3300" b="1">
                <a:solidFill>
                  <a:srgbClr val="263C3A"/>
                </a:solidFill>
                <a:latin typeface="DejaVu Sans"/>
                <a:ea typeface="DejaVu Sans"/>
                <a:cs typeface="DejaVu Sans"/>
              </a:rPr>
              <a:t>Memory storyboard</a:t>
            </a:r>
          </a:p>
        </p:txBody>
      </p:sp>
      <p:sp>
        <p:nvSpPr>
          <p:cNvPr id="2" name="">
            <a:extLst xmlns:a="http://schemas.openxmlformats.org/drawingml/2006/main">
              <a:ext uri="{FF2B5EF4-FFF2-40B4-BE49-F238E27FC236}">
                <a16:creationId xmlns:a16="http://schemas.microsoft.com/office/drawing/2014/main" id="{42AD6209-1687-4990-B397-E00B9EB12453}"/>
              </a:ext>
            </a:extLst>
          </p:cNvPr>
          <p:cNvSpPr>
            <a:spLocks xmlns:a="http://schemas.openxmlformats.org/drawingml/2006/main" noGrp="1"/>
          </p:cNvSpPr>
          <p:nvPr/>
        </p:nvSpPr>
        <p:spPr>
          <a:xfrm xmlns:a="http://schemas.openxmlformats.org/drawingml/2006/main">
            <a:off x="609600" y="10858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2175" b="0">
                <a:solidFill>
                  <a:srgbClr val="687572"/>
                </a:solidFill>
                <a:latin typeface="DejaVu Sans"/>
                <a:ea typeface="DejaVu Sans"/>
                <a:cs typeface="DejaVu Sans"/>
              </a:defRPr>
            </a:pPr>
            <a:r>
              <a:rPr sz="2175" b="0">
                <a:solidFill>
                  <a:srgbClr val="687572"/>
                </a:solidFill>
                <a:latin typeface="DejaVu Sans"/>
                <a:ea typeface="DejaVu Sans"/>
                <a:cs typeface="DejaVu Sans"/>
              </a:rPr>
              <a:t>[Your topic or retrieval focus]</a:t>
            </a:r>
          </a:p>
        </p:txBody>
      </p:sp>
      <p:sp>
        <p:nvSpPr>
          <p:cNvPr id="3" name="">
            <a:extLst xmlns:a="http://schemas.openxmlformats.org/drawingml/2006/main">
              <a:ext uri="{FF2B5EF4-FFF2-40B4-BE49-F238E27FC236}">
                <a16:creationId xmlns:a16="http://schemas.microsoft.com/office/drawing/2014/main" id="{310B9F27-2990-439F-9B51-8EA47DA507EB}"/>
              </a:ext>
            </a:extLst>
          </p:cNvPr>
          <p:cNvSpPr>
            <a:spLocks xmlns:a="http://schemas.openxmlformats.org/drawingml/2006/main" noGrp="1"/>
          </p:cNvSpPr>
          <p:nvPr/>
        </p:nvSpPr>
        <p:spPr>
          <a:xfrm xmlns:a="http://schemas.openxmlformats.org/drawingml/2006/main">
            <a:off x="609600" y="1676400"/>
            <a:ext cx="10972800" cy="19050"/>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2C66C04F-3FA6-498E-882E-615BA5E58524}"/>
              </a:ext>
            </a:extLst>
          </p:cNvPr>
          <p:cNvSpPr>
            <a:spLocks xmlns:a="http://schemas.openxmlformats.org/drawingml/2006/main" noGrp="1"/>
          </p:cNvSpPr>
          <p:nvPr/>
        </p:nvSpPr>
        <p:spPr>
          <a:xfrm xmlns:a="http://schemas.openxmlformats.org/drawingml/2006/main">
            <a:off x="609600" y="1828800"/>
            <a:ext cx="5429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Recall independently without notes.</a:t>
            </a:r>
          </a:p>
        </p:txBody>
      </p:sp>
      <p:sp>
        <p:nvSpPr>
          <p:cNvPr id="5" name="">
            <a:extLst xmlns:a="http://schemas.openxmlformats.org/drawingml/2006/main">
              <a:ext uri="{FF2B5EF4-FFF2-40B4-BE49-F238E27FC236}">
                <a16:creationId xmlns:a16="http://schemas.microsoft.com/office/drawing/2014/main" id="{27C3E588-8E5D-4562-9A03-958BE8F59ACF}"/>
              </a:ext>
            </a:extLst>
          </p:cNvPr>
          <p:cNvSpPr>
            <a:spLocks xmlns:a="http://schemas.openxmlformats.org/drawingml/2006/main" noGrp="1"/>
          </p:cNvSpPr>
          <p:nvPr/>
        </p:nvSpPr>
        <p:spPr>
          <a:xfrm xmlns:a="http://schemas.openxmlformats.org/drawingml/2006/main">
            <a:off x="6191250" y="1828800"/>
            <a:ext cx="53911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575" b="1">
                <a:solidFill>
                  <a:srgbClr val="263C3A"/>
                </a:solidFill>
                <a:latin typeface="DejaVu Sans"/>
                <a:ea typeface="DejaVu Sans"/>
                <a:cs typeface="DejaVu Sans"/>
              </a:defRPr>
            </a:pPr>
            <a:r>
              <a:rPr sz="1575" b="1">
                <a:solidFill>
                  <a:srgbClr val="263C3A"/>
                </a:solidFill>
                <a:latin typeface="DejaVu Sans"/>
                <a:ea typeface="DejaVu Sans"/>
                <a:cs typeface="DejaVu Sans"/>
              </a:rPr>
              <a:t>Check and improve after feedback.</a:t>
            </a:r>
          </a:p>
        </p:txBody>
      </p:sp>
      <p:sp>
        <p:nvSpPr>
          <p:cNvPr id="6" name="">
            <a:extLst xmlns:a="http://schemas.openxmlformats.org/drawingml/2006/main">
              <a:ext uri="{FF2B5EF4-FFF2-40B4-BE49-F238E27FC236}">
                <a16:creationId xmlns:a16="http://schemas.microsoft.com/office/drawing/2014/main" id="{0914C6FA-525E-40D3-A54A-D55979CB3FD8}"/>
              </a:ext>
            </a:extLst>
          </p:cNvPr>
          <p:cNvSpPr>
            <a:spLocks xmlns:a="http://schemas.openxmlformats.org/drawingml/2006/main" noGrp="1"/>
          </p:cNvSpPr>
          <p:nvPr/>
        </p:nvSpPr>
        <p:spPr>
          <a:xfrm xmlns:a="http://schemas.openxmlformats.org/drawingml/2006/main">
            <a:off x="609600" y="2247900"/>
            <a:ext cx="3543300" cy="16002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7" name="">
            <a:extLst xmlns:a="http://schemas.openxmlformats.org/drawingml/2006/main">
              <a:ext uri="{FF2B5EF4-FFF2-40B4-BE49-F238E27FC236}">
                <a16:creationId xmlns:a16="http://schemas.microsoft.com/office/drawing/2014/main" id="{83A278B2-BF3A-4C43-BEA3-A7D2D69442C8}"/>
              </a:ext>
            </a:extLst>
          </p:cNvPr>
          <p:cNvSpPr>
            <a:spLocks xmlns:a="http://schemas.openxmlformats.org/drawingml/2006/main" noGrp="1"/>
          </p:cNvSpPr>
          <p:nvPr/>
        </p:nvSpPr>
        <p:spPr>
          <a:xfrm xmlns:a="http://schemas.openxmlformats.org/drawingml/2006/main">
            <a:off x="781050" y="23812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1  Sketch and caption</a:t>
            </a:r>
          </a:p>
        </p:txBody>
      </p:sp>
      <p:sp>
        <p:nvSpPr>
          <p:cNvPr id="8" name="">
            <a:extLst xmlns:a="http://schemas.openxmlformats.org/drawingml/2006/main">
              <a:ext uri="{FF2B5EF4-FFF2-40B4-BE49-F238E27FC236}">
                <a16:creationId xmlns:a16="http://schemas.microsoft.com/office/drawing/2014/main" id="{138D1D05-53E0-452B-813B-D9A2FF5BBA3E}"/>
              </a:ext>
            </a:extLst>
          </p:cNvPr>
          <p:cNvSpPr>
            <a:spLocks xmlns:a="http://schemas.openxmlformats.org/drawingml/2006/main" noGrp="1"/>
          </p:cNvSpPr>
          <p:nvPr/>
        </p:nvSpPr>
        <p:spPr>
          <a:xfrm xmlns:a="http://schemas.openxmlformats.org/drawingml/2006/main">
            <a:off x="781050" y="2857500"/>
            <a:ext cx="320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[Sketch and caption]</a:t>
            </a:r>
          </a:p>
        </p:txBody>
      </p:sp>
      <p:sp>
        <p:nvSpPr>
          <p:cNvPr id="9" name="">
            <a:extLst xmlns:a="http://schemas.openxmlformats.org/drawingml/2006/main">
              <a:ext uri="{FF2B5EF4-FFF2-40B4-BE49-F238E27FC236}">
                <a16:creationId xmlns:a16="http://schemas.microsoft.com/office/drawing/2014/main" id="{4102600E-635D-4EBE-8CBE-3E56308E0D40}"/>
              </a:ext>
            </a:extLst>
          </p:cNvPr>
          <p:cNvSpPr>
            <a:spLocks xmlns:a="http://schemas.openxmlformats.org/drawingml/2006/main" noGrp="1"/>
          </p:cNvSpPr>
          <p:nvPr/>
        </p:nvSpPr>
        <p:spPr>
          <a:xfrm xmlns:a="http://schemas.openxmlformats.org/drawingml/2006/main">
            <a:off x="4324350" y="2247900"/>
            <a:ext cx="3543300" cy="16002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0" name="">
            <a:extLst xmlns:a="http://schemas.openxmlformats.org/drawingml/2006/main">
              <a:ext uri="{FF2B5EF4-FFF2-40B4-BE49-F238E27FC236}">
                <a16:creationId xmlns:a16="http://schemas.microsoft.com/office/drawing/2014/main" id="{18B624A0-ED2D-4EC2-9075-495B7F969441}"/>
              </a:ext>
            </a:extLst>
          </p:cNvPr>
          <p:cNvSpPr>
            <a:spLocks xmlns:a="http://schemas.openxmlformats.org/drawingml/2006/main" noGrp="1"/>
          </p:cNvSpPr>
          <p:nvPr/>
        </p:nvSpPr>
        <p:spPr>
          <a:xfrm xmlns:a="http://schemas.openxmlformats.org/drawingml/2006/main">
            <a:off x="4495800" y="23812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2  Sketch and caption</a:t>
            </a:r>
          </a:p>
        </p:txBody>
      </p:sp>
      <p:sp>
        <p:nvSpPr>
          <p:cNvPr id="11" name="">
            <a:extLst xmlns:a="http://schemas.openxmlformats.org/drawingml/2006/main">
              <a:ext uri="{FF2B5EF4-FFF2-40B4-BE49-F238E27FC236}">
                <a16:creationId xmlns:a16="http://schemas.microsoft.com/office/drawing/2014/main" id="{93124A29-F20E-4384-82B9-DC8C6E0E1225}"/>
              </a:ext>
            </a:extLst>
          </p:cNvPr>
          <p:cNvSpPr>
            <a:spLocks xmlns:a="http://schemas.openxmlformats.org/drawingml/2006/main" noGrp="1"/>
          </p:cNvSpPr>
          <p:nvPr/>
        </p:nvSpPr>
        <p:spPr>
          <a:xfrm xmlns:a="http://schemas.openxmlformats.org/drawingml/2006/main">
            <a:off x="4495800" y="2857500"/>
            <a:ext cx="320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[Sketch and caption]</a:t>
            </a:r>
          </a:p>
        </p:txBody>
      </p:sp>
      <p:sp>
        <p:nvSpPr>
          <p:cNvPr id="12" name="">
            <a:extLst xmlns:a="http://schemas.openxmlformats.org/drawingml/2006/main">
              <a:ext uri="{FF2B5EF4-FFF2-40B4-BE49-F238E27FC236}">
                <a16:creationId xmlns:a16="http://schemas.microsoft.com/office/drawing/2014/main" id="{147A30B2-5011-4FCA-A010-A52EABA893D2}"/>
              </a:ext>
            </a:extLst>
          </p:cNvPr>
          <p:cNvSpPr>
            <a:spLocks xmlns:a="http://schemas.openxmlformats.org/drawingml/2006/main" noGrp="1"/>
          </p:cNvSpPr>
          <p:nvPr/>
        </p:nvSpPr>
        <p:spPr>
          <a:xfrm xmlns:a="http://schemas.openxmlformats.org/drawingml/2006/main">
            <a:off x="8039100" y="2247900"/>
            <a:ext cx="3543300" cy="16002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3" name="">
            <a:extLst xmlns:a="http://schemas.openxmlformats.org/drawingml/2006/main">
              <a:ext uri="{FF2B5EF4-FFF2-40B4-BE49-F238E27FC236}">
                <a16:creationId xmlns:a16="http://schemas.microsoft.com/office/drawing/2014/main" id="{C37E7FD2-14CB-4F61-BAA1-DF9B674EDA1A}"/>
              </a:ext>
            </a:extLst>
          </p:cNvPr>
          <p:cNvSpPr>
            <a:spLocks xmlns:a="http://schemas.openxmlformats.org/drawingml/2006/main" noGrp="1"/>
          </p:cNvSpPr>
          <p:nvPr/>
        </p:nvSpPr>
        <p:spPr>
          <a:xfrm xmlns:a="http://schemas.openxmlformats.org/drawingml/2006/main">
            <a:off x="8210550" y="238125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3  Sketch and caption</a:t>
            </a:r>
          </a:p>
        </p:txBody>
      </p:sp>
      <p:sp>
        <p:nvSpPr>
          <p:cNvPr id="14" name="">
            <a:extLst xmlns:a="http://schemas.openxmlformats.org/drawingml/2006/main">
              <a:ext uri="{FF2B5EF4-FFF2-40B4-BE49-F238E27FC236}">
                <a16:creationId xmlns:a16="http://schemas.microsoft.com/office/drawing/2014/main" id="{E6E7E20D-943B-4D68-8B3C-7675FF5E0801}"/>
              </a:ext>
            </a:extLst>
          </p:cNvPr>
          <p:cNvSpPr>
            <a:spLocks xmlns:a="http://schemas.openxmlformats.org/drawingml/2006/main" noGrp="1"/>
          </p:cNvSpPr>
          <p:nvPr/>
        </p:nvSpPr>
        <p:spPr>
          <a:xfrm xmlns:a="http://schemas.openxmlformats.org/drawingml/2006/main">
            <a:off x="8210550" y="2857500"/>
            <a:ext cx="320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[Sketch and caption]</a:t>
            </a:r>
          </a:p>
        </p:txBody>
      </p:sp>
      <p:sp>
        <p:nvSpPr>
          <p:cNvPr id="15" name="">
            <a:extLst xmlns:a="http://schemas.openxmlformats.org/drawingml/2006/main">
              <a:ext uri="{FF2B5EF4-FFF2-40B4-BE49-F238E27FC236}">
                <a16:creationId xmlns:a16="http://schemas.microsoft.com/office/drawing/2014/main" id="{F8F99A86-BD88-47D8-B266-E157999DC973}"/>
              </a:ext>
            </a:extLst>
          </p:cNvPr>
          <p:cNvSpPr>
            <a:spLocks xmlns:a="http://schemas.openxmlformats.org/drawingml/2006/main" noGrp="1"/>
          </p:cNvSpPr>
          <p:nvPr/>
        </p:nvSpPr>
        <p:spPr>
          <a:xfrm xmlns:a="http://schemas.openxmlformats.org/drawingml/2006/main">
            <a:off x="609600" y="4019550"/>
            <a:ext cx="3543300" cy="16002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16" name="">
            <a:extLst xmlns:a="http://schemas.openxmlformats.org/drawingml/2006/main">
              <a:ext uri="{FF2B5EF4-FFF2-40B4-BE49-F238E27FC236}">
                <a16:creationId xmlns:a16="http://schemas.microsoft.com/office/drawing/2014/main" id="{DE3F380E-C88A-40BE-82B3-6123235539C7}"/>
              </a:ext>
            </a:extLst>
          </p:cNvPr>
          <p:cNvSpPr>
            <a:spLocks xmlns:a="http://schemas.openxmlformats.org/drawingml/2006/main" noGrp="1"/>
          </p:cNvSpPr>
          <p:nvPr/>
        </p:nvSpPr>
        <p:spPr>
          <a:xfrm xmlns:a="http://schemas.openxmlformats.org/drawingml/2006/main">
            <a:off x="781050" y="415290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4  Sketch and caption</a:t>
            </a:r>
          </a:p>
        </p:txBody>
      </p:sp>
      <p:sp>
        <p:nvSpPr>
          <p:cNvPr id="17" name="">
            <a:extLst xmlns:a="http://schemas.openxmlformats.org/drawingml/2006/main">
              <a:ext uri="{FF2B5EF4-FFF2-40B4-BE49-F238E27FC236}">
                <a16:creationId xmlns:a16="http://schemas.microsoft.com/office/drawing/2014/main" id="{22EA313A-B9EA-4991-AFDD-D8A219861718}"/>
              </a:ext>
            </a:extLst>
          </p:cNvPr>
          <p:cNvSpPr>
            <a:spLocks xmlns:a="http://schemas.openxmlformats.org/drawingml/2006/main" noGrp="1"/>
          </p:cNvSpPr>
          <p:nvPr/>
        </p:nvSpPr>
        <p:spPr>
          <a:xfrm xmlns:a="http://schemas.openxmlformats.org/drawingml/2006/main">
            <a:off x="781050" y="4629150"/>
            <a:ext cx="320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[Sketch and caption]</a:t>
            </a:r>
          </a:p>
        </p:txBody>
      </p:sp>
      <p:sp>
        <p:nvSpPr>
          <p:cNvPr id="18" name="">
            <a:extLst xmlns:a="http://schemas.openxmlformats.org/drawingml/2006/main">
              <a:ext uri="{FF2B5EF4-FFF2-40B4-BE49-F238E27FC236}">
                <a16:creationId xmlns:a16="http://schemas.microsoft.com/office/drawing/2014/main" id="{216AA005-0267-4A9B-A2F4-1A17BBD1AD32}"/>
              </a:ext>
            </a:extLst>
          </p:cNvPr>
          <p:cNvSpPr>
            <a:spLocks xmlns:a="http://schemas.openxmlformats.org/drawingml/2006/main" noGrp="1"/>
          </p:cNvSpPr>
          <p:nvPr/>
        </p:nvSpPr>
        <p:spPr>
          <a:xfrm xmlns:a="http://schemas.openxmlformats.org/drawingml/2006/main">
            <a:off x="4324350" y="4019550"/>
            <a:ext cx="3543300" cy="1600200"/>
          </a:xfrm>
          <a:prstGeom xmlns:a="http://schemas.openxmlformats.org/drawingml/2006/main" prst="rect">
            <a:avLst/>
          </a:prstGeom>
          <a:solidFill xmlns:a="http://schemas.openxmlformats.org/drawingml/2006/main">
            <a:srgbClr val="EDF2F5"/>
          </a:solidFill>
          <a:ln xmlns:a="http://schemas.openxmlformats.org/drawingml/2006/main" w="9525">
            <a:solidFill>
              <a:srgbClr val="D4DFDB"/>
            </a:solidFill>
          </a:ln>
        </p:spPr>
      </p:sp>
      <p:sp>
        <p:nvSpPr>
          <p:cNvPr id="19" name="">
            <a:extLst xmlns:a="http://schemas.openxmlformats.org/drawingml/2006/main">
              <a:ext uri="{FF2B5EF4-FFF2-40B4-BE49-F238E27FC236}">
                <a16:creationId xmlns:a16="http://schemas.microsoft.com/office/drawing/2014/main" id="{5722359A-641E-4E0C-A4AF-24F70FF7378E}"/>
              </a:ext>
            </a:extLst>
          </p:cNvPr>
          <p:cNvSpPr>
            <a:spLocks xmlns:a="http://schemas.openxmlformats.org/drawingml/2006/main" noGrp="1"/>
          </p:cNvSpPr>
          <p:nvPr/>
        </p:nvSpPr>
        <p:spPr>
          <a:xfrm xmlns:a="http://schemas.openxmlformats.org/drawingml/2006/main">
            <a:off x="4495800" y="415290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5  Sketch and caption</a:t>
            </a:r>
          </a:p>
        </p:txBody>
      </p:sp>
      <p:sp>
        <p:nvSpPr>
          <p:cNvPr id="20" name="">
            <a:extLst xmlns:a="http://schemas.openxmlformats.org/drawingml/2006/main">
              <a:ext uri="{FF2B5EF4-FFF2-40B4-BE49-F238E27FC236}">
                <a16:creationId xmlns:a16="http://schemas.microsoft.com/office/drawing/2014/main" id="{E1217256-FDCD-4CB3-9E9E-AC888814BFC7}"/>
              </a:ext>
            </a:extLst>
          </p:cNvPr>
          <p:cNvSpPr>
            <a:spLocks xmlns:a="http://schemas.openxmlformats.org/drawingml/2006/main" noGrp="1"/>
          </p:cNvSpPr>
          <p:nvPr/>
        </p:nvSpPr>
        <p:spPr>
          <a:xfrm xmlns:a="http://schemas.openxmlformats.org/drawingml/2006/main">
            <a:off x="4495800" y="4629150"/>
            <a:ext cx="320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[Sketch and caption]</a:t>
            </a:r>
          </a:p>
        </p:txBody>
      </p:sp>
      <p:sp>
        <p:nvSpPr>
          <p:cNvPr id="21" name="">
            <a:extLst xmlns:a="http://schemas.openxmlformats.org/drawingml/2006/main">
              <a:ext uri="{FF2B5EF4-FFF2-40B4-BE49-F238E27FC236}">
                <a16:creationId xmlns:a16="http://schemas.microsoft.com/office/drawing/2014/main" id="{5FDD26F5-75FA-48C2-924D-F65F62D60926}"/>
              </a:ext>
            </a:extLst>
          </p:cNvPr>
          <p:cNvSpPr>
            <a:spLocks xmlns:a="http://schemas.openxmlformats.org/drawingml/2006/main" noGrp="1"/>
          </p:cNvSpPr>
          <p:nvPr/>
        </p:nvSpPr>
        <p:spPr>
          <a:xfrm xmlns:a="http://schemas.openxmlformats.org/drawingml/2006/main">
            <a:off x="8039100" y="4019550"/>
            <a:ext cx="3543300" cy="1600200"/>
          </a:xfrm>
          <a:prstGeom xmlns:a="http://schemas.openxmlformats.org/drawingml/2006/main" prst="rect">
            <a:avLst/>
          </a:prstGeom>
          <a:solidFill xmlns:a="http://schemas.openxmlformats.org/drawingml/2006/main">
            <a:srgbClr val="EAF1EC"/>
          </a:solidFill>
          <a:ln xmlns:a="http://schemas.openxmlformats.org/drawingml/2006/main" w="9525">
            <a:solidFill>
              <a:srgbClr val="D4DFDB"/>
            </a:solidFill>
          </a:ln>
        </p:spPr>
      </p:sp>
      <p:sp>
        <p:nvSpPr>
          <p:cNvPr id="22" name="">
            <a:extLst xmlns:a="http://schemas.openxmlformats.org/drawingml/2006/main">
              <a:ext uri="{FF2B5EF4-FFF2-40B4-BE49-F238E27FC236}">
                <a16:creationId xmlns:a16="http://schemas.microsoft.com/office/drawing/2014/main" id="{E6CF3852-C8F9-4293-8E34-ECC08F22F64C}"/>
              </a:ext>
            </a:extLst>
          </p:cNvPr>
          <p:cNvSpPr>
            <a:spLocks xmlns:a="http://schemas.openxmlformats.org/drawingml/2006/main" noGrp="1"/>
          </p:cNvSpPr>
          <p:nvPr/>
        </p:nvSpPr>
        <p:spPr>
          <a:xfrm xmlns:a="http://schemas.openxmlformats.org/drawingml/2006/main">
            <a:off x="8210550" y="4152900"/>
            <a:ext cx="32004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800" b="1">
                <a:solidFill>
                  <a:srgbClr val="263C3A"/>
                </a:solidFill>
                <a:latin typeface="DejaVu Sans"/>
                <a:ea typeface="DejaVu Sans"/>
                <a:cs typeface="DejaVu Sans"/>
              </a:defRPr>
            </a:pPr>
            <a:r>
              <a:rPr sz="1800" b="1">
                <a:solidFill>
                  <a:srgbClr val="263C3A"/>
                </a:solidFill>
                <a:latin typeface="DejaVu Sans"/>
                <a:ea typeface="DejaVu Sans"/>
                <a:cs typeface="DejaVu Sans"/>
              </a:rPr>
              <a:t>6  Sketch and caption</a:t>
            </a:r>
          </a:p>
        </p:txBody>
      </p:sp>
      <p:sp>
        <p:nvSpPr>
          <p:cNvPr id="23" name="">
            <a:extLst xmlns:a="http://schemas.openxmlformats.org/drawingml/2006/main">
              <a:ext uri="{FF2B5EF4-FFF2-40B4-BE49-F238E27FC236}">
                <a16:creationId xmlns:a16="http://schemas.microsoft.com/office/drawing/2014/main" id="{8A6A847B-E01A-4C8F-8AAD-926940A43EF4}"/>
              </a:ext>
            </a:extLst>
          </p:cNvPr>
          <p:cNvSpPr>
            <a:spLocks xmlns:a="http://schemas.openxmlformats.org/drawingml/2006/main" noGrp="1"/>
          </p:cNvSpPr>
          <p:nvPr/>
        </p:nvSpPr>
        <p:spPr>
          <a:xfrm xmlns:a="http://schemas.openxmlformats.org/drawingml/2006/main">
            <a:off x="8210550" y="4629150"/>
            <a:ext cx="32004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[Sketch and caption]</a:t>
            </a:r>
          </a:p>
        </p:txBody>
      </p:sp>
      <p:sp>
        <p:nvSpPr>
          <p:cNvPr id="24" name="">
            <a:extLst xmlns:a="http://schemas.openxmlformats.org/drawingml/2006/main">
              <a:ext uri="{FF2B5EF4-FFF2-40B4-BE49-F238E27FC236}">
                <a16:creationId xmlns:a16="http://schemas.microsoft.com/office/drawing/2014/main" id="{3391F9DF-97CC-454D-9295-1F051F365908}"/>
              </a:ext>
            </a:extLst>
          </p:cNvPr>
          <p:cNvSpPr>
            <a:spLocks xmlns:a="http://schemas.openxmlformats.org/drawingml/2006/main" noGrp="1"/>
          </p:cNvSpPr>
          <p:nvPr/>
        </p:nvSpPr>
        <p:spPr>
          <a:xfrm xmlns:a="http://schemas.openxmlformats.org/drawingml/2006/main">
            <a:off x="609600" y="5953125"/>
            <a:ext cx="10972800" cy="9525"/>
          </a:xfrm>
          <a:prstGeom xmlns:a="http://schemas.openxmlformats.org/drawingml/2006/main" prst="rect">
            <a:avLst/>
          </a:prstGeom>
          <a:solidFill xmlns:a="http://schemas.openxmlformats.org/drawingml/2006/main">
            <a:srgbClr val="A9BDB7"/>
          </a:solidFill>
          <a:ln xmlns:a="http://schemas.openxmlformats.org/drawingml/2006/main" w="0">
            <a:noFill/>
          </a:ln>
        </p:spPr>
      </p:sp>
      <p:sp>
        <p:nvSpPr>
          <p:cNvPr id="25" name="">
            <a:extLst xmlns:a="http://schemas.openxmlformats.org/drawingml/2006/main">
              <a:ext uri="{FF2B5EF4-FFF2-40B4-BE49-F238E27FC236}">
                <a16:creationId xmlns:a16="http://schemas.microsoft.com/office/drawing/2014/main" id="{8C5673B6-E1A6-4E3C-9D56-6C1B3B9E86F2}"/>
              </a:ext>
            </a:extLst>
          </p:cNvPr>
          <p:cNvSpPr>
            <a:spLocks xmlns:a="http://schemas.openxmlformats.org/drawingml/2006/main" noGrp="1"/>
          </p:cNvSpPr>
          <p:nvPr/>
        </p:nvSpPr>
        <p:spPr>
          <a:xfrm xmlns:a="http://schemas.openxmlformats.org/drawingml/2006/main">
            <a:off x="609600" y="6191250"/>
            <a:ext cx="3238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Time: [Minutes]</a:t>
            </a:r>
          </a:p>
        </p:txBody>
      </p:sp>
      <p:sp>
        <p:nvSpPr>
          <p:cNvPr id="26" name="">
            <a:extLst xmlns:a="http://schemas.openxmlformats.org/drawingml/2006/main">
              <a:ext uri="{FF2B5EF4-FFF2-40B4-BE49-F238E27FC236}">
                <a16:creationId xmlns:a16="http://schemas.microsoft.com/office/drawing/2014/main" id="{97C8EAA0-469B-412D-B8A0-ACD385E1BA73}"/>
              </a:ext>
            </a:extLst>
          </p:cNvPr>
          <p:cNvSpPr>
            <a:spLocks xmlns:a="http://schemas.openxmlformats.org/drawingml/2006/main" noGrp="1"/>
          </p:cNvSpPr>
          <p:nvPr/>
        </p:nvSpPr>
        <p:spPr>
          <a:xfrm xmlns:a="http://schemas.openxmlformats.org/drawingml/2006/main">
            <a:off x="4286250" y="6191250"/>
            <a:ext cx="729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p xmlns:a="http://schemas.openxmlformats.org/drawingml/2006/main">
            <a:pPr>
              <a:defRPr sz="1650" b="0">
                <a:solidFill>
                  <a:srgbClr val="687572"/>
                </a:solidFill>
                <a:latin typeface="DejaVu Sans"/>
                <a:ea typeface="DejaVu Sans"/>
                <a:cs typeface="DejaVu Sans"/>
              </a:defRPr>
            </a:pPr>
            <a:r>
              <a:rPr sz="1650" b="0">
                <a:solidFill>
                  <a:srgbClr val="687572"/>
                </a:solidFill>
                <a:latin typeface="DejaVu Sans"/>
                <a:ea typeface="DejaVu Sans"/>
                <a:cs typeface="DejaVu Sans"/>
              </a:rPr>
              <a:t>Feedback: [Your checking routine]</a:t>
            </a:r>
          </a:p>
        </p:txBody>
      </p:sp>
    </p:spTree>
    <p:extLst>
      <p:ext uri="{BB962C8B-B14F-4D97-AF65-F5344CB8AC3E}">
        <p14:creationId xmlns:p14="http://schemas.microsoft.com/office/powerpoint/2010/main" val="156135061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2026-10-07T20:44:13.9280000Z</dcterms:created>
  <dcterms:modified xsi:type="dcterms:W3CDTF">2026-10-07T20:44:13.9280000Z</dcterms:modified>
</coreProperties>
</file>