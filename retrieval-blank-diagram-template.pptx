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4250fc4eb64494" /><Relationship Type="http://schemas.openxmlformats.org/officeDocument/2006/relationships/extended-properties" Target="/docProps/app.xml" Id="Rdec0aa22bf4b48ae" /><Relationship Type="http://schemas.openxmlformats.org/officeDocument/2006/relationships/officeDocument" Target="/ppt/presentation.xml" Id="Rd4f8434e06fa42e5" /></Relationships>
</file>

<file path=ppt/presentation.xml><?xml version="1.0" encoding="utf-8"?>
<p:presentation xmlns:p="http://schemas.openxmlformats.org/presentationml/2006/main">
  <p:sldMasterIdLst>
    <p:sldMasterId xmlns:r="http://schemas.openxmlformats.org/officeDocument/2006/relationships" id="2147483648" r:id="Rb6148c1015674717"/>
  </p:sldMasterIdLst>
  <p:notesMasterIdLst>
    <p:notesMasterId xmlns:r="http://schemas.openxmlformats.org/officeDocument/2006/relationships" r:id="R05dcd56ddb3340df"/>
  </p:notesMasterIdLst>
  <p:sldIdLst>
    <p:sldId xmlns:r="http://schemas.openxmlformats.org/officeDocument/2006/relationships" id="256" r:id="R455a297c81cb4c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382817b72b46ff" /><Relationship Type="http://schemas.openxmlformats.org/officeDocument/2006/relationships/slideMaster" Target="/ppt/slideMasters/slideMaster1.xml" Id="Rb6148c1015674717" /><Relationship Type="http://schemas.openxmlformats.org/officeDocument/2006/relationships/notesMaster" Target="/ppt/notesMasters/notesMaster1.xml" Id="R05dcd56ddb3340df" /><Relationship Type="http://schemas.openxmlformats.org/officeDocument/2006/relationships/presProps" Target="/ppt/presProps.xml" Id="R065411f14b4d4a76" /><Relationship Type="http://schemas.openxmlformats.org/officeDocument/2006/relationships/tableStyles" Target="/ppt/tableStyles.xml" Id="R6288c0ae05d4483e" /><Relationship Type="http://schemas.openxmlformats.org/officeDocument/2006/relationships/slide" Target="/ppt/slides/slide1.xml" Id="R455a297c81cb4c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ae6dfed4c743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8f2f74e574c79" /><Relationship Type="http://schemas.openxmlformats.org/officeDocument/2006/relationships/notesMaster" Target="/ppt/notesMasters/notesMaster1.xml" Id="R13c20e6ccbf643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cued retrieval guidance, Evidence Based Education</a:t>
            </a:r>
          </a:p>
          <a:p xmlns:a="http://schemas.openxmlformats.org/drawingml/2006/main">
            <a:r>
              <a:t/>
            </a:r>
          </a:p>
          <a:p xmlns:a="http://schemas.openxmlformats.org/drawingml/2006/main">
            <a:r>
              <a:t>https://evidencebased.education/resource/cues-to-support-retrieval-practice/</a:t>
            </a:r>
          </a:p>
          <a:p xmlns:a="http://schemas.openxmlformats.org/drawingml/2006/main">
            <a:r>
              <a:t/>
            </a:r>
          </a:p>
          <a:p xmlns:a="http://schemas.openxmlformats.org/drawingml/2006/main">
            <a:r>
              <a:t>Jones gives an unlabelled diagram as an example of a retrieval cue. This guide adapts that example across subjects; the original inventor of diagram labelling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https://tnt-teaching-tools.github.io/retrieval-toolkit/retrieval-blank-diagram.html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2699dfd76a4a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95074e8c2f455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c35180fbe34a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3ee3fe46774e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5736e7a41b4d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cb02619ace49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39360075ef4892" /><Relationship Type="http://schemas.openxmlformats.org/officeDocument/2006/relationships/slideLayout" Target="/ppt/slideLayouts/slideLayout1.xml" Id="Rbc132f27d10c4a50" /><Relationship Type="http://schemas.openxmlformats.org/officeDocument/2006/relationships/slideLayout" Target="/ppt/slideLayouts/slideLayout2.xml" Id="Rb025a740fabf4d40" /><Relationship Type="http://schemas.openxmlformats.org/officeDocument/2006/relationships/slideLayout" Target="/ppt/slideLayouts/slideLayout3.xml" Id="R60a0a367559442ad" /><Relationship Type="http://schemas.openxmlformats.org/officeDocument/2006/relationships/slideLayout" Target="/ppt/slideLayouts/slideLayout4.xml" Id="R08bb8f43372d4a0d" /><Relationship Type="http://schemas.openxmlformats.org/officeDocument/2006/relationships/slideLayout" Target="/ppt/slideLayouts/slideLayout5.xml" Id="R0bb7bd173ad04f20" /><Relationship Type="http://schemas.openxmlformats.org/officeDocument/2006/relationships/slideLayout" Target="/ppt/slideLayouts/slideLayout6.xml" Id="Rbf78c6b748f14e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132f27d10c4a50"/>
    <p:sldLayoutId xmlns:r="http://schemas.openxmlformats.org/officeDocument/2006/relationships" id="2147483650" r:id="Rb025a740fabf4d40"/>
    <p:sldLayoutId xmlns:r="http://schemas.openxmlformats.org/officeDocument/2006/relationships" id="2147483651" r:id="R60a0a367559442ad"/>
    <p:sldLayoutId xmlns:r="http://schemas.openxmlformats.org/officeDocument/2006/relationships" id="2147483652" r:id="R08bb8f43372d4a0d"/>
    <p:sldLayoutId xmlns:r="http://schemas.openxmlformats.org/officeDocument/2006/relationships" id="2147483653" r:id="R0bb7bd173ad04f20"/>
    <p:sldLayoutId xmlns:r="http://schemas.openxmlformats.org/officeDocument/2006/relationships" id="2147483654" r:id="Rbf78c6b748f14e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42b1ac98624b73" /><Relationship Type="http://schemas.openxmlformats.org/officeDocument/2006/relationships/hyperlink" Target="https://evidencebased.education/resource/cues-to-support-retrieval-practice/" TargetMode="External" Id="R4c238648157b4c7a" /><Relationship Type="http://schemas.openxmlformats.org/officeDocument/2006/relationships/notesSlide" Target="/ppt/notesSlides/notesSlide1.xml" Id="R3534dd8db7a54973"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EDDF28-D8D1-4AB5-B3C1-3677E67F026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Blank-diagram recall</a:t>
            </a:r>
          </a:p>
        </p:txBody>
      </p:sp>
      <p:sp>
        <p:nvSpPr>
          <p:cNvPr id="2" name="">
            <a:extLst xmlns:a="http://schemas.openxmlformats.org/drawingml/2006/main">
              <a:ext uri="{FF2B5EF4-FFF2-40B4-BE49-F238E27FC236}">
                <a16:creationId xmlns:a16="http://schemas.microsoft.com/office/drawing/2014/main" id="{7C221C61-2C2E-474E-B792-219AEB6D681B}"/>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BFD4624E-30BD-4157-972D-A2F4E38B108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8574A2-C2AE-4C11-A16D-9D0609B27A83}"/>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5066A739-A248-41E4-A9DB-A5C22FC711F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8083EF0D-614D-4936-9239-96865B70BCA9}"/>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FA9947D5-7174-4C0F-8160-3A714B71D511}"/>
              </a:ext>
            </a:extLst>
          </p:cNvPr>
          <p:cNvSpPr>
            <a:spLocks xmlns:a="http://schemas.openxmlformats.org/drawingml/2006/main" noGrp="1"/>
          </p:cNvSpPr>
          <p:nvPr/>
        </p:nvSpPr>
        <p:spPr>
          <a:xfrm xmlns:a="http://schemas.openxmlformats.org/drawingml/2006/main">
            <a:off x="781050" y="2381250"/>
            <a:ext cx="1062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263C3A"/>
                </a:solidFill>
                <a:latin typeface="DejaVu Sans"/>
                <a:ea typeface="DejaVu Sans"/>
                <a:cs typeface="DejaVu Sans"/>
              </a:defRPr>
            </a:pPr>
            <a:r>
              <a:rPr sz="1650" b="1">
                <a:solidFill>
                  <a:srgbClr val="263C3A"/>
                </a:solidFill>
                <a:latin typeface="DejaVu Sans"/>
                <a:ea typeface="DejaVu Sans"/>
                <a:cs typeface="DejaVu Sans"/>
              </a:rPr>
              <a:t>[Insert your familiar diagram with labels removed]</a:t>
            </a:r>
          </a:p>
        </p:txBody>
      </p:sp>
      <p:sp>
        <p:nvSpPr>
          <p:cNvPr id="8" name="">
            <a:extLst xmlns:a="http://schemas.openxmlformats.org/drawingml/2006/main">
              <a:ext uri="{FF2B5EF4-FFF2-40B4-BE49-F238E27FC236}">
                <a16:creationId xmlns:a16="http://schemas.microsoft.com/office/drawing/2014/main" id="{8C1E0FA1-B1F0-4E4C-9056-8CA774B5B24B}"/>
              </a:ext>
            </a:extLst>
          </p:cNvPr>
          <p:cNvSpPr>
            <a:spLocks xmlns:a="http://schemas.openxmlformats.org/drawingml/2006/main" noGrp="1"/>
          </p:cNvSpPr>
          <p:nvPr/>
        </p:nvSpPr>
        <p:spPr>
          <a:xfrm xmlns:a="http://schemas.openxmlformats.org/drawingml/2006/main">
            <a:off x="781050" y="3105150"/>
            <a:ext cx="106299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BC395A68-6298-427D-82C9-9C94D1AD10A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79403D-D95E-4F8C-974A-09A012701AA0}"/>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8F67DFF1-2F8E-426B-B511-EAA89CDEAF91}"/>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3" name="source-credit">
            <a:extLst xmlns:a="http://schemas.openxmlformats.org/drawingml/2006/main">
              <a:ext uri="{FF2B5EF4-FFF2-40B4-BE49-F238E27FC236}">
                <a16:creationId xmlns:a16="http://schemas.microsoft.com/office/drawing/2014/main" id="{D4F4C983-94FD-4213-8EBC-012DB769F61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c238648157b4c7a"/>
              </a:rPr>
              <a:t>Kate Jones — cued retrieval guidance, Evidence Based Education — original guidance</a:t>
            </a:r>
          </a:p>
        </p:txBody>
      </p:sp>
    </p:spTree>
    <p:extLst>
      <p:ext uri="{BB962C8B-B14F-4D97-AF65-F5344CB8AC3E}">
        <p14:creationId xmlns:p14="http://schemas.microsoft.com/office/powerpoint/2010/main" val="1553845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2026-10-08T06:09:35.6820000Z</dcterms:created>
  <dcterms:modified xsi:type="dcterms:W3CDTF">2026-10-08T06:09:35.6820000Z</dcterms:modified>
</coreProperties>
</file>