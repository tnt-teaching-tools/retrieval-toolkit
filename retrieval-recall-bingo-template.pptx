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cf5b460c21e4438" /><Relationship Type="http://schemas.openxmlformats.org/officeDocument/2006/relationships/extended-properties" Target="/docProps/app.xml" Id="Rc0c666f07e85430b" /><Relationship Type="http://schemas.openxmlformats.org/officeDocument/2006/relationships/officeDocument" Target="/ppt/presentation.xml" Id="R12ff0b6fe0d9479e" /></Relationships>
</file>

<file path=ppt/presentation.xml><?xml version="1.0" encoding="utf-8"?>
<p:presentation xmlns:p="http://schemas.openxmlformats.org/presentationml/2006/main">
  <p:sldMasterIdLst>
    <p:sldMasterId xmlns:r="http://schemas.openxmlformats.org/officeDocument/2006/relationships" id="2147483648" r:id="R72298cc05f744bcd"/>
  </p:sldMasterIdLst>
  <p:notesMasterIdLst>
    <p:notesMasterId xmlns:r="http://schemas.openxmlformats.org/officeDocument/2006/relationships" r:id="Rdcdff532f746434a"/>
  </p:notesMasterIdLst>
  <p:sldIdLst>
    <p:sldId xmlns:r="http://schemas.openxmlformats.org/officeDocument/2006/relationships" id="256" r:id="R281b560cd6dd4e5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28fc3c2a9d4a9a" /><Relationship Type="http://schemas.openxmlformats.org/officeDocument/2006/relationships/slideMaster" Target="/ppt/slideMasters/slideMaster1.xml" Id="R72298cc05f744bcd" /><Relationship Type="http://schemas.openxmlformats.org/officeDocument/2006/relationships/notesMaster" Target="/ppt/notesMasters/notesMaster1.xml" Id="Rdcdff532f746434a" /><Relationship Type="http://schemas.openxmlformats.org/officeDocument/2006/relationships/presProps" Target="/ppt/presProps.xml" Id="R135f4a7a2e8149cc" /><Relationship Type="http://schemas.openxmlformats.org/officeDocument/2006/relationships/tableStyles" Target="/ppt/tableStyles.xml" Id="Rbae0c808cfbe4876" /><Relationship Type="http://schemas.openxmlformats.org/officeDocument/2006/relationships/slide" Target="/ppt/slides/slide1.xml" Id="R281b560cd6dd4e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0d4d5efae634c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e9e7c51b514684" /><Relationship Type="http://schemas.openxmlformats.org/officeDocument/2006/relationships/notesMaster" Target="/ppt/notesMasters/notesMaster1.xml" Id="Rb83214083d7b4f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1767f8c733439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783bc681baf4a9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5003a5c059f41d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16fb1d2ad754b8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944280c29bb476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723b84dd59a467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BCEED64-0CB7-42D5-8B62-F31C1899D874}"/>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216F027-8A45-4906-9F49-4940635E09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3926543-C0D4-47A5-844E-D51B17BA27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28361EC-DA1A-427C-960A-85F217F8F3A3}"/>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B92B6A8-09F5-4B06-A86A-5019722D89A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54CAB0B-4997-415C-9834-5693DABE9F1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25F2795-52D8-4BAF-995C-835E8D5404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9780450-2E61-4C93-8570-FA744BC9CE6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2FB72CF-5924-42DA-B5C8-FA1767D1B8A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2048ECA-416F-4A51-9016-9A19237F2E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645BF31-A932-4D08-B2BD-175F28EDB2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75C13EF-2C05-43E4-B860-8EC11221510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ED98703-7610-4FD0-9C34-766871DEF24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D2C2A7E-AC8A-4DEB-8245-1EBF9A25BC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24AA2B5-6C6F-4155-A94E-B7AA5E675CB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737bbf38304179" /><Relationship Type="http://schemas.openxmlformats.org/officeDocument/2006/relationships/slideLayout" Target="/ppt/slideLayouts/slideLayout1.xml" Id="Recf3b743d7214256" /><Relationship Type="http://schemas.openxmlformats.org/officeDocument/2006/relationships/slideLayout" Target="/ppt/slideLayouts/slideLayout2.xml" Id="R2ac65248a6e048cf" /><Relationship Type="http://schemas.openxmlformats.org/officeDocument/2006/relationships/slideLayout" Target="/ppt/slideLayouts/slideLayout3.xml" Id="Rdfab5f9285044b13" /><Relationship Type="http://schemas.openxmlformats.org/officeDocument/2006/relationships/slideLayout" Target="/ppt/slideLayouts/slideLayout4.xml" Id="R4b0ee8dba12e45c0" /><Relationship Type="http://schemas.openxmlformats.org/officeDocument/2006/relationships/slideLayout" Target="/ppt/slideLayouts/slideLayout5.xml" Id="R0e49bf4e9958420e" /><Relationship Type="http://schemas.openxmlformats.org/officeDocument/2006/relationships/slideLayout" Target="/ppt/slideLayouts/slideLayout6.xml" Id="R2004012c7b8547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f3b743d7214256"/>
    <p:sldLayoutId xmlns:r="http://schemas.openxmlformats.org/officeDocument/2006/relationships" id="2147483650" r:id="R2ac65248a6e048cf"/>
    <p:sldLayoutId xmlns:r="http://schemas.openxmlformats.org/officeDocument/2006/relationships" id="2147483651" r:id="Rdfab5f9285044b13"/>
    <p:sldLayoutId xmlns:r="http://schemas.openxmlformats.org/officeDocument/2006/relationships" id="2147483652" r:id="R4b0ee8dba12e45c0"/>
    <p:sldLayoutId xmlns:r="http://schemas.openxmlformats.org/officeDocument/2006/relationships" id="2147483653" r:id="R0e49bf4e9958420e"/>
    <p:sldLayoutId xmlns:r="http://schemas.openxmlformats.org/officeDocument/2006/relationships" id="2147483654" r:id="R2004012c7b8547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3d160710dce4d09" /><Relationship Type="http://schemas.openxmlformats.org/officeDocument/2006/relationships/notesSlide" Target="/ppt/notesSlides/notesSlide1.xml" Id="R5f572aa61f2f41a5"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5827429-F707-46B3-BF76-5284B74C8081}"/>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Recall bingo</a:t>
            </a:r>
          </a:p>
        </p:txBody>
      </p:sp>
      <p:sp>
        <p:nvSpPr>
          <p:cNvPr id="2" name="">
            <a:extLst xmlns:a="http://schemas.openxmlformats.org/drawingml/2006/main">
              <a:ext uri="{FF2B5EF4-FFF2-40B4-BE49-F238E27FC236}">
                <a16:creationId xmlns:a16="http://schemas.microsoft.com/office/drawing/2014/main" id="{AC0309CC-1394-49AD-AEC0-C1042DC9E912}"/>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4592210-CD37-4214-9F62-A0541DBA19A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EF937A-3270-4FAB-9353-3F790891543A}"/>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57BB8090-AC99-42FD-A0B2-2EB48BDC479D}"/>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781873B4-8B38-4A4B-8B71-3C23A51EDD3C}"/>
              </a:ext>
            </a:extLst>
          </p:cNvPr>
          <p:cNvSpPr>
            <a:spLocks xmlns:a="http://schemas.openxmlformats.org/drawingml/2006/main" noGrp="1"/>
          </p:cNvSpPr>
          <p:nvPr/>
        </p:nvSpPr>
        <p:spPr>
          <a:xfrm xmlns:a="http://schemas.openxmlformats.org/drawingml/2006/main">
            <a:off x="6096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DD79D50A-A7A9-439C-83A0-FA7D8E93A42A}"/>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8" name="">
            <a:extLst xmlns:a="http://schemas.openxmlformats.org/drawingml/2006/main">
              <a:ext uri="{FF2B5EF4-FFF2-40B4-BE49-F238E27FC236}">
                <a16:creationId xmlns:a16="http://schemas.microsoft.com/office/drawing/2014/main" id="{1484CBA9-F01D-4471-8ABC-F93C524547DD}"/>
              </a:ext>
            </a:extLst>
          </p:cNvPr>
          <p:cNvSpPr>
            <a:spLocks xmlns:a="http://schemas.openxmlformats.org/drawingml/2006/main" noGrp="1"/>
          </p:cNvSpPr>
          <p:nvPr/>
        </p:nvSpPr>
        <p:spPr>
          <a:xfrm xmlns:a="http://schemas.openxmlformats.org/drawingml/2006/main">
            <a:off x="4324350" y="22479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AE6CF04A-D425-478E-84F7-CBF1B495F339}"/>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0" name="">
            <a:extLst xmlns:a="http://schemas.openxmlformats.org/drawingml/2006/main">
              <a:ext uri="{FF2B5EF4-FFF2-40B4-BE49-F238E27FC236}">
                <a16:creationId xmlns:a16="http://schemas.microsoft.com/office/drawing/2014/main" id="{F57BA644-C3A4-4804-B49A-479ECF3BCAB1}"/>
              </a:ext>
            </a:extLst>
          </p:cNvPr>
          <p:cNvSpPr>
            <a:spLocks xmlns:a="http://schemas.openxmlformats.org/drawingml/2006/main" noGrp="1"/>
          </p:cNvSpPr>
          <p:nvPr/>
        </p:nvSpPr>
        <p:spPr>
          <a:xfrm xmlns:a="http://schemas.openxmlformats.org/drawingml/2006/main">
            <a:off x="80391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E2981C04-3B3E-400C-A8A2-BBA946F8B422}"/>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2" name="">
            <a:extLst xmlns:a="http://schemas.openxmlformats.org/drawingml/2006/main">
              <a:ext uri="{FF2B5EF4-FFF2-40B4-BE49-F238E27FC236}">
                <a16:creationId xmlns:a16="http://schemas.microsoft.com/office/drawing/2014/main" id="{B1341E87-A05E-4509-9F06-38B60022B6FB}"/>
              </a:ext>
            </a:extLst>
          </p:cNvPr>
          <p:cNvSpPr>
            <a:spLocks xmlns:a="http://schemas.openxmlformats.org/drawingml/2006/main" noGrp="1"/>
          </p:cNvSpPr>
          <p:nvPr/>
        </p:nvSpPr>
        <p:spPr>
          <a:xfrm xmlns:a="http://schemas.openxmlformats.org/drawingml/2006/main">
            <a:off x="6096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32882A5C-178B-4DA5-AB1F-4BC1E24E8F67}"/>
              </a:ext>
            </a:extLst>
          </p:cNvPr>
          <p:cNvSpPr>
            <a:spLocks xmlns:a="http://schemas.openxmlformats.org/drawingml/2006/main" noGrp="1"/>
          </p:cNvSpPr>
          <p:nvPr/>
        </p:nvSpPr>
        <p:spPr>
          <a:xfrm xmlns:a="http://schemas.openxmlformats.org/drawingml/2006/main">
            <a:off x="7810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4" name="">
            <a:extLst xmlns:a="http://schemas.openxmlformats.org/drawingml/2006/main">
              <a:ext uri="{FF2B5EF4-FFF2-40B4-BE49-F238E27FC236}">
                <a16:creationId xmlns:a16="http://schemas.microsoft.com/office/drawing/2014/main" id="{A5F59005-042D-4001-BF63-1085CD50BBE1}"/>
              </a:ext>
            </a:extLst>
          </p:cNvPr>
          <p:cNvSpPr>
            <a:spLocks xmlns:a="http://schemas.openxmlformats.org/drawingml/2006/main" noGrp="1"/>
          </p:cNvSpPr>
          <p:nvPr/>
        </p:nvSpPr>
        <p:spPr>
          <a:xfrm xmlns:a="http://schemas.openxmlformats.org/drawingml/2006/main">
            <a:off x="4324350" y="34290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6EBDE73B-D5E1-4852-B907-666C24E722CD}"/>
              </a:ext>
            </a:extLst>
          </p:cNvPr>
          <p:cNvSpPr>
            <a:spLocks xmlns:a="http://schemas.openxmlformats.org/drawingml/2006/main" noGrp="1"/>
          </p:cNvSpPr>
          <p:nvPr/>
        </p:nvSpPr>
        <p:spPr>
          <a:xfrm xmlns:a="http://schemas.openxmlformats.org/drawingml/2006/main">
            <a:off x="449580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6" name="">
            <a:extLst xmlns:a="http://schemas.openxmlformats.org/drawingml/2006/main">
              <a:ext uri="{FF2B5EF4-FFF2-40B4-BE49-F238E27FC236}">
                <a16:creationId xmlns:a16="http://schemas.microsoft.com/office/drawing/2014/main" id="{8DC97F2A-F6DC-4F9B-8622-FD6C6ACDA182}"/>
              </a:ext>
            </a:extLst>
          </p:cNvPr>
          <p:cNvSpPr>
            <a:spLocks xmlns:a="http://schemas.openxmlformats.org/drawingml/2006/main" noGrp="1"/>
          </p:cNvSpPr>
          <p:nvPr/>
        </p:nvSpPr>
        <p:spPr>
          <a:xfrm xmlns:a="http://schemas.openxmlformats.org/drawingml/2006/main">
            <a:off x="80391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73905DCC-EBA5-4B1C-8451-F763BB1954FF}"/>
              </a:ext>
            </a:extLst>
          </p:cNvPr>
          <p:cNvSpPr>
            <a:spLocks xmlns:a="http://schemas.openxmlformats.org/drawingml/2006/main" noGrp="1"/>
          </p:cNvSpPr>
          <p:nvPr/>
        </p:nvSpPr>
        <p:spPr>
          <a:xfrm xmlns:a="http://schemas.openxmlformats.org/drawingml/2006/main">
            <a:off x="82105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8" name="">
            <a:extLst xmlns:a="http://schemas.openxmlformats.org/drawingml/2006/main">
              <a:ext uri="{FF2B5EF4-FFF2-40B4-BE49-F238E27FC236}">
                <a16:creationId xmlns:a16="http://schemas.microsoft.com/office/drawing/2014/main" id="{7B1391C9-9931-4FF8-BB89-63E442495439}"/>
              </a:ext>
            </a:extLst>
          </p:cNvPr>
          <p:cNvSpPr>
            <a:spLocks xmlns:a="http://schemas.openxmlformats.org/drawingml/2006/main" noGrp="1"/>
          </p:cNvSpPr>
          <p:nvPr/>
        </p:nvSpPr>
        <p:spPr>
          <a:xfrm xmlns:a="http://schemas.openxmlformats.org/drawingml/2006/main">
            <a:off x="6096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AE678C34-F91E-4B9A-B9E6-5E3928686C25}"/>
              </a:ext>
            </a:extLst>
          </p:cNvPr>
          <p:cNvSpPr>
            <a:spLocks xmlns:a="http://schemas.openxmlformats.org/drawingml/2006/main" noGrp="1"/>
          </p:cNvSpPr>
          <p:nvPr/>
        </p:nvSpPr>
        <p:spPr>
          <a:xfrm xmlns:a="http://schemas.openxmlformats.org/drawingml/2006/main">
            <a:off x="7810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20" name="">
            <a:extLst xmlns:a="http://schemas.openxmlformats.org/drawingml/2006/main">
              <a:ext uri="{FF2B5EF4-FFF2-40B4-BE49-F238E27FC236}">
                <a16:creationId xmlns:a16="http://schemas.microsoft.com/office/drawing/2014/main" id="{E1CE2476-E64C-488E-BD01-70AAEEF5F7C6}"/>
              </a:ext>
            </a:extLst>
          </p:cNvPr>
          <p:cNvSpPr>
            <a:spLocks xmlns:a="http://schemas.openxmlformats.org/drawingml/2006/main" noGrp="1"/>
          </p:cNvSpPr>
          <p:nvPr/>
        </p:nvSpPr>
        <p:spPr>
          <a:xfrm xmlns:a="http://schemas.openxmlformats.org/drawingml/2006/main">
            <a:off x="4324350" y="46101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1" name="">
            <a:extLst xmlns:a="http://schemas.openxmlformats.org/drawingml/2006/main">
              <a:ext uri="{FF2B5EF4-FFF2-40B4-BE49-F238E27FC236}">
                <a16:creationId xmlns:a16="http://schemas.microsoft.com/office/drawing/2014/main" id="{23CADFBA-DD8B-405E-8D7A-F922655FF393}"/>
              </a:ext>
            </a:extLst>
          </p:cNvPr>
          <p:cNvSpPr>
            <a:spLocks xmlns:a="http://schemas.openxmlformats.org/drawingml/2006/main" noGrp="1"/>
          </p:cNvSpPr>
          <p:nvPr/>
        </p:nvSpPr>
        <p:spPr>
          <a:xfrm xmlns:a="http://schemas.openxmlformats.org/drawingml/2006/main">
            <a:off x="449580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22" name="">
            <a:extLst xmlns:a="http://schemas.openxmlformats.org/drawingml/2006/main">
              <a:ext uri="{FF2B5EF4-FFF2-40B4-BE49-F238E27FC236}">
                <a16:creationId xmlns:a16="http://schemas.microsoft.com/office/drawing/2014/main" id="{5B08F824-6987-4775-96C0-0035EB410CED}"/>
              </a:ext>
            </a:extLst>
          </p:cNvPr>
          <p:cNvSpPr>
            <a:spLocks xmlns:a="http://schemas.openxmlformats.org/drawingml/2006/main" noGrp="1"/>
          </p:cNvSpPr>
          <p:nvPr/>
        </p:nvSpPr>
        <p:spPr>
          <a:xfrm xmlns:a="http://schemas.openxmlformats.org/drawingml/2006/main">
            <a:off x="80391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3" name="">
            <a:extLst xmlns:a="http://schemas.openxmlformats.org/drawingml/2006/main">
              <a:ext uri="{FF2B5EF4-FFF2-40B4-BE49-F238E27FC236}">
                <a16:creationId xmlns:a16="http://schemas.microsoft.com/office/drawing/2014/main" id="{7BEC228D-7E93-46A5-849F-FFFC0A715A98}"/>
              </a:ext>
            </a:extLst>
          </p:cNvPr>
          <p:cNvSpPr>
            <a:spLocks xmlns:a="http://schemas.openxmlformats.org/drawingml/2006/main" noGrp="1"/>
          </p:cNvSpPr>
          <p:nvPr/>
        </p:nvSpPr>
        <p:spPr>
          <a:xfrm xmlns:a="http://schemas.openxmlformats.org/drawingml/2006/main">
            <a:off x="82105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24" name="">
            <a:extLst xmlns:a="http://schemas.openxmlformats.org/drawingml/2006/main">
              <a:ext uri="{FF2B5EF4-FFF2-40B4-BE49-F238E27FC236}">
                <a16:creationId xmlns:a16="http://schemas.microsoft.com/office/drawing/2014/main" id="{3D523F38-0D1A-470A-B2AE-F7B8E777AF20}"/>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52F56D3-7752-4A2F-8A63-2720E5767E21}"/>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A7828EF3-E8FC-4DF4-A443-624E186F61A1}"/>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9536256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2026-10-07T20:43:56.0060000Z</dcterms:created>
  <dcterms:modified xsi:type="dcterms:W3CDTF">2026-10-07T20:43:56.0060000Z</dcterms:modified>
</coreProperties>
</file>