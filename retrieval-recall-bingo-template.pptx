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37576befd82497f" /><Relationship Type="http://schemas.openxmlformats.org/officeDocument/2006/relationships/extended-properties" Target="/docProps/app.xml" Id="R227323e2e10d4a25" /><Relationship Type="http://schemas.openxmlformats.org/officeDocument/2006/relationships/officeDocument" Target="/ppt/presentation.xml" Id="R8d2bf2678e3f4386" /></Relationships>
</file>

<file path=ppt/presentation.xml><?xml version="1.0" encoding="utf-8"?>
<p:presentation xmlns:p="http://schemas.openxmlformats.org/presentationml/2006/main">
  <p:sldMasterIdLst>
    <p:sldMasterId xmlns:r="http://schemas.openxmlformats.org/officeDocument/2006/relationships" id="2147483648" r:id="R92705a8ef95a4a01"/>
  </p:sldMasterIdLst>
  <p:notesMasterIdLst>
    <p:notesMasterId xmlns:r="http://schemas.openxmlformats.org/officeDocument/2006/relationships" r:id="R7c2ecf7e114f46e6"/>
  </p:notesMasterIdLst>
  <p:sldIdLst>
    <p:sldId xmlns:r="http://schemas.openxmlformats.org/officeDocument/2006/relationships" id="256" r:id="Ra9f760f8aa03426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624b985f8df44df" /><Relationship Type="http://schemas.openxmlformats.org/officeDocument/2006/relationships/slideMaster" Target="/ppt/slideMasters/slideMaster1.xml" Id="R92705a8ef95a4a01" /><Relationship Type="http://schemas.openxmlformats.org/officeDocument/2006/relationships/notesMaster" Target="/ppt/notesMasters/notesMaster1.xml" Id="R7c2ecf7e114f46e6" /><Relationship Type="http://schemas.openxmlformats.org/officeDocument/2006/relationships/presProps" Target="/ppt/presProps.xml" Id="Ra2d832ca4c8544c6" /><Relationship Type="http://schemas.openxmlformats.org/officeDocument/2006/relationships/tableStyles" Target="/ppt/tableStyles.xml" Id="R8b4d9047700b42a9" /><Relationship Type="http://schemas.openxmlformats.org/officeDocument/2006/relationships/slide" Target="/ppt/slides/slide1.xml" Id="Ra9f760f8aa03426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cd8901e2e9844c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d3f8a68a7b4cdc" /><Relationship Type="http://schemas.openxmlformats.org/officeDocument/2006/relationships/notesMaster" Target="/ppt/notesMasters/notesMaster1.xml" Id="Rfeab6dbed4d6403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a:p xmlns:a="http://schemas.openxmlformats.org/drawingml/2006/main">
            <a:r>
              <a:t/>
            </a:r>
          </a:p>
          <a:p xmlns:a="http://schemas.openxmlformats.org/drawingml/2006/main">
            <a:r>
              <a:t>SOURCE AND ACKNOWLEDGEMENT</a:t>
            </a:r>
          </a:p>
          <a:p xmlns:a="http://schemas.openxmlformats.org/drawingml/2006/main">
            <a:r>
              <a:t/>
            </a:r>
          </a:p>
          <a:p xmlns:a="http://schemas.openxmlformats.org/drawingml/2006/main">
            <a:r>
              <a:t>Laura Webb — published classroom example</a:t>
            </a:r>
          </a:p>
          <a:p xmlns:a="http://schemas.openxmlformats.org/drawingml/2006/main">
            <a:r>
              <a:t/>
            </a:r>
          </a:p>
          <a:p xmlns:a="http://schemas.openxmlformats.org/drawingml/2006/main">
            <a:r>
              <a:t>https://teachingtoptens.wordpress.com/2018/09/28/ten-testing-strategies-a-range-of-activities-for-varying-retrieval-practice/</a:t>
            </a:r>
          </a:p>
          <a:p xmlns:a="http://schemas.openxmlformats.org/drawingml/2006/main">
            <a:r>
              <a:t/>
            </a:r>
          </a:p>
          <a:p xmlns:a="http://schemas.openxmlformats.org/drawingml/2006/main">
            <a:r>
              <a:t>Laura Webb describes using this routine in her classroom. Credit recognises her published example, not a verified claim to invent the wider routine.</a:t>
            </a:r>
          </a:p>
          <a:p xmlns:a="http://schemas.openxmlformats.org/drawingml/2006/main">
            <a:r>
              <a:t/>
            </a:r>
          </a:p>
          <a:p xmlns:a="http://schemas.openxmlformats.org/drawingml/2006/main">
            <a:r>
              <a:t>Independent classroom adaptation; the source retains its own rights.</a:t>
            </a:r>
          </a:p>
          <a:p xmlns:a="http://schemas.openxmlformats.org/drawingml/2006/main">
            <a:r>
              <a:t/>
            </a:r>
          </a:p>
          <a:p xmlns:a="http://schemas.openxmlformats.org/drawingml/2006/main">
            <a:r>
              <a:t>Full guide: https://tnt-teaching-tools.github.io/retrieval-toolkit/retrieval-recall-bingo.html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a2af7573da242b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7a8c47e787843d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833aeeb1ed04f1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6a221c72dc949a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ef9f27c12e84a6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2495f781313475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27242F87-905B-4F2B-BE1F-936977E455DD}"/>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4BD98E97-4E52-434B-A381-A4273309CA0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5E35D7FD-72FE-468E-89F4-FA07C55A54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A1F5EC98-B332-4C60-AC92-4C0893B743E9}"/>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34E22616-78E8-428B-8FFD-BD12554E48C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D3B05B45-CA06-4DD7-9837-B653E16E4A33}"/>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1483976-C61E-4EEF-B502-520E2337A3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C8FE5B40-0980-406D-81A3-94B82038F53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534DB576-6DD9-4643-9F19-1ECA6198119B}"/>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381C995-7CFE-47E1-90C9-D2BFAC9DC3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26002D2-F2C0-45B8-9866-4E6D1490E83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78F29CD4-FA8F-4BBD-A170-10D797646F5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9E7F561C-5AE5-41A4-81BC-E9E918ECA8C0}"/>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4A37B16-7265-48FE-B92D-7845B1049C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B6AC10D3-0834-4999-8F7C-78A7D20DCF8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480518c4d5f459f" /><Relationship Type="http://schemas.openxmlformats.org/officeDocument/2006/relationships/slideLayout" Target="/ppt/slideLayouts/slideLayout1.xml" Id="R3b1d104a6cce476b" /><Relationship Type="http://schemas.openxmlformats.org/officeDocument/2006/relationships/slideLayout" Target="/ppt/slideLayouts/slideLayout2.xml" Id="R859486b4f0e14fa6" /><Relationship Type="http://schemas.openxmlformats.org/officeDocument/2006/relationships/slideLayout" Target="/ppt/slideLayouts/slideLayout3.xml" Id="Rdebf6c4d98f34171" /><Relationship Type="http://schemas.openxmlformats.org/officeDocument/2006/relationships/slideLayout" Target="/ppt/slideLayouts/slideLayout4.xml" Id="Rc86582f9b2024fe3" /><Relationship Type="http://schemas.openxmlformats.org/officeDocument/2006/relationships/slideLayout" Target="/ppt/slideLayouts/slideLayout5.xml" Id="R6a75bfc831844bde" /><Relationship Type="http://schemas.openxmlformats.org/officeDocument/2006/relationships/slideLayout" Target="/ppt/slideLayouts/slideLayout6.xml" Id="R0b629192ce974d7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b1d104a6cce476b"/>
    <p:sldLayoutId xmlns:r="http://schemas.openxmlformats.org/officeDocument/2006/relationships" id="2147483650" r:id="R859486b4f0e14fa6"/>
    <p:sldLayoutId xmlns:r="http://schemas.openxmlformats.org/officeDocument/2006/relationships" id="2147483651" r:id="Rdebf6c4d98f34171"/>
    <p:sldLayoutId xmlns:r="http://schemas.openxmlformats.org/officeDocument/2006/relationships" id="2147483652" r:id="Rc86582f9b2024fe3"/>
    <p:sldLayoutId xmlns:r="http://schemas.openxmlformats.org/officeDocument/2006/relationships" id="2147483653" r:id="R6a75bfc831844bde"/>
    <p:sldLayoutId xmlns:r="http://schemas.openxmlformats.org/officeDocument/2006/relationships" id="2147483654" r:id="R0b629192ce974d7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ebb623c9d844868" /><Relationship Type="http://schemas.openxmlformats.org/officeDocument/2006/relationships/hyperlink" Target="https://teachingtoptens.wordpress.com/2018/09/28/ten-testing-strategies-a-range-of-activities-for-varying-retrieval-practice/" TargetMode="External" Id="R55dded16d7c34c3b" /><Relationship Type="http://schemas.openxmlformats.org/officeDocument/2006/relationships/notesSlide" Target="/ppt/notesSlides/notesSlide1.xml" Id="R7eaa5d218ba94a67"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A9789F95-28BE-4DA1-9DDB-5E2EE44E1DC5}"/>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Recall bingo</a:t>
            </a:r>
          </a:p>
        </p:txBody>
      </p:sp>
      <p:sp>
        <p:nvSpPr>
          <p:cNvPr id="2" name="">
            <a:extLst xmlns:a="http://schemas.openxmlformats.org/drawingml/2006/main">
              <a:ext uri="{FF2B5EF4-FFF2-40B4-BE49-F238E27FC236}">
                <a16:creationId xmlns:a16="http://schemas.microsoft.com/office/drawing/2014/main" id="{5243AD7F-EF38-417E-BC8A-712C5207260D}"/>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28927A47-3723-4DF7-9F81-C6180C762145}"/>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EE8F088-8496-4868-8792-D3AC21A8E532}"/>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994B4A69-D86B-460B-ACB4-94986BDD5B0F}"/>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907ADC2E-E33E-4BF2-84D9-162B07AB6DA3}"/>
              </a:ext>
            </a:extLst>
          </p:cNvPr>
          <p:cNvSpPr>
            <a:spLocks xmlns:a="http://schemas.openxmlformats.org/drawingml/2006/main" noGrp="1"/>
          </p:cNvSpPr>
          <p:nvPr/>
        </p:nvSpPr>
        <p:spPr>
          <a:xfrm xmlns:a="http://schemas.openxmlformats.org/drawingml/2006/main">
            <a:off x="609600" y="2247900"/>
            <a:ext cx="35433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D0688515-56E3-4034-BB45-4CBB027A4214}"/>
              </a:ext>
            </a:extLst>
          </p:cNvPr>
          <p:cNvSpPr>
            <a:spLocks xmlns:a="http://schemas.openxmlformats.org/drawingml/2006/main" noGrp="1"/>
          </p:cNvSpPr>
          <p:nvPr/>
        </p:nvSpPr>
        <p:spPr>
          <a:xfrm xmlns:a="http://schemas.openxmlformats.org/drawingml/2006/main">
            <a:off x="78105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[My recalled term]</a:t>
            </a:r>
          </a:p>
        </p:txBody>
      </p:sp>
      <p:sp>
        <p:nvSpPr>
          <p:cNvPr id="8" name="">
            <a:extLst xmlns:a="http://schemas.openxmlformats.org/drawingml/2006/main">
              <a:ext uri="{FF2B5EF4-FFF2-40B4-BE49-F238E27FC236}">
                <a16:creationId xmlns:a16="http://schemas.microsoft.com/office/drawing/2014/main" id="{3126D25F-F5C9-4BB7-83C4-F635CF73A92F}"/>
              </a:ext>
            </a:extLst>
          </p:cNvPr>
          <p:cNvSpPr>
            <a:spLocks xmlns:a="http://schemas.openxmlformats.org/drawingml/2006/main" noGrp="1"/>
          </p:cNvSpPr>
          <p:nvPr/>
        </p:nvSpPr>
        <p:spPr>
          <a:xfrm xmlns:a="http://schemas.openxmlformats.org/drawingml/2006/main">
            <a:off x="4324350" y="2247900"/>
            <a:ext cx="3543300" cy="10096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9" name="">
            <a:extLst xmlns:a="http://schemas.openxmlformats.org/drawingml/2006/main">
              <a:ext uri="{FF2B5EF4-FFF2-40B4-BE49-F238E27FC236}">
                <a16:creationId xmlns:a16="http://schemas.microsoft.com/office/drawing/2014/main" id="{B7B64AA7-DCA9-425B-AC16-D78FA5CA511E}"/>
              </a:ext>
            </a:extLst>
          </p:cNvPr>
          <p:cNvSpPr>
            <a:spLocks xmlns:a="http://schemas.openxmlformats.org/drawingml/2006/main" noGrp="1"/>
          </p:cNvSpPr>
          <p:nvPr/>
        </p:nvSpPr>
        <p:spPr>
          <a:xfrm xmlns:a="http://schemas.openxmlformats.org/drawingml/2006/main">
            <a:off x="449580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[My recalled term]</a:t>
            </a:r>
          </a:p>
        </p:txBody>
      </p:sp>
      <p:sp>
        <p:nvSpPr>
          <p:cNvPr id="10" name="">
            <a:extLst xmlns:a="http://schemas.openxmlformats.org/drawingml/2006/main">
              <a:ext uri="{FF2B5EF4-FFF2-40B4-BE49-F238E27FC236}">
                <a16:creationId xmlns:a16="http://schemas.microsoft.com/office/drawing/2014/main" id="{74639A09-0CDD-43B9-A1A5-BA47028398E7}"/>
              </a:ext>
            </a:extLst>
          </p:cNvPr>
          <p:cNvSpPr>
            <a:spLocks xmlns:a="http://schemas.openxmlformats.org/drawingml/2006/main" noGrp="1"/>
          </p:cNvSpPr>
          <p:nvPr/>
        </p:nvSpPr>
        <p:spPr>
          <a:xfrm xmlns:a="http://schemas.openxmlformats.org/drawingml/2006/main">
            <a:off x="8039100" y="2247900"/>
            <a:ext cx="35433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1" name="">
            <a:extLst xmlns:a="http://schemas.openxmlformats.org/drawingml/2006/main">
              <a:ext uri="{FF2B5EF4-FFF2-40B4-BE49-F238E27FC236}">
                <a16:creationId xmlns:a16="http://schemas.microsoft.com/office/drawing/2014/main" id="{67EEA9B1-9BA9-4D54-ABA7-48A23BD8F750}"/>
              </a:ext>
            </a:extLst>
          </p:cNvPr>
          <p:cNvSpPr>
            <a:spLocks xmlns:a="http://schemas.openxmlformats.org/drawingml/2006/main" noGrp="1"/>
          </p:cNvSpPr>
          <p:nvPr/>
        </p:nvSpPr>
        <p:spPr>
          <a:xfrm xmlns:a="http://schemas.openxmlformats.org/drawingml/2006/main">
            <a:off x="821055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[My recalled term]</a:t>
            </a:r>
          </a:p>
        </p:txBody>
      </p:sp>
      <p:sp>
        <p:nvSpPr>
          <p:cNvPr id="12" name="">
            <a:extLst xmlns:a="http://schemas.openxmlformats.org/drawingml/2006/main">
              <a:ext uri="{FF2B5EF4-FFF2-40B4-BE49-F238E27FC236}">
                <a16:creationId xmlns:a16="http://schemas.microsoft.com/office/drawing/2014/main" id="{99D58C06-40D1-4FEB-A18B-514C76846203}"/>
              </a:ext>
            </a:extLst>
          </p:cNvPr>
          <p:cNvSpPr>
            <a:spLocks xmlns:a="http://schemas.openxmlformats.org/drawingml/2006/main" noGrp="1"/>
          </p:cNvSpPr>
          <p:nvPr/>
        </p:nvSpPr>
        <p:spPr>
          <a:xfrm xmlns:a="http://schemas.openxmlformats.org/drawingml/2006/main">
            <a:off x="609600" y="3429000"/>
            <a:ext cx="3543300" cy="10096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3" name="">
            <a:extLst xmlns:a="http://schemas.openxmlformats.org/drawingml/2006/main">
              <a:ext uri="{FF2B5EF4-FFF2-40B4-BE49-F238E27FC236}">
                <a16:creationId xmlns:a16="http://schemas.microsoft.com/office/drawing/2014/main" id="{79DF4CDE-935F-47C7-A381-549AC58BF1B4}"/>
              </a:ext>
            </a:extLst>
          </p:cNvPr>
          <p:cNvSpPr>
            <a:spLocks xmlns:a="http://schemas.openxmlformats.org/drawingml/2006/main" noGrp="1"/>
          </p:cNvSpPr>
          <p:nvPr/>
        </p:nvSpPr>
        <p:spPr>
          <a:xfrm xmlns:a="http://schemas.openxmlformats.org/drawingml/2006/main">
            <a:off x="781050" y="35623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[My recalled term]</a:t>
            </a:r>
          </a:p>
        </p:txBody>
      </p:sp>
      <p:sp>
        <p:nvSpPr>
          <p:cNvPr id="14" name="">
            <a:extLst xmlns:a="http://schemas.openxmlformats.org/drawingml/2006/main">
              <a:ext uri="{FF2B5EF4-FFF2-40B4-BE49-F238E27FC236}">
                <a16:creationId xmlns:a16="http://schemas.microsoft.com/office/drawing/2014/main" id="{CE9E9598-0A4E-4FF3-91C1-065DC45301D0}"/>
              </a:ext>
            </a:extLst>
          </p:cNvPr>
          <p:cNvSpPr>
            <a:spLocks xmlns:a="http://schemas.openxmlformats.org/drawingml/2006/main" noGrp="1"/>
          </p:cNvSpPr>
          <p:nvPr/>
        </p:nvSpPr>
        <p:spPr>
          <a:xfrm xmlns:a="http://schemas.openxmlformats.org/drawingml/2006/main">
            <a:off x="4324350" y="3429000"/>
            <a:ext cx="35433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5" name="">
            <a:extLst xmlns:a="http://schemas.openxmlformats.org/drawingml/2006/main">
              <a:ext uri="{FF2B5EF4-FFF2-40B4-BE49-F238E27FC236}">
                <a16:creationId xmlns:a16="http://schemas.microsoft.com/office/drawing/2014/main" id="{86D804A1-69DA-4576-ACE9-20E9F448BB74}"/>
              </a:ext>
            </a:extLst>
          </p:cNvPr>
          <p:cNvSpPr>
            <a:spLocks xmlns:a="http://schemas.openxmlformats.org/drawingml/2006/main" noGrp="1"/>
          </p:cNvSpPr>
          <p:nvPr/>
        </p:nvSpPr>
        <p:spPr>
          <a:xfrm xmlns:a="http://schemas.openxmlformats.org/drawingml/2006/main">
            <a:off x="4495800" y="35623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[My recalled term]</a:t>
            </a:r>
          </a:p>
        </p:txBody>
      </p:sp>
      <p:sp>
        <p:nvSpPr>
          <p:cNvPr id="16" name="">
            <a:extLst xmlns:a="http://schemas.openxmlformats.org/drawingml/2006/main">
              <a:ext uri="{FF2B5EF4-FFF2-40B4-BE49-F238E27FC236}">
                <a16:creationId xmlns:a16="http://schemas.microsoft.com/office/drawing/2014/main" id="{D0FF16CA-078C-4566-9D4A-2481960B1234}"/>
              </a:ext>
            </a:extLst>
          </p:cNvPr>
          <p:cNvSpPr>
            <a:spLocks xmlns:a="http://schemas.openxmlformats.org/drawingml/2006/main" noGrp="1"/>
          </p:cNvSpPr>
          <p:nvPr/>
        </p:nvSpPr>
        <p:spPr>
          <a:xfrm xmlns:a="http://schemas.openxmlformats.org/drawingml/2006/main">
            <a:off x="8039100" y="3429000"/>
            <a:ext cx="3543300" cy="10096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7" name="">
            <a:extLst xmlns:a="http://schemas.openxmlformats.org/drawingml/2006/main">
              <a:ext uri="{FF2B5EF4-FFF2-40B4-BE49-F238E27FC236}">
                <a16:creationId xmlns:a16="http://schemas.microsoft.com/office/drawing/2014/main" id="{01756233-6637-44F7-A9C1-B11F0B120A52}"/>
              </a:ext>
            </a:extLst>
          </p:cNvPr>
          <p:cNvSpPr>
            <a:spLocks xmlns:a="http://schemas.openxmlformats.org/drawingml/2006/main" noGrp="1"/>
          </p:cNvSpPr>
          <p:nvPr/>
        </p:nvSpPr>
        <p:spPr>
          <a:xfrm xmlns:a="http://schemas.openxmlformats.org/drawingml/2006/main">
            <a:off x="8210550" y="35623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[My recalled term]</a:t>
            </a:r>
          </a:p>
        </p:txBody>
      </p:sp>
      <p:sp>
        <p:nvSpPr>
          <p:cNvPr id="18" name="">
            <a:extLst xmlns:a="http://schemas.openxmlformats.org/drawingml/2006/main">
              <a:ext uri="{FF2B5EF4-FFF2-40B4-BE49-F238E27FC236}">
                <a16:creationId xmlns:a16="http://schemas.microsoft.com/office/drawing/2014/main" id="{763682B7-037A-4686-B2A0-3B516ABC300B}"/>
              </a:ext>
            </a:extLst>
          </p:cNvPr>
          <p:cNvSpPr>
            <a:spLocks xmlns:a="http://schemas.openxmlformats.org/drawingml/2006/main" noGrp="1"/>
          </p:cNvSpPr>
          <p:nvPr/>
        </p:nvSpPr>
        <p:spPr>
          <a:xfrm xmlns:a="http://schemas.openxmlformats.org/drawingml/2006/main">
            <a:off x="609600" y="4610100"/>
            <a:ext cx="35433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9" name="">
            <a:extLst xmlns:a="http://schemas.openxmlformats.org/drawingml/2006/main">
              <a:ext uri="{FF2B5EF4-FFF2-40B4-BE49-F238E27FC236}">
                <a16:creationId xmlns:a16="http://schemas.microsoft.com/office/drawing/2014/main" id="{23D88D44-F496-49C4-ADF0-5DA1365D8F6D}"/>
              </a:ext>
            </a:extLst>
          </p:cNvPr>
          <p:cNvSpPr>
            <a:spLocks xmlns:a="http://schemas.openxmlformats.org/drawingml/2006/main" noGrp="1"/>
          </p:cNvSpPr>
          <p:nvPr/>
        </p:nvSpPr>
        <p:spPr>
          <a:xfrm xmlns:a="http://schemas.openxmlformats.org/drawingml/2006/main">
            <a:off x="781050" y="47434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[My recalled term]</a:t>
            </a:r>
          </a:p>
        </p:txBody>
      </p:sp>
      <p:sp>
        <p:nvSpPr>
          <p:cNvPr id="20" name="">
            <a:extLst xmlns:a="http://schemas.openxmlformats.org/drawingml/2006/main">
              <a:ext uri="{FF2B5EF4-FFF2-40B4-BE49-F238E27FC236}">
                <a16:creationId xmlns:a16="http://schemas.microsoft.com/office/drawing/2014/main" id="{E6A53209-CD0B-4D7E-BDC9-F033FFB95EF5}"/>
              </a:ext>
            </a:extLst>
          </p:cNvPr>
          <p:cNvSpPr>
            <a:spLocks xmlns:a="http://schemas.openxmlformats.org/drawingml/2006/main" noGrp="1"/>
          </p:cNvSpPr>
          <p:nvPr/>
        </p:nvSpPr>
        <p:spPr>
          <a:xfrm xmlns:a="http://schemas.openxmlformats.org/drawingml/2006/main">
            <a:off x="4324350" y="4610100"/>
            <a:ext cx="3543300" cy="100965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21" name="">
            <a:extLst xmlns:a="http://schemas.openxmlformats.org/drawingml/2006/main">
              <a:ext uri="{FF2B5EF4-FFF2-40B4-BE49-F238E27FC236}">
                <a16:creationId xmlns:a16="http://schemas.microsoft.com/office/drawing/2014/main" id="{BBA49221-7E73-43E1-A69D-5D76D357464B}"/>
              </a:ext>
            </a:extLst>
          </p:cNvPr>
          <p:cNvSpPr>
            <a:spLocks xmlns:a="http://schemas.openxmlformats.org/drawingml/2006/main" noGrp="1"/>
          </p:cNvSpPr>
          <p:nvPr/>
        </p:nvSpPr>
        <p:spPr>
          <a:xfrm xmlns:a="http://schemas.openxmlformats.org/drawingml/2006/main">
            <a:off x="4495800" y="47434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[My recalled term]</a:t>
            </a:r>
          </a:p>
        </p:txBody>
      </p:sp>
      <p:sp>
        <p:nvSpPr>
          <p:cNvPr id="22" name="">
            <a:extLst xmlns:a="http://schemas.openxmlformats.org/drawingml/2006/main">
              <a:ext uri="{FF2B5EF4-FFF2-40B4-BE49-F238E27FC236}">
                <a16:creationId xmlns:a16="http://schemas.microsoft.com/office/drawing/2014/main" id="{28C79872-D4B0-46E5-B455-EA38BFC319DB}"/>
              </a:ext>
            </a:extLst>
          </p:cNvPr>
          <p:cNvSpPr>
            <a:spLocks xmlns:a="http://schemas.openxmlformats.org/drawingml/2006/main" noGrp="1"/>
          </p:cNvSpPr>
          <p:nvPr/>
        </p:nvSpPr>
        <p:spPr>
          <a:xfrm xmlns:a="http://schemas.openxmlformats.org/drawingml/2006/main">
            <a:off x="8039100" y="4610100"/>
            <a:ext cx="3543300" cy="100965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23" name="">
            <a:extLst xmlns:a="http://schemas.openxmlformats.org/drawingml/2006/main">
              <a:ext uri="{FF2B5EF4-FFF2-40B4-BE49-F238E27FC236}">
                <a16:creationId xmlns:a16="http://schemas.microsoft.com/office/drawing/2014/main" id="{72A752C3-7993-47A5-AA16-B21F46F35DEE}"/>
              </a:ext>
            </a:extLst>
          </p:cNvPr>
          <p:cNvSpPr>
            <a:spLocks xmlns:a="http://schemas.openxmlformats.org/drawingml/2006/main" noGrp="1"/>
          </p:cNvSpPr>
          <p:nvPr/>
        </p:nvSpPr>
        <p:spPr>
          <a:xfrm xmlns:a="http://schemas.openxmlformats.org/drawingml/2006/main">
            <a:off x="8210550" y="47434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[My recalled term]</a:t>
            </a:r>
          </a:p>
        </p:txBody>
      </p:sp>
      <p:sp>
        <p:nvSpPr>
          <p:cNvPr id="24" name="">
            <a:extLst xmlns:a="http://schemas.openxmlformats.org/drawingml/2006/main">
              <a:ext uri="{FF2B5EF4-FFF2-40B4-BE49-F238E27FC236}">
                <a16:creationId xmlns:a16="http://schemas.microsoft.com/office/drawing/2014/main" id="{97432AB4-821E-4C61-964C-CB86793FD11C}"/>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A83ACD72-91F8-4B5C-9A47-E56228DAFE98}"/>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26" name="">
            <a:extLst xmlns:a="http://schemas.openxmlformats.org/drawingml/2006/main">
              <a:ext uri="{FF2B5EF4-FFF2-40B4-BE49-F238E27FC236}">
                <a16:creationId xmlns:a16="http://schemas.microsoft.com/office/drawing/2014/main" id="{3D77130F-D335-4A08-9FA9-E68D16F3A484}"/>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buNone/>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
        <p:nvSpPr>
          <p:cNvPr id="28" name="source-credit">
            <a:extLst xmlns:a="http://schemas.openxmlformats.org/drawingml/2006/main">
              <a:ext uri="{FF2B5EF4-FFF2-40B4-BE49-F238E27FC236}">
                <a16:creationId xmlns:a16="http://schemas.microsoft.com/office/drawing/2014/main" id="{BF6652C0-2C33-495D-97A0-059F91D2BBCE}"/>
              </a:ext>
            </a:extLst>
          </p:cNvPr>
          <p:cNvSpPr>
            <a:spLocks xmlns:a="http://schemas.openxmlformats.org/drawingml/2006/main" noGrp="1"/>
          </p:cNvSpPr>
          <p:nvPr/>
        </p:nvSpPr>
        <p:spPr>
          <a:xfrm xmlns:a="http://schemas.openxmlformats.org/drawingml/2006/main">
            <a:off x="609600" y="6591300"/>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defRPr sz="900">
                <a:solidFill>
                  <a:srgbClr val="687572"/>
                </a:solidFill>
                <a:latin typeface="DejaVu Sans"/>
                <a:ea typeface="DejaVu Sans"/>
                <a:cs typeface="DejaVu Sans"/>
              </a:defRPr>
            </a:pPr>
            <a:r>
              <a:rPr sz="900">
                <a:solidFill>
                  <a:srgbClr val="687572"/>
                </a:solidFill>
                <a:latin typeface="DejaVu Sans"/>
                <a:ea typeface="DejaVu Sans"/>
                <a:cs typeface="DejaVu Sans"/>
              </a:rPr>
              <a:t>Source: </a:t>
            </a:r>
            <a:r>
              <a:rPr sz="900">
                <a:solidFill>
                  <a:srgbClr val="687572"/>
                </a:solidFill>
                <a:latin typeface="DejaVu Sans"/>
                <a:ea typeface="DejaVu Sans"/>
                <a:cs typeface="DejaVu Sans"/>
                <a:hlinkClick xmlns:r="http://schemas.openxmlformats.org/officeDocument/2006/relationships" r:id="R55dded16d7c34c3b"/>
              </a:rPr>
              <a:t>Laura Webb — published classroom example — original guidance</a:t>
            </a:r>
          </a:p>
        </p:txBody>
      </p:sp>
    </p:spTree>
    <p:extLst>
      <p:ext uri="{BB962C8B-B14F-4D97-AF65-F5344CB8AC3E}">
        <p14:creationId xmlns:p14="http://schemas.microsoft.com/office/powerpoint/2010/main" val="758906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2026-10-08T06:09:13.0870000Z</dcterms:created>
  <dcterms:modified xsi:type="dcterms:W3CDTF">2026-10-08T06:09:13.0870000Z</dcterms:modified>
</coreProperties>
</file>