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a27d00a36649bf" /><Relationship Type="http://schemas.openxmlformats.org/officeDocument/2006/relationships/extended-properties" Target="/docProps/app.xml" Id="Rf51639a06460433f" /><Relationship Type="http://schemas.openxmlformats.org/officeDocument/2006/relationships/officeDocument" Target="/ppt/presentation.xml" Id="R2cc002e1dbfc43cb" /></Relationships>
</file>

<file path=ppt/presentation.xml><?xml version="1.0" encoding="utf-8"?>
<p:presentation xmlns:p="http://schemas.openxmlformats.org/presentationml/2006/main">
  <p:sldMasterIdLst>
    <p:sldMasterId xmlns:r="http://schemas.openxmlformats.org/officeDocument/2006/relationships" id="2147483648" r:id="R0be7d7bf08864f9a"/>
  </p:sldMasterIdLst>
  <p:notesMasterIdLst>
    <p:notesMasterId xmlns:r="http://schemas.openxmlformats.org/officeDocument/2006/relationships" r:id="R52b8847012864ed1"/>
  </p:notesMasterIdLst>
  <p:sldIdLst>
    <p:sldId xmlns:r="http://schemas.openxmlformats.org/officeDocument/2006/relationships" id="256" r:id="R4ee0810a87dd44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0797b350b94a48" /><Relationship Type="http://schemas.openxmlformats.org/officeDocument/2006/relationships/slideMaster" Target="/ppt/slideMasters/slideMaster1.xml" Id="R0be7d7bf08864f9a" /><Relationship Type="http://schemas.openxmlformats.org/officeDocument/2006/relationships/notesMaster" Target="/ppt/notesMasters/notesMaster1.xml" Id="R52b8847012864ed1" /><Relationship Type="http://schemas.openxmlformats.org/officeDocument/2006/relationships/presProps" Target="/ppt/presProps.xml" Id="R4f8784a287c9439d" /><Relationship Type="http://schemas.openxmlformats.org/officeDocument/2006/relationships/tableStyles" Target="/ppt/tableStyles.xml" Id="R1bab650925e34929" /><Relationship Type="http://schemas.openxmlformats.org/officeDocument/2006/relationships/slide" Target="/ppt/slides/slide1.xml" Id="R4ee0810a87dd44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96bc5b4eab4d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c1f5b5db8e467e" /><Relationship Type="http://schemas.openxmlformats.org/officeDocument/2006/relationships/notesMaster" Target="/ppt/notesMasters/notesMaster1.xml" Id="Rb60e90d87eab4e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Kate Jones — published List It! classroom strategy</a:t>
            </a:r>
          </a:p>
          <a:p xmlns:a="http://schemas.openxmlformats.org/drawingml/2006/main">
            <a:r>
              <a:t/>
            </a:r>
          </a:p>
          <a:p xmlns:a="http://schemas.openxmlformats.org/drawingml/2006/main">
            <a:r>
              <a:t>https://www.tesol.org/blog/posts/9-ways-to-do-retrieval-practice-in-the-classroom/</a:t>
            </a:r>
          </a:p>
          <a:p xmlns:a="http://schemas.openxmlformats.org/drawingml/2006/main">
            <a:r>
              <a:t/>
            </a:r>
          </a:p>
          <a:p xmlns:a="http://schemas.openxmlformats.org/drawingml/2006/main">
            <a:r>
              <a:t>Hall Houston describes List It! in his TESOL article and attributes the published classroom example to Kate Jones’s Retrieval Practice (2019). Listing from memory is a wider shared routine. This independently written adaptation adds a bounded category, an explanation and teacher checking.</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https://tnt-teaching-tools.github.io/retrieval-toolkit/retrieval-list-it.html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2d26809c3c41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fb2da6febc4e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d2b282c0234a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19790533be43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845fe4cbd64e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04449b270342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1aff61e2854596" /><Relationship Type="http://schemas.openxmlformats.org/officeDocument/2006/relationships/slideLayout" Target="/ppt/slideLayouts/slideLayout1.xml" Id="R32dc280bec474110" /><Relationship Type="http://schemas.openxmlformats.org/officeDocument/2006/relationships/slideLayout" Target="/ppt/slideLayouts/slideLayout2.xml" Id="Rcfe9289349304da5" /><Relationship Type="http://schemas.openxmlformats.org/officeDocument/2006/relationships/slideLayout" Target="/ppt/slideLayouts/slideLayout3.xml" Id="R7e3cb377516242f5" /><Relationship Type="http://schemas.openxmlformats.org/officeDocument/2006/relationships/slideLayout" Target="/ppt/slideLayouts/slideLayout4.xml" Id="R79e53e97957b48b8" /><Relationship Type="http://schemas.openxmlformats.org/officeDocument/2006/relationships/slideLayout" Target="/ppt/slideLayouts/slideLayout5.xml" Id="Rd4aea4a402c940d7" /><Relationship Type="http://schemas.openxmlformats.org/officeDocument/2006/relationships/slideLayout" Target="/ppt/slideLayouts/slideLayout6.xml" Id="R30e17005ec3945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dc280bec474110"/>
    <p:sldLayoutId xmlns:r="http://schemas.openxmlformats.org/officeDocument/2006/relationships" id="2147483650" r:id="Rcfe9289349304da5"/>
    <p:sldLayoutId xmlns:r="http://schemas.openxmlformats.org/officeDocument/2006/relationships" id="2147483651" r:id="R7e3cb377516242f5"/>
    <p:sldLayoutId xmlns:r="http://schemas.openxmlformats.org/officeDocument/2006/relationships" id="2147483652" r:id="R79e53e97957b48b8"/>
    <p:sldLayoutId xmlns:r="http://schemas.openxmlformats.org/officeDocument/2006/relationships" id="2147483653" r:id="Rd4aea4a402c940d7"/>
    <p:sldLayoutId xmlns:r="http://schemas.openxmlformats.org/officeDocument/2006/relationships" id="2147483654" r:id="R30e17005ec3945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e205744ea9471a" /><Relationship Type="http://schemas.openxmlformats.org/officeDocument/2006/relationships/hyperlink" Target="https://www.tesol.org/blog/posts/9-ways-to-do-retrieval-practice-in-the-classroom/" TargetMode="External" Id="R01392c5b29bf4c7a" /><Relationship Type="http://schemas.openxmlformats.org/officeDocument/2006/relationships/notesSlide" Target="/ppt/notesSlides/notesSlide1.xml" Id="Rd59a9b2881f4449f"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8EA58A5-E1F8-4800-B091-FC58247E7E71}"/>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List it</a:t>
            </a:r>
          </a:p>
        </p:txBody>
      </p:sp>
      <p:sp>
        <p:nvSpPr>
          <p:cNvPr id="2" name="">
            <a:extLst xmlns:a="http://schemas.openxmlformats.org/drawingml/2006/main">
              <a:ext uri="{FF2B5EF4-FFF2-40B4-BE49-F238E27FC236}">
                <a16:creationId xmlns:a16="http://schemas.microsoft.com/office/drawing/2014/main" id="{A760CCCD-1F04-496C-970B-884636A1514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11133FD0-63D5-49C4-ABC0-FF26F363257A}"/>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B81453-FAD5-48F6-BB87-F2EACED7959A}"/>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EE25131D-53F2-4FFC-96D5-629B210B29BF}"/>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B8E4EBEC-F0C2-4ED0-A0AE-15F3FC3667E2}"/>
              </a:ext>
            </a:extLst>
          </p:cNvPr>
          <p:cNvSpPr>
            <a:spLocks xmlns:a="http://schemas.openxmlformats.org/drawingml/2006/main" noGrp="1"/>
          </p:cNvSpPr>
          <p:nvPr/>
        </p:nvSpPr>
        <p:spPr>
          <a:xfrm xmlns:a="http://schemas.openxmlformats.org/drawingml/2006/main">
            <a:off x="609600" y="2247900"/>
            <a:ext cx="10972800" cy="27622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67AFA343-E44B-4040-927D-46A5A57E7584}"/>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65539A2-2BEE-433A-88C9-457A56FE7977}"/>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FE25C00D-3F1D-4503-8E3E-F1B51E11913D}"/>
              </a:ext>
            </a:extLst>
          </p:cNvPr>
          <p:cNvSpPr>
            <a:spLocks xmlns:a="http://schemas.openxmlformats.org/drawingml/2006/main" noGrp="1"/>
          </p:cNvSpPr>
          <p:nvPr/>
        </p:nvSpPr>
        <p:spPr>
          <a:xfrm xmlns:a="http://schemas.openxmlformats.org/drawingml/2006/main">
            <a:off x="1352550" y="2466975"/>
            <a:ext cx="10039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What belongs in the list?</a:t>
            </a:r>
          </a:p>
        </p:txBody>
      </p:sp>
      <p:sp>
        <p:nvSpPr>
          <p:cNvPr id="10" name="">
            <a:extLst xmlns:a="http://schemas.openxmlformats.org/drawingml/2006/main">
              <a:ext uri="{FF2B5EF4-FFF2-40B4-BE49-F238E27FC236}">
                <a16:creationId xmlns:a16="http://schemas.microsoft.com/office/drawing/2014/main" id="{3E99D5AD-346B-4F2B-BF1F-3447A51F9B47}"/>
              </a:ext>
            </a:extLst>
          </p:cNvPr>
          <p:cNvSpPr>
            <a:spLocks xmlns:a="http://schemas.openxmlformats.org/drawingml/2006/main" noGrp="1"/>
          </p:cNvSpPr>
          <p:nvPr/>
        </p:nvSpPr>
        <p:spPr>
          <a:xfrm xmlns:a="http://schemas.openxmlformats.org/drawingml/2006/main">
            <a:off x="819150" y="2990850"/>
            <a:ext cx="105537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category and list length]</a:t>
            </a:r>
          </a:p>
        </p:txBody>
      </p:sp>
      <p:sp>
        <p:nvSpPr>
          <p:cNvPr id="11" name="">
            <a:extLst xmlns:a="http://schemas.openxmlformats.org/drawingml/2006/main">
              <a:ext uri="{FF2B5EF4-FFF2-40B4-BE49-F238E27FC236}">
                <a16:creationId xmlns:a16="http://schemas.microsoft.com/office/drawing/2014/main" id="{62DB7C35-BCDC-4312-97DC-6F263BCCE6C0}"/>
              </a:ext>
            </a:extLst>
          </p:cNvPr>
          <p:cNvSpPr>
            <a:spLocks xmlns:a="http://schemas.openxmlformats.org/drawingml/2006/main" noGrp="1"/>
          </p:cNvSpPr>
          <p:nvPr/>
        </p:nvSpPr>
        <p:spPr>
          <a:xfrm xmlns:a="http://schemas.openxmlformats.org/drawingml/2006/main">
            <a:off x="609600" y="52673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Choose one item and explain why it belongs.</a:t>
            </a:r>
          </a:p>
        </p:txBody>
      </p:sp>
      <p:sp>
        <p:nvSpPr>
          <p:cNvPr id="12" name="">
            <a:extLst xmlns:a="http://schemas.openxmlformats.org/drawingml/2006/main">
              <a:ext uri="{FF2B5EF4-FFF2-40B4-BE49-F238E27FC236}">
                <a16:creationId xmlns:a16="http://schemas.microsoft.com/office/drawing/2014/main" id="{6493AEBB-1708-4AF0-9948-D30CDBB53550}"/>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2C86165-D7C2-498A-ABBF-409C4DBE8752}"/>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98A68A3F-6A8B-45A9-A308-57760B5AF67D}"/>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4469CCD9-9886-4BBD-AE3D-CA5C8FF2D5A3}"/>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01392c5b29bf4c7a"/>
              </a:rPr>
              <a:t>Kate Jones — published List It! classroom strategy — original guidance</a:t>
            </a:r>
          </a:p>
        </p:txBody>
      </p:sp>
    </p:spTree>
    <p:extLst>
      <p:ext uri="{BB962C8B-B14F-4D97-AF65-F5344CB8AC3E}">
        <p14:creationId xmlns:p14="http://schemas.microsoft.com/office/powerpoint/2010/main" val="9500454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2026-10-08T06:08:46.0680000Z</dcterms:created>
  <dcterms:modified xsi:type="dcterms:W3CDTF">2026-10-08T06:08:46.0680000Z</dcterms:modified>
</coreProperties>
</file>