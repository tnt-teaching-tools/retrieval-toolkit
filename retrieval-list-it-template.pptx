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2fe822ca3b4362" /><Relationship Type="http://schemas.openxmlformats.org/officeDocument/2006/relationships/extended-properties" Target="/docProps/app.xml" Id="R03b00c0f6f804458" /><Relationship Type="http://schemas.openxmlformats.org/officeDocument/2006/relationships/officeDocument" Target="/ppt/presentation.xml" Id="Rb0eae25618854a8b" /></Relationships>
</file>

<file path=ppt/presentation.xml><?xml version="1.0" encoding="utf-8"?>
<p:presentation xmlns:p="http://schemas.openxmlformats.org/presentationml/2006/main">
  <p:sldMasterIdLst>
    <p:sldMasterId xmlns:r="http://schemas.openxmlformats.org/officeDocument/2006/relationships" id="2147483648" r:id="Rb18b5140d1454992"/>
  </p:sldMasterIdLst>
  <p:notesMasterIdLst>
    <p:notesMasterId xmlns:r="http://schemas.openxmlformats.org/officeDocument/2006/relationships" r:id="Rb98cd5f48b034169"/>
  </p:notesMasterIdLst>
  <p:sldIdLst>
    <p:sldId xmlns:r="http://schemas.openxmlformats.org/officeDocument/2006/relationships" id="256" r:id="R900acbcb849b4d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cda3a5837b4257" /><Relationship Type="http://schemas.openxmlformats.org/officeDocument/2006/relationships/slideMaster" Target="/ppt/slideMasters/slideMaster1.xml" Id="Rb18b5140d1454992" /><Relationship Type="http://schemas.openxmlformats.org/officeDocument/2006/relationships/notesMaster" Target="/ppt/notesMasters/notesMaster1.xml" Id="Rb98cd5f48b034169" /><Relationship Type="http://schemas.openxmlformats.org/officeDocument/2006/relationships/presProps" Target="/ppt/presProps.xml" Id="Rf044febd98ac4aeb" /><Relationship Type="http://schemas.openxmlformats.org/officeDocument/2006/relationships/tableStyles" Target="/ppt/tableStyles.xml" Id="R418d25fecfba412d" /><Relationship Type="http://schemas.openxmlformats.org/officeDocument/2006/relationships/slide" Target="/ppt/slides/slide1.xml" Id="R900acbcb849b4d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7062abdb4b48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86d957054c4f2b" /><Relationship Type="http://schemas.openxmlformats.org/officeDocument/2006/relationships/notesMaster" Target="/ppt/notesMasters/notesMaster1.xml" Id="R02ab75779bde4b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0ceb54b26042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12de9c73ed444b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0ef4ead7c8a49d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6eb376fc81449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4328ab114af46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abde7f9e0f4e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D3B6BB0-11D6-46F5-A8A9-1B526B171DF7}"/>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5E431FB-36EA-4260-8B07-24390D0A01B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5CCEB94-B7F4-4809-A5CC-7D3FCB904BD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589D35B-0E35-4FBF-8A36-A9DEB80E23D3}"/>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3102031-90DE-4876-BE77-9C05F0670AA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F219AA3-21BA-4423-8440-1332CBB5348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CA44A03-35DC-452F-B1E8-D520C959C7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2F9BBC5-A587-40EA-A99C-4D27B710212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40897F32-A3D2-484C-B7AA-D646FA40038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5013650-61D3-4566-952A-5AD2BA8B05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2C27E85-987E-4D3C-AE86-7EF28084F7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6B41043-0EA6-4F0D-AC3A-F6E2AB68D44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A5C5865-B6CF-4C91-B76B-D397D77019C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F7D2518-89AE-45CC-BCAC-F751394E7E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AD80869-32DF-4798-A6F3-AB6778B5FBA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1112c192cc4d39" /><Relationship Type="http://schemas.openxmlformats.org/officeDocument/2006/relationships/slideLayout" Target="/ppt/slideLayouts/slideLayout1.xml" Id="R81ad386bad4e434a" /><Relationship Type="http://schemas.openxmlformats.org/officeDocument/2006/relationships/slideLayout" Target="/ppt/slideLayouts/slideLayout2.xml" Id="R84799fb9be9a4137" /><Relationship Type="http://schemas.openxmlformats.org/officeDocument/2006/relationships/slideLayout" Target="/ppt/slideLayouts/slideLayout3.xml" Id="R96037ff50789481a" /><Relationship Type="http://schemas.openxmlformats.org/officeDocument/2006/relationships/slideLayout" Target="/ppt/slideLayouts/slideLayout4.xml" Id="R4f9e6182e1bb41a1" /><Relationship Type="http://schemas.openxmlformats.org/officeDocument/2006/relationships/slideLayout" Target="/ppt/slideLayouts/slideLayout5.xml" Id="R142d4c04b706470c" /><Relationship Type="http://schemas.openxmlformats.org/officeDocument/2006/relationships/slideLayout" Target="/ppt/slideLayouts/slideLayout6.xml" Id="R4979a663260640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ad386bad4e434a"/>
    <p:sldLayoutId xmlns:r="http://schemas.openxmlformats.org/officeDocument/2006/relationships" id="2147483650" r:id="R84799fb9be9a4137"/>
    <p:sldLayoutId xmlns:r="http://schemas.openxmlformats.org/officeDocument/2006/relationships" id="2147483651" r:id="R96037ff50789481a"/>
    <p:sldLayoutId xmlns:r="http://schemas.openxmlformats.org/officeDocument/2006/relationships" id="2147483652" r:id="R4f9e6182e1bb41a1"/>
    <p:sldLayoutId xmlns:r="http://schemas.openxmlformats.org/officeDocument/2006/relationships" id="2147483653" r:id="R142d4c04b706470c"/>
    <p:sldLayoutId xmlns:r="http://schemas.openxmlformats.org/officeDocument/2006/relationships" id="2147483654" r:id="R4979a663260640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31290d3b252497b" /><Relationship Type="http://schemas.openxmlformats.org/officeDocument/2006/relationships/notesSlide" Target="/ppt/notesSlides/notesSlide1.xml" Id="R07a47647da814213"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397BEE3-E5A1-4FFE-8FA1-6FD640AA792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List it</a:t>
            </a:r>
          </a:p>
        </p:txBody>
      </p:sp>
      <p:sp>
        <p:nvSpPr>
          <p:cNvPr id="2" name="">
            <a:extLst xmlns:a="http://schemas.openxmlformats.org/drawingml/2006/main">
              <a:ext uri="{FF2B5EF4-FFF2-40B4-BE49-F238E27FC236}">
                <a16:creationId xmlns:a16="http://schemas.microsoft.com/office/drawing/2014/main" id="{10C60157-95B0-40CB-AE88-AEBA446553D5}"/>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E2713C02-A2FB-4522-B369-DB244527E63E}"/>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296990-91E4-494A-9272-AB3EB98809D7}"/>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13A04CFA-44FA-4E0E-B82B-20200298B6F5}"/>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8D4737A0-791D-41A8-9A72-950361360E53}"/>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4D4718A8-729D-46B1-A50E-021E5DF6B0DE}"/>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D570893-FE36-4965-9DDB-43CEAE4DA74E}"/>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BE6A384A-03A1-4520-8A70-9138DE96D45D}"/>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What belongs in the list?</a:t>
            </a:r>
          </a:p>
        </p:txBody>
      </p:sp>
      <p:sp>
        <p:nvSpPr>
          <p:cNvPr id="10" name="">
            <a:extLst xmlns:a="http://schemas.openxmlformats.org/drawingml/2006/main">
              <a:ext uri="{FF2B5EF4-FFF2-40B4-BE49-F238E27FC236}">
                <a16:creationId xmlns:a16="http://schemas.microsoft.com/office/drawing/2014/main" id="{814B58AB-C9F8-446E-A59F-C2CB6B78D58E}"/>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category and list length]</a:t>
            </a:r>
          </a:p>
        </p:txBody>
      </p:sp>
      <p:sp>
        <p:nvSpPr>
          <p:cNvPr id="11" name="">
            <a:extLst xmlns:a="http://schemas.openxmlformats.org/drawingml/2006/main">
              <a:ext uri="{FF2B5EF4-FFF2-40B4-BE49-F238E27FC236}">
                <a16:creationId xmlns:a16="http://schemas.microsoft.com/office/drawing/2014/main" id="{944505AD-5BDA-4CDC-B7E0-B36B0FC67474}"/>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Choose one item and explain why it belongs.</a:t>
            </a:r>
          </a:p>
        </p:txBody>
      </p:sp>
      <p:sp>
        <p:nvSpPr>
          <p:cNvPr id="12" name="">
            <a:extLst xmlns:a="http://schemas.openxmlformats.org/drawingml/2006/main">
              <a:ext uri="{FF2B5EF4-FFF2-40B4-BE49-F238E27FC236}">
                <a16:creationId xmlns:a16="http://schemas.microsoft.com/office/drawing/2014/main" id="{E27909B5-F96B-4842-A259-38824B7F5DC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65AEE4F-4CBA-4370-9DB1-9AE4EB9A5D8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C2427B86-29DA-4F7B-BD41-6E4801A1B2A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7471714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2026-10-07T20:43:31.2740000Z</dcterms:created>
  <dcterms:modified xsi:type="dcterms:W3CDTF">2026-10-07T20:43:31.2740000Z</dcterms:modified>
</coreProperties>
</file>