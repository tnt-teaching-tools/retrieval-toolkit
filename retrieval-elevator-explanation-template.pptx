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c7b114110d241cc" /><Relationship Type="http://schemas.openxmlformats.org/officeDocument/2006/relationships/extended-properties" Target="/docProps/app.xml" Id="R60b4dc4777bd4058" /><Relationship Type="http://schemas.openxmlformats.org/officeDocument/2006/relationships/officeDocument" Target="/ppt/presentation.xml" Id="R16f34f6567f540e1" /></Relationships>
</file>

<file path=ppt/presentation.xml><?xml version="1.0" encoding="utf-8"?>
<p:presentation xmlns:p="http://schemas.openxmlformats.org/presentationml/2006/main">
  <p:sldMasterIdLst>
    <p:sldMasterId xmlns:r="http://schemas.openxmlformats.org/officeDocument/2006/relationships" id="2147483648" r:id="Rdc19d4c5d1454536"/>
  </p:sldMasterIdLst>
  <p:notesMasterIdLst>
    <p:notesMasterId xmlns:r="http://schemas.openxmlformats.org/officeDocument/2006/relationships" r:id="R7378e7ded2634bee"/>
  </p:notesMasterIdLst>
  <p:sldIdLst>
    <p:sldId xmlns:r="http://schemas.openxmlformats.org/officeDocument/2006/relationships" id="256" r:id="R8ddd3e3c1e00405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d0007d3d3aa4eb3" /><Relationship Type="http://schemas.openxmlformats.org/officeDocument/2006/relationships/slideMaster" Target="/ppt/slideMasters/slideMaster1.xml" Id="Rdc19d4c5d1454536" /><Relationship Type="http://schemas.openxmlformats.org/officeDocument/2006/relationships/notesMaster" Target="/ppt/notesMasters/notesMaster1.xml" Id="R7378e7ded2634bee" /><Relationship Type="http://schemas.openxmlformats.org/officeDocument/2006/relationships/presProps" Target="/ppt/presProps.xml" Id="R731dec48733f40a5" /><Relationship Type="http://schemas.openxmlformats.org/officeDocument/2006/relationships/tableStyles" Target="/ppt/tableStyles.xml" Id="R1e48de282ae342af" /><Relationship Type="http://schemas.openxmlformats.org/officeDocument/2006/relationships/slide" Target="/ppt/slides/slide1.xml" Id="R8ddd3e3c1e0040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84ec351ffe41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ce446003a24b9b" /><Relationship Type="http://schemas.openxmlformats.org/officeDocument/2006/relationships/notesMaster" Target="/ppt/notesMasters/notesMaster1.xml" Id="Rb1b90fdde8bb48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Marilee Sprenger — published classroom example, MiddleWeb</a:t>
            </a:r>
          </a:p>
          <a:p xmlns:a="http://schemas.openxmlformats.org/drawingml/2006/main">
            <a:r>
              <a:t/>
            </a:r>
          </a:p>
          <a:p xmlns:a="http://schemas.openxmlformats.org/drawingml/2006/main">
            <a:r>
              <a:t>https://www.middleweb.com/39762/getting-test-ready-try-some-retrieval-practice/</a:t>
            </a:r>
          </a:p>
          <a:p xmlns:a="http://schemas.openxmlformats.org/drawingml/2006/main">
            <a:r>
              <a:t/>
            </a:r>
          </a:p>
          <a:p xmlns:a="http://schemas.openxmlformats.org/drawingml/2006/main">
            <a:r>
              <a:t>Sprenger describes this classroom format. This adaptation makes the first attempt closed-note and adds checked feedback and a later revisit. The original inventor of the wider routine is not verified.</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https://tnt-teaching-tools.github.io/retrieval-toolkit/retrieval-elevator-explanation.html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cb50b2898848d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3f10a454ada4f2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916b5088c494e4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2ff8620deb24e2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2a90179333b4e3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ab8a195ec2c409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df91dee55c455a" /><Relationship Type="http://schemas.openxmlformats.org/officeDocument/2006/relationships/slideLayout" Target="/ppt/slideLayouts/slideLayout1.xml" Id="R207a419d74f947a8" /><Relationship Type="http://schemas.openxmlformats.org/officeDocument/2006/relationships/slideLayout" Target="/ppt/slideLayouts/slideLayout2.xml" Id="Ra5d6c27d7f46442f" /><Relationship Type="http://schemas.openxmlformats.org/officeDocument/2006/relationships/slideLayout" Target="/ppt/slideLayouts/slideLayout3.xml" Id="R3b620faa39dc4c99" /><Relationship Type="http://schemas.openxmlformats.org/officeDocument/2006/relationships/slideLayout" Target="/ppt/slideLayouts/slideLayout4.xml" Id="Re5d6464724be49f9" /><Relationship Type="http://schemas.openxmlformats.org/officeDocument/2006/relationships/slideLayout" Target="/ppt/slideLayouts/slideLayout5.xml" Id="R970a2185cc894cbc" /><Relationship Type="http://schemas.openxmlformats.org/officeDocument/2006/relationships/slideLayout" Target="/ppt/slideLayouts/slideLayout6.xml" Id="Rfe0fff6f29c646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7a419d74f947a8"/>
    <p:sldLayoutId xmlns:r="http://schemas.openxmlformats.org/officeDocument/2006/relationships" id="2147483650" r:id="Ra5d6c27d7f46442f"/>
    <p:sldLayoutId xmlns:r="http://schemas.openxmlformats.org/officeDocument/2006/relationships" id="2147483651" r:id="R3b620faa39dc4c99"/>
    <p:sldLayoutId xmlns:r="http://schemas.openxmlformats.org/officeDocument/2006/relationships" id="2147483652" r:id="Re5d6464724be49f9"/>
    <p:sldLayoutId xmlns:r="http://schemas.openxmlformats.org/officeDocument/2006/relationships" id="2147483653" r:id="R970a2185cc894cbc"/>
    <p:sldLayoutId xmlns:r="http://schemas.openxmlformats.org/officeDocument/2006/relationships" id="2147483654" r:id="Rfe0fff6f29c646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0dbb06f1ec4661" /><Relationship Type="http://schemas.openxmlformats.org/officeDocument/2006/relationships/hyperlink" Target="https://www.middleweb.com/39762/getting-test-ready-try-some-retrieval-practice/" TargetMode="External" Id="R2b1999a1e9614576" /><Relationship Type="http://schemas.openxmlformats.org/officeDocument/2006/relationships/notesSlide" Target="/ppt/notesSlides/notesSlide1.xml" Id="Raff509d5165f4543"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4AE620F-1060-4727-B92B-2EC46A3FDDB6}"/>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Elevator explanation</a:t>
            </a:r>
          </a:p>
        </p:txBody>
      </p:sp>
      <p:sp>
        <p:nvSpPr>
          <p:cNvPr id="2" name="">
            <a:extLst xmlns:a="http://schemas.openxmlformats.org/drawingml/2006/main">
              <a:ext uri="{FF2B5EF4-FFF2-40B4-BE49-F238E27FC236}">
                <a16:creationId xmlns:a16="http://schemas.microsoft.com/office/drawing/2014/main" id="{F0DD1FD4-B909-42AF-BFCE-6F2877D03EB1}"/>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F9F7EF02-2C5C-428E-A7A0-AE60E4F33FE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B777CDE-1EBB-41C8-9FCE-652E0BA9E8AA}"/>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F598E55-7C08-41E9-95AC-7B0A204C8490}"/>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E9B1BFD1-BE4E-4564-9B95-86E8640B1D7F}"/>
              </a:ext>
            </a:extLst>
          </p:cNvPr>
          <p:cNvSpPr>
            <a:spLocks xmlns:a="http://schemas.openxmlformats.org/drawingml/2006/main" noGrp="1"/>
          </p:cNvSpPr>
          <p:nvPr/>
        </p:nvSpPr>
        <p:spPr>
          <a:xfrm xmlns:a="http://schemas.openxmlformats.org/drawingml/2006/main">
            <a:off x="6096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CD424B27-FCAD-4691-AE02-2300505D4D7D}"/>
              </a:ext>
            </a:extLst>
          </p:cNvPr>
          <p:cNvSpPr>
            <a:spLocks xmlns:a="http://schemas.openxmlformats.org/drawingml/2006/main" noGrp="1"/>
          </p:cNvSpPr>
          <p:nvPr/>
        </p:nvSpPr>
        <p:spPr>
          <a:xfrm xmlns:a="http://schemas.openxmlformats.org/drawingml/2006/main">
            <a:off x="7810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Main idea</a:t>
            </a:r>
          </a:p>
        </p:txBody>
      </p:sp>
      <p:sp>
        <p:nvSpPr>
          <p:cNvPr id="8" name="">
            <a:extLst xmlns:a="http://schemas.openxmlformats.org/drawingml/2006/main">
              <a:ext uri="{FF2B5EF4-FFF2-40B4-BE49-F238E27FC236}">
                <a16:creationId xmlns:a16="http://schemas.microsoft.com/office/drawing/2014/main" id="{94D95160-2D1A-4E47-8A3F-9F590ABC9092}"/>
              </a:ext>
            </a:extLst>
          </p:cNvPr>
          <p:cNvSpPr>
            <a:spLocks xmlns:a="http://schemas.openxmlformats.org/drawingml/2006/main" noGrp="1"/>
          </p:cNvSpPr>
          <p:nvPr/>
        </p:nvSpPr>
        <p:spPr>
          <a:xfrm xmlns:a="http://schemas.openxmlformats.org/drawingml/2006/main">
            <a:off x="7810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D8216BFD-1F4E-43CB-95E4-2411D77A08C7}"/>
              </a:ext>
            </a:extLst>
          </p:cNvPr>
          <p:cNvSpPr>
            <a:spLocks xmlns:a="http://schemas.openxmlformats.org/drawingml/2006/main" noGrp="1"/>
          </p:cNvSpPr>
          <p:nvPr/>
        </p:nvSpPr>
        <p:spPr>
          <a:xfrm xmlns:a="http://schemas.openxmlformats.org/drawingml/2006/main">
            <a:off x="4324350" y="2247900"/>
            <a:ext cx="3543300"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D997B7AA-C1EA-4350-9AF8-BC2B87F430B0}"/>
              </a:ext>
            </a:extLst>
          </p:cNvPr>
          <p:cNvSpPr>
            <a:spLocks xmlns:a="http://schemas.openxmlformats.org/drawingml/2006/main" noGrp="1"/>
          </p:cNvSpPr>
          <p:nvPr/>
        </p:nvSpPr>
        <p:spPr>
          <a:xfrm xmlns:a="http://schemas.openxmlformats.org/drawingml/2006/main">
            <a:off x="449580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Essential details</a:t>
            </a:r>
          </a:p>
        </p:txBody>
      </p:sp>
      <p:sp>
        <p:nvSpPr>
          <p:cNvPr id="11" name="">
            <a:extLst xmlns:a="http://schemas.openxmlformats.org/drawingml/2006/main">
              <a:ext uri="{FF2B5EF4-FFF2-40B4-BE49-F238E27FC236}">
                <a16:creationId xmlns:a16="http://schemas.microsoft.com/office/drawing/2014/main" id="{47A6780C-6B2B-4563-8EF3-66D0555C3F74}"/>
              </a:ext>
            </a:extLst>
          </p:cNvPr>
          <p:cNvSpPr>
            <a:spLocks xmlns:a="http://schemas.openxmlformats.org/drawingml/2006/main" noGrp="1"/>
          </p:cNvSpPr>
          <p:nvPr/>
        </p:nvSpPr>
        <p:spPr>
          <a:xfrm xmlns:a="http://schemas.openxmlformats.org/drawingml/2006/main">
            <a:off x="449580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B278BD16-EC49-426A-9D1F-BE0DEA9864B9}"/>
              </a:ext>
            </a:extLst>
          </p:cNvPr>
          <p:cNvSpPr>
            <a:spLocks xmlns:a="http://schemas.openxmlformats.org/drawingml/2006/main" noGrp="1"/>
          </p:cNvSpPr>
          <p:nvPr/>
        </p:nvSpPr>
        <p:spPr>
          <a:xfrm xmlns:a="http://schemas.openxmlformats.org/drawingml/2006/main">
            <a:off x="8039100" y="2247900"/>
            <a:ext cx="35433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D33C606C-7DD4-4B2D-AD8B-BD039F596DA9}"/>
              </a:ext>
            </a:extLst>
          </p:cNvPr>
          <p:cNvSpPr>
            <a:spLocks xmlns:a="http://schemas.openxmlformats.org/drawingml/2006/main" noGrp="1"/>
          </p:cNvSpPr>
          <p:nvPr/>
        </p:nvSpPr>
        <p:spPr>
          <a:xfrm xmlns:a="http://schemas.openxmlformats.org/drawingml/2006/main">
            <a:off x="8210550" y="2381250"/>
            <a:ext cx="320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Example or connection</a:t>
            </a:r>
          </a:p>
        </p:txBody>
      </p:sp>
      <p:sp>
        <p:nvSpPr>
          <p:cNvPr id="14" name="">
            <a:extLst xmlns:a="http://schemas.openxmlformats.org/drawingml/2006/main">
              <a:ext uri="{FF2B5EF4-FFF2-40B4-BE49-F238E27FC236}">
                <a16:creationId xmlns:a16="http://schemas.microsoft.com/office/drawing/2014/main" id="{EAC20DE9-2F80-4CE9-B72E-8574AF992F7A}"/>
              </a:ext>
            </a:extLst>
          </p:cNvPr>
          <p:cNvSpPr>
            <a:spLocks xmlns:a="http://schemas.openxmlformats.org/drawingml/2006/main" noGrp="1"/>
          </p:cNvSpPr>
          <p:nvPr/>
        </p:nvSpPr>
        <p:spPr>
          <a:xfrm xmlns:a="http://schemas.openxmlformats.org/drawingml/2006/main">
            <a:off x="8210550" y="2857500"/>
            <a:ext cx="32004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4DCA2AB3-FAFF-4DBE-9A4A-969FA655087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C202C1D-B793-4953-B1F2-4BE6F54DD67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7" name="">
            <a:extLst xmlns:a="http://schemas.openxmlformats.org/drawingml/2006/main">
              <a:ext uri="{FF2B5EF4-FFF2-40B4-BE49-F238E27FC236}">
                <a16:creationId xmlns:a16="http://schemas.microsoft.com/office/drawing/2014/main" id="{F1D88F0E-BDD5-49AE-AC90-B08624DBB77F}"/>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19" name="source-credit">
            <a:extLst xmlns:a="http://schemas.openxmlformats.org/drawingml/2006/main">
              <a:ext uri="{FF2B5EF4-FFF2-40B4-BE49-F238E27FC236}">
                <a16:creationId xmlns:a16="http://schemas.microsoft.com/office/drawing/2014/main" id="{8D1F2FF8-3A81-45D8-ABB0-414C5DAFFA2F}"/>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2b1999a1e9614576"/>
              </a:rPr>
              <a:t>Marilee Sprenger — published classroom example, MiddleWeb — original guidance</a:t>
            </a:r>
          </a:p>
        </p:txBody>
      </p:sp>
    </p:spTree>
    <p:extLst>
      <p:ext uri="{BB962C8B-B14F-4D97-AF65-F5344CB8AC3E}">
        <p14:creationId xmlns:p14="http://schemas.microsoft.com/office/powerpoint/2010/main" val="10749663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2026-10-08T06:09:47.7970000Z</dcterms:created>
  <dcterms:modified xsi:type="dcterms:W3CDTF">2026-10-08T06:09:47.7970000Z</dcterms:modified>
</coreProperties>
</file>