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69c89b0a6e4d90" /><Relationship Type="http://schemas.openxmlformats.org/officeDocument/2006/relationships/extended-properties" Target="/docProps/app.xml" Id="R0ed0f1ab3d42420d" /><Relationship Type="http://schemas.openxmlformats.org/officeDocument/2006/relationships/officeDocument" Target="/ppt/presentation.xml" Id="R7bd968477df8416f" /></Relationships>
</file>

<file path=ppt/presentation.xml><?xml version="1.0" encoding="utf-8"?>
<p:presentation xmlns:p="http://schemas.openxmlformats.org/presentationml/2006/main">
  <p:sldMasterIdLst>
    <p:sldMasterId xmlns:r="http://schemas.openxmlformats.org/officeDocument/2006/relationships" id="2147483648" r:id="Rd9d62cbef4044b5e"/>
  </p:sldMasterIdLst>
  <p:notesMasterIdLst>
    <p:notesMasterId xmlns:r="http://schemas.openxmlformats.org/officeDocument/2006/relationships" r:id="R42ff011e6be44f9c"/>
  </p:notesMasterIdLst>
  <p:sldIdLst>
    <p:sldId xmlns:r="http://schemas.openxmlformats.org/officeDocument/2006/relationships" id="256" r:id="R05d74d81af4049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fb65beea7b4d55" /><Relationship Type="http://schemas.openxmlformats.org/officeDocument/2006/relationships/slideMaster" Target="/ppt/slideMasters/slideMaster1.xml" Id="Rd9d62cbef4044b5e" /><Relationship Type="http://schemas.openxmlformats.org/officeDocument/2006/relationships/notesMaster" Target="/ppt/notesMasters/notesMaster1.xml" Id="R42ff011e6be44f9c" /><Relationship Type="http://schemas.openxmlformats.org/officeDocument/2006/relationships/presProps" Target="/ppt/presProps.xml" Id="Re6668b73eebf45e2" /><Relationship Type="http://schemas.openxmlformats.org/officeDocument/2006/relationships/tableStyles" Target="/ppt/tableStyles.xml" Id="R6fc3dce27b1040ca" /><Relationship Type="http://schemas.openxmlformats.org/officeDocument/2006/relationships/slide" Target="/ppt/slides/slide1.xml" Id="R05d74d81af4049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e2ece64ea24d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f053afecbe453e" /><Relationship Type="http://schemas.openxmlformats.org/officeDocument/2006/relationships/notesMaster" Target="/ppt/notesMasters/notesMaster1.xml" Id="Rb33de1e91e4f4b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4008df7cc444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e06fae0f5f46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43e3df63dd4d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a4f85cbb2a47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3c5b21d29845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ca84089a504e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718C46B-F278-4D64-9E74-A8BB5862AD1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98D291C-C76D-41DF-A416-74446B5344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DAFDA2B-E77C-491E-AA82-43AEFE0819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B8EF307-01AF-49A1-B09A-D9D0AAC3A86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7323E06-F48F-4987-9A00-A949DAF34D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1AF748D-BE6A-4941-A872-532C834FC78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98E6B15-1208-4B27-928E-ECDDC6F2FC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02C0CB9-5E93-49A8-841B-3585710BFD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557C2F-E7EF-41E9-A206-E8C2772145A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A74EFB4-F230-4E06-9869-04E3C39602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058EE44-9328-4A3A-A785-96F8B8A2ED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064B710-1DBA-4F9E-AF69-F8B1A4684D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7779982-F9B6-44E9-AE0A-D544A672B8B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8523D7-8B03-4517-9349-0D070BFCB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30A872A-A3DE-45DB-B3FC-8E486564E9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68e3cae26247c0" /><Relationship Type="http://schemas.openxmlformats.org/officeDocument/2006/relationships/slideLayout" Target="/ppt/slideLayouts/slideLayout1.xml" Id="Rfc13aff8b862442f" /><Relationship Type="http://schemas.openxmlformats.org/officeDocument/2006/relationships/slideLayout" Target="/ppt/slideLayouts/slideLayout2.xml" Id="Rb3487062e7f349d6" /><Relationship Type="http://schemas.openxmlformats.org/officeDocument/2006/relationships/slideLayout" Target="/ppt/slideLayouts/slideLayout3.xml" Id="R49c690065c8d47eb" /><Relationship Type="http://schemas.openxmlformats.org/officeDocument/2006/relationships/slideLayout" Target="/ppt/slideLayouts/slideLayout4.xml" Id="R1b0af5f3f1dd4209" /><Relationship Type="http://schemas.openxmlformats.org/officeDocument/2006/relationships/slideLayout" Target="/ppt/slideLayouts/slideLayout5.xml" Id="R918cb59bd9a341c6" /><Relationship Type="http://schemas.openxmlformats.org/officeDocument/2006/relationships/slideLayout" Target="/ppt/slideLayouts/slideLayout6.xml" Id="R4e4ecb61d7604a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13aff8b862442f"/>
    <p:sldLayoutId xmlns:r="http://schemas.openxmlformats.org/officeDocument/2006/relationships" id="2147483650" r:id="Rb3487062e7f349d6"/>
    <p:sldLayoutId xmlns:r="http://schemas.openxmlformats.org/officeDocument/2006/relationships" id="2147483651" r:id="R49c690065c8d47eb"/>
    <p:sldLayoutId xmlns:r="http://schemas.openxmlformats.org/officeDocument/2006/relationships" id="2147483652" r:id="R1b0af5f3f1dd4209"/>
    <p:sldLayoutId xmlns:r="http://schemas.openxmlformats.org/officeDocument/2006/relationships" id="2147483653" r:id="R918cb59bd9a341c6"/>
    <p:sldLayoutId xmlns:r="http://schemas.openxmlformats.org/officeDocument/2006/relationships" id="2147483654" r:id="R4e4ecb61d7604a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0f288974fa493a" /><Relationship Type="http://schemas.openxmlformats.org/officeDocument/2006/relationships/notesSlide" Target="/ppt/notesSlides/notesSlide1.xml" Id="R63af221264d145f9"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19B4D7D-6A14-4A7D-AF77-1849ABAC8502}"/>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Elevator explanation</a:t>
            </a:r>
          </a:p>
        </p:txBody>
      </p:sp>
      <p:sp>
        <p:nvSpPr>
          <p:cNvPr id="2" name="">
            <a:extLst xmlns:a="http://schemas.openxmlformats.org/drawingml/2006/main">
              <a:ext uri="{FF2B5EF4-FFF2-40B4-BE49-F238E27FC236}">
                <a16:creationId xmlns:a16="http://schemas.microsoft.com/office/drawing/2014/main" id="{D717D033-B3B4-4D70-9B55-89EE13F86F0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4C6DDEB7-4905-44D9-BCC6-FF160903E4F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A8DC5C-03C6-43AD-8F80-1168C07064C0}"/>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818F2AD2-FE33-4E47-BC09-C1DCD1D05419}"/>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876CA0B3-E0AD-4C9B-B076-2BDCB0D3369E}"/>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AB64B77E-BD80-4E1C-A466-F45789940D20}"/>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Main idea</a:t>
            </a:r>
          </a:p>
        </p:txBody>
      </p:sp>
      <p:sp>
        <p:nvSpPr>
          <p:cNvPr id="8" name="">
            <a:extLst xmlns:a="http://schemas.openxmlformats.org/drawingml/2006/main">
              <a:ext uri="{FF2B5EF4-FFF2-40B4-BE49-F238E27FC236}">
                <a16:creationId xmlns:a16="http://schemas.microsoft.com/office/drawing/2014/main" id="{1D533AE1-A04D-4566-943C-1939833E7E62}"/>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BB5B5781-E43F-46F3-81AE-A24539A7C001}"/>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303DD841-826D-4F7A-9C1E-638E81B1A146}"/>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Essential details</a:t>
            </a:r>
          </a:p>
        </p:txBody>
      </p:sp>
      <p:sp>
        <p:nvSpPr>
          <p:cNvPr id="11" name="">
            <a:extLst xmlns:a="http://schemas.openxmlformats.org/drawingml/2006/main">
              <a:ext uri="{FF2B5EF4-FFF2-40B4-BE49-F238E27FC236}">
                <a16:creationId xmlns:a16="http://schemas.microsoft.com/office/drawing/2014/main" id="{87AC7735-D7FD-412A-9864-2B6FC8D68D56}"/>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CC4238F5-3EC6-4D71-A453-1BFA67CE38DE}"/>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A17A8F45-E16B-489E-9CC1-314F52ECE9E2}"/>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Example or connection</a:t>
            </a:r>
          </a:p>
        </p:txBody>
      </p:sp>
      <p:sp>
        <p:nvSpPr>
          <p:cNvPr id="14" name="">
            <a:extLst xmlns:a="http://schemas.openxmlformats.org/drawingml/2006/main">
              <a:ext uri="{FF2B5EF4-FFF2-40B4-BE49-F238E27FC236}">
                <a16:creationId xmlns:a16="http://schemas.microsoft.com/office/drawing/2014/main" id="{28B49415-00C5-4282-8FF4-17E1A3B8899A}"/>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340A0A3F-32B0-4035-B673-CFDEADA02CF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2A7736A-9F70-4EEB-A673-848C4C78FA64}"/>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BD60E5F2-1648-430E-BC20-6D426E02A011}"/>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298337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2026-10-07T20:44:29.2600000Z</dcterms:created>
  <dcterms:modified xsi:type="dcterms:W3CDTF">2026-10-07T20:44:29.2600000Z</dcterms:modified>
</coreProperties>
</file>