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2f47eb2c9d457c" /><Relationship Type="http://schemas.openxmlformats.org/officeDocument/2006/relationships/extended-properties" Target="/docProps/app.xml" Id="R29a8a59f160140bf" /><Relationship Type="http://schemas.openxmlformats.org/officeDocument/2006/relationships/officeDocument" Target="/ppt/presentation.xml" Id="R3e3788c856a54fac" /></Relationships>
</file>

<file path=ppt/presentation.xml><?xml version="1.0" encoding="utf-8"?>
<p:presentation xmlns:p="http://schemas.openxmlformats.org/presentationml/2006/main">
  <p:sldMasterIdLst>
    <p:sldMasterId xmlns:r="http://schemas.openxmlformats.org/officeDocument/2006/relationships" id="2147483648" r:id="Rec287928e7f84370"/>
  </p:sldMasterIdLst>
  <p:notesMasterIdLst>
    <p:notesMasterId xmlns:r="http://schemas.openxmlformats.org/officeDocument/2006/relationships" r:id="R72929dde2e774aa9"/>
  </p:notesMasterIdLst>
  <p:sldIdLst>
    <p:sldId xmlns:r="http://schemas.openxmlformats.org/officeDocument/2006/relationships" id="256" r:id="R4c5a2305580a45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2716925466a4681" /><Relationship Type="http://schemas.openxmlformats.org/officeDocument/2006/relationships/slideMaster" Target="/ppt/slideMasters/slideMaster1.xml" Id="Rec287928e7f84370" /><Relationship Type="http://schemas.openxmlformats.org/officeDocument/2006/relationships/notesMaster" Target="/ppt/notesMasters/notesMaster1.xml" Id="R72929dde2e774aa9" /><Relationship Type="http://schemas.openxmlformats.org/officeDocument/2006/relationships/presProps" Target="/ppt/presProps.xml" Id="Rb24c91b41b8f468d" /><Relationship Type="http://schemas.openxmlformats.org/officeDocument/2006/relationships/tableStyles" Target="/ppt/tableStyles.xml" Id="R63dc6378e44743d6" /><Relationship Type="http://schemas.openxmlformats.org/officeDocument/2006/relationships/slide" Target="/ppt/slides/slide1.xml" Id="R4c5a2305580a45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1d03b7130af4e7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efc21e75de4751" /><Relationship Type="http://schemas.openxmlformats.org/officeDocument/2006/relationships/notesMaster" Target="/ppt/notesMasters/notesMaster1.xml" Id="Re515f342024a43c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Hall Houston — published classroom activity</a:t>
            </a:r>
          </a:p>
          <a:p xmlns:a="http://schemas.openxmlformats.org/drawingml/2006/main">
            <a:r>
              <a:t/>
            </a:r>
          </a:p>
          <a:p xmlns:a="http://schemas.openxmlformats.org/drawingml/2006/main">
            <a:r>
              <a:t>https://www.tesol.org/blog/posts/9-ways-to-do-retrieval-practice-in-the-classroom/</a:t>
            </a:r>
          </a:p>
          <a:p xmlns:a="http://schemas.openxmlformats.org/drawingml/2006/main">
            <a:r>
              <a:t/>
            </a:r>
          </a:p>
          <a:p xmlns:a="http://schemas.openxmlformats.org/drawingml/2006/main">
            <a:r>
              <a:t>Hall Houston identifies this activity as his own in the linked TESOL blog. This subject-neutral adaptation adds individual thinking and teacher-checked feedback.</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https://tnt-teaching-tools.github.io/retrieval-toolkit/retrieval-retrieval-role-play.html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78ab2df8feb426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b60011058134d3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1752db582f0448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1e4f80e715a489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a2daa1bb65a44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d4f4a6631954f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988e0b43cb463d" /><Relationship Type="http://schemas.openxmlformats.org/officeDocument/2006/relationships/slideLayout" Target="/ppt/slideLayouts/slideLayout1.xml" Id="R7a64dfe255884522" /><Relationship Type="http://schemas.openxmlformats.org/officeDocument/2006/relationships/slideLayout" Target="/ppt/slideLayouts/slideLayout2.xml" Id="Ra7051d9eb4bb493a" /><Relationship Type="http://schemas.openxmlformats.org/officeDocument/2006/relationships/slideLayout" Target="/ppt/slideLayouts/slideLayout3.xml" Id="Rec0b2a13d2cd486a" /><Relationship Type="http://schemas.openxmlformats.org/officeDocument/2006/relationships/slideLayout" Target="/ppt/slideLayouts/slideLayout4.xml" Id="Re7805fc1aac24036" /><Relationship Type="http://schemas.openxmlformats.org/officeDocument/2006/relationships/slideLayout" Target="/ppt/slideLayouts/slideLayout5.xml" Id="Rf91876d371744210" /><Relationship Type="http://schemas.openxmlformats.org/officeDocument/2006/relationships/slideLayout" Target="/ppt/slideLayouts/slideLayout6.xml" Id="R239000144a32488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64dfe255884522"/>
    <p:sldLayoutId xmlns:r="http://schemas.openxmlformats.org/officeDocument/2006/relationships" id="2147483650" r:id="Ra7051d9eb4bb493a"/>
    <p:sldLayoutId xmlns:r="http://schemas.openxmlformats.org/officeDocument/2006/relationships" id="2147483651" r:id="Rec0b2a13d2cd486a"/>
    <p:sldLayoutId xmlns:r="http://schemas.openxmlformats.org/officeDocument/2006/relationships" id="2147483652" r:id="Re7805fc1aac24036"/>
    <p:sldLayoutId xmlns:r="http://schemas.openxmlformats.org/officeDocument/2006/relationships" id="2147483653" r:id="Rf91876d371744210"/>
    <p:sldLayoutId xmlns:r="http://schemas.openxmlformats.org/officeDocument/2006/relationships" id="2147483654" r:id="R239000144a32488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d28114c1534ce6" /><Relationship Type="http://schemas.openxmlformats.org/officeDocument/2006/relationships/hyperlink" Target="https://www.tesol.org/blog/posts/9-ways-to-do-retrieval-practice-in-the-classroom/" TargetMode="External" Id="Ree341e8037af45c6" /><Relationship Type="http://schemas.openxmlformats.org/officeDocument/2006/relationships/notesSlide" Target="/ppt/notesSlides/notesSlide1.xml" Id="Rdbc796f0b07149b2"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A2A392E-B833-4F0D-B254-5D72D50C9E11}"/>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Retrieval role-play</a:t>
            </a:r>
          </a:p>
        </p:txBody>
      </p:sp>
      <p:sp>
        <p:nvSpPr>
          <p:cNvPr id="2" name="">
            <a:extLst xmlns:a="http://schemas.openxmlformats.org/drawingml/2006/main">
              <a:ext uri="{FF2B5EF4-FFF2-40B4-BE49-F238E27FC236}">
                <a16:creationId xmlns:a16="http://schemas.microsoft.com/office/drawing/2014/main" id="{AB7B6F4E-075D-432C-877E-C824DDCBF982}"/>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3F058A91-0D35-4A11-B1AA-3D4130E22742}"/>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B93CE8E-68C3-4CC6-ADD0-A444DF1BC0C0}"/>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4C35C419-C38E-466F-B12B-D8D5CDE29A56}"/>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17067AAF-EED5-4906-BB31-75DE8321DAD4}"/>
              </a:ext>
            </a:extLst>
          </p:cNvPr>
          <p:cNvSpPr>
            <a:spLocks xmlns:a="http://schemas.openxmlformats.org/drawingml/2006/main" noGrp="1"/>
          </p:cNvSpPr>
          <p:nvPr/>
        </p:nvSpPr>
        <p:spPr>
          <a:xfrm xmlns:a="http://schemas.openxmlformats.org/drawingml/2006/main">
            <a:off x="609600" y="22479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E482E74E-7D50-44BC-8141-879CF4855F7A}"/>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Situation  [Your scenario]</a:t>
            </a:r>
          </a:p>
        </p:txBody>
      </p:sp>
      <p:sp>
        <p:nvSpPr>
          <p:cNvPr id="8" name="">
            <a:extLst xmlns:a="http://schemas.openxmlformats.org/drawingml/2006/main">
              <a:ext uri="{FF2B5EF4-FFF2-40B4-BE49-F238E27FC236}">
                <a16:creationId xmlns:a16="http://schemas.microsoft.com/office/drawing/2014/main" id="{F5732FA1-E979-4EC6-9E8F-E505444A8EAA}"/>
              </a:ext>
            </a:extLst>
          </p:cNvPr>
          <p:cNvSpPr>
            <a:spLocks xmlns:a="http://schemas.openxmlformats.org/drawingml/2006/main" noGrp="1"/>
          </p:cNvSpPr>
          <p:nvPr/>
        </p:nvSpPr>
        <p:spPr>
          <a:xfrm xmlns:a="http://schemas.openxmlformats.org/drawingml/2006/main">
            <a:off x="609600" y="3429000"/>
            <a:ext cx="10972800" cy="10096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9" name="">
            <a:extLst xmlns:a="http://schemas.openxmlformats.org/drawingml/2006/main">
              <a:ext uri="{FF2B5EF4-FFF2-40B4-BE49-F238E27FC236}">
                <a16:creationId xmlns:a16="http://schemas.microsoft.com/office/drawing/2014/main" id="{E6B4484B-DEFC-435D-A1AE-4E9B9F628DED}"/>
              </a:ext>
            </a:extLst>
          </p:cNvPr>
          <p:cNvSpPr>
            <a:spLocks xmlns:a="http://schemas.openxmlformats.org/drawingml/2006/main" noGrp="1"/>
          </p:cNvSpPr>
          <p:nvPr/>
        </p:nvSpPr>
        <p:spPr>
          <a:xfrm xmlns:a="http://schemas.openxmlformats.org/drawingml/2006/main">
            <a:off x="781050" y="35623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Roles  [Your roles]</a:t>
            </a:r>
          </a:p>
        </p:txBody>
      </p:sp>
      <p:sp>
        <p:nvSpPr>
          <p:cNvPr id="10" name="">
            <a:extLst xmlns:a="http://schemas.openxmlformats.org/drawingml/2006/main">
              <a:ext uri="{FF2B5EF4-FFF2-40B4-BE49-F238E27FC236}">
                <a16:creationId xmlns:a16="http://schemas.microsoft.com/office/drawing/2014/main" id="{0A3E7F11-8EF1-4AF3-97F0-2A5D5AEE303B}"/>
              </a:ext>
            </a:extLst>
          </p:cNvPr>
          <p:cNvSpPr>
            <a:spLocks xmlns:a="http://schemas.openxmlformats.org/drawingml/2006/main" noGrp="1"/>
          </p:cNvSpPr>
          <p:nvPr/>
        </p:nvSpPr>
        <p:spPr>
          <a:xfrm xmlns:a="http://schemas.openxmlformats.org/drawingml/2006/main">
            <a:off x="609600" y="4610100"/>
            <a:ext cx="10972800" cy="10096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1" name="">
            <a:extLst xmlns:a="http://schemas.openxmlformats.org/drawingml/2006/main">
              <a:ext uri="{FF2B5EF4-FFF2-40B4-BE49-F238E27FC236}">
                <a16:creationId xmlns:a16="http://schemas.microsoft.com/office/drawing/2014/main" id="{6FB9E00E-B94B-4106-8E82-94A5C9B0DFE4}"/>
              </a:ext>
            </a:extLst>
          </p:cNvPr>
          <p:cNvSpPr>
            <a:spLocks xmlns:a="http://schemas.openxmlformats.org/drawingml/2006/main" noGrp="1"/>
          </p:cNvSpPr>
          <p:nvPr/>
        </p:nvSpPr>
        <p:spPr>
          <a:xfrm xmlns:a="http://schemas.openxmlformats.org/drawingml/2006/main">
            <a:off x="781050" y="47434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Knowledge to recall  [Your focus]</a:t>
            </a:r>
          </a:p>
        </p:txBody>
      </p:sp>
      <p:sp>
        <p:nvSpPr>
          <p:cNvPr id="12" name="">
            <a:extLst xmlns:a="http://schemas.openxmlformats.org/drawingml/2006/main">
              <a:ext uri="{FF2B5EF4-FFF2-40B4-BE49-F238E27FC236}">
                <a16:creationId xmlns:a16="http://schemas.microsoft.com/office/drawing/2014/main" id="{9298E13B-A8A1-4847-8C0E-E5A774616A9A}"/>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09413B5-61A3-4BDA-9A2F-F42540584E7A}"/>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F5B08B50-1EB8-420D-9140-7EB032C7288E}"/>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16" name="source-credit">
            <a:extLst xmlns:a="http://schemas.openxmlformats.org/drawingml/2006/main">
              <a:ext uri="{FF2B5EF4-FFF2-40B4-BE49-F238E27FC236}">
                <a16:creationId xmlns:a16="http://schemas.microsoft.com/office/drawing/2014/main" id="{35EC6BAD-192E-4C83-A295-D8CF036DACD0}"/>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ee341e8037af45c6"/>
              </a:rPr>
              <a:t>Hall Houston — published classroom activity — original guidance</a:t>
            </a:r>
          </a:p>
        </p:txBody>
      </p:sp>
    </p:spTree>
    <p:extLst>
      <p:ext uri="{BB962C8B-B14F-4D97-AF65-F5344CB8AC3E}">
        <p14:creationId xmlns:p14="http://schemas.microsoft.com/office/powerpoint/2010/main" val="5147343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2026-10-08T06:09:08.0510000Z</dcterms:created>
  <dcterms:modified xsi:type="dcterms:W3CDTF">2026-10-08T06:09:08.0510000Z</dcterms:modified>
</coreProperties>
</file>