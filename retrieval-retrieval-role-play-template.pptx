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a37b9423054e22" /><Relationship Type="http://schemas.openxmlformats.org/officeDocument/2006/relationships/extended-properties" Target="/docProps/app.xml" Id="Rf9db69abb0c64704" /><Relationship Type="http://schemas.openxmlformats.org/officeDocument/2006/relationships/officeDocument" Target="/ppt/presentation.xml" Id="R6ab296be849e40dc" /></Relationships>
</file>

<file path=ppt/presentation.xml><?xml version="1.0" encoding="utf-8"?>
<p:presentation xmlns:p="http://schemas.openxmlformats.org/presentationml/2006/main">
  <p:sldMasterIdLst>
    <p:sldMasterId xmlns:r="http://schemas.openxmlformats.org/officeDocument/2006/relationships" id="2147483648" r:id="R886c44688c0d4d21"/>
  </p:sldMasterIdLst>
  <p:notesMasterIdLst>
    <p:notesMasterId xmlns:r="http://schemas.openxmlformats.org/officeDocument/2006/relationships" r:id="R2dfc4917f046426a"/>
  </p:notesMasterIdLst>
  <p:sldIdLst>
    <p:sldId xmlns:r="http://schemas.openxmlformats.org/officeDocument/2006/relationships" id="256" r:id="Rd96785584ffd4a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7d68fff95846a6" /><Relationship Type="http://schemas.openxmlformats.org/officeDocument/2006/relationships/slideMaster" Target="/ppt/slideMasters/slideMaster1.xml" Id="R886c44688c0d4d21" /><Relationship Type="http://schemas.openxmlformats.org/officeDocument/2006/relationships/notesMaster" Target="/ppt/notesMasters/notesMaster1.xml" Id="R2dfc4917f046426a" /><Relationship Type="http://schemas.openxmlformats.org/officeDocument/2006/relationships/presProps" Target="/ppt/presProps.xml" Id="R384981da1f254375" /><Relationship Type="http://schemas.openxmlformats.org/officeDocument/2006/relationships/tableStyles" Target="/ppt/tableStyles.xml" Id="R47a4f21ccd944f83" /><Relationship Type="http://schemas.openxmlformats.org/officeDocument/2006/relationships/slide" Target="/ppt/slides/slide1.xml" Id="Rd96785584ffd4a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5d6db69e2647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502290c8ef4433" /><Relationship Type="http://schemas.openxmlformats.org/officeDocument/2006/relationships/notesMaster" Target="/ppt/notesMasters/notesMaster1.xml" Id="Rf0b8286726bc42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b1c43f839e49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9f43c6899b4f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ecb751998646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ff6cd7614a46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91bd56dfb843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8d0082c6c340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834253A-913B-4F1E-8D77-B58C690DEBC5}"/>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B133867-F0BB-44E7-8304-E5F195EDE59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C5E0202-A208-4146-BC26-AA85D518A4C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98141DE-FFA6-4D76-865A-EB5BBA32633B}"/>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B88AE19-C11C-4FCC-9C62-0F388896A0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EE47E2F-4BD1-41AF-B023-17263CA1907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94648F6-4B07-4B7A-B696-D4AE9EA4C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084EA40B-3D95-422D-9A0C-09CDC95DF7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1AF42-199E-4C4F-9C19-26ECAEA32F6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B363972-5FCA-4451-B1D0-F8F5F67AAA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3223C8E-7C2E-457A-9D50-93D9B63AFC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B706BAC6-4765-4F73-AA1D-F6E183F8BC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22E96E6-7F2D-42DC-8F0A-93B53F271F7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E2BC6D9-AC48-4890-901D-C3CD1FCF61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3A3FD8C-A9B8-40CE-8DA5-82183B53EF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47204b486148a9" /><Relationship Type="http://schemas.openxmlformats.org/officeDocument/2006/relationships/slideLayout" Target="/ppt/slideLayouts/slideLayout1.xml" Id="R373be1eae76e42c5" /><Relationship Type="http://schemas.openxmlformats.org/officeDocument/2006/relationships/slideLayout" Target="/ppt/slideLayouts/slideLayout2.xml" Id="R9e575a00e3b34b47" /><Relationship Type="http://schemas.openxmlformats.org/officeDocument/2006/relationships/slideLayout" Target="/ppt/slideLayouts/slideLayout3.xml" Id="Rc452efe4ae024035" /><Relationship Type="http://schemas.openxmlformats.org/officeDocument/2006/relationships/slideLayout" Target="/ppt/slideLayouts/slideLayout4.xml" Id="R15349e3f4a9c4486" /><Relationship Type="http://schemas.openxmlformats.org/officeDocument/2006/relationships/slideLayout" Target="/ppt/slideLayouts/slideLayout5.xml" Id="R34cab0f0d2204684" /><Relationship Type="http://schemas.openxmlformats.org/officeDocument/2006/relationships/slideLayout" Target="/ppt/slideLayouts/slideLayout6.xml" Id="R316a0141403746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3be1eae76e42c5"/>
    <p:sldLayoutId xmlns:r="http://schemas.openxmlformats.org/officeDocument/2006/relationships" id="2147483650" r:id="R9e575a00e3b34b47"/>
    <p:sldLayoutId xmlns:r="http://schemas.openxmlformats.org/officeDocument/2006/relationships" id="2147483651" r:id="Rc452efe4ae024035"/>
    <p:sldLayoutId xmlns:r="http://schemas.openxmlformats.org/officeDocument/2006/relationships" id="2147483652" r:id="R15349e3f4a9c4486"/>
    <p:sldLayoutId xmlns:r="http://schemas.openxmlformats.org/officeDocument/2006/relationships" id="2147483653" r:id="R34cab0f0d2204684"/>
    <p:sldLayoutId xmlns:r="http://schemas.openxmlformats.org/officeDocument/2006/relationships" id="2147483654" r:id="R316a0141403746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9e20b3684749c6" /><Relationship Type="http://schemas.openxmlformats.org/officeDocument/2006/relationships/notesSlide" Target="/ppt/notesSlides/notesSlide1.xml" Id="Rce056714bcc64463"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E7F589E-A04C-4E1C-818B-AAF156BDB3D7}"/>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Retrieval role-play</a:t>
            </a:r>
          </a:p>
        </p:txBody>
      </p:sp>
      <p:sp>
        <p:nvSpPr>
          <p:cNvPr id="2" name="">
            <a:extLst xmlns:a="http://schemas.openxmlformats.org/drawingml/2006/main">
              <a:ext uri="{FF2B5EF4-FFF2-40B4-BE49-F238E27FC236}">
                <a16:creationId xmlns:a16="http://schemas.microsoft.com/office/drawing/2014/main" id="{4E1079E1-BA7B-4ACA-9021-0BEC36B590BE}"/>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A12E2840-2081-47DF-8830-06E32700E7EF}"/>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807AF2-A4D1-4F76-B109-543875950E89}"/>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65CC178B-4B1C-4FFC-9652-44EA09B7BDD7}"/>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E22DC73D-46AA-45CA-B910-5427CB54431A}"/>
              </a:ext>
            </a:extLst>
          </p:cNvPr>
          <p:cNvSpPr>
            <a:spLocks xmlns:a="http://schemas.openxmlformats.org/drawingml/2006/main" noGrp="1"/>
          </p:cNvSpPr>
          <p:nvPr/>
        </p:nvSpPr>
        <p:spPr>
          <a:xfrm xmlns:a="http://schemas.openxmlformats.org/drawingml/2006/main">
            <a:off x="609600" y="22479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D27C83C3-691A-4BD7-A3C0-A2BF1B53130C}"/>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Situation  [Your scenario]</a:t>
            </a:r>
          </a:p>
        </p:txBody>
      </p:sp>
      <p:sp>
        <p:nvSpPr>
          <p:cNvPr id="8" name="">
            <a:extLst xmlns:a="http://schemas.openxmlformats.org/drawingml/2006/main">
              <a:ext uri="{FF2B5EF4-FFF2-40B4-BE49-F238E27FC236}">
                <a16:creationId xmlns:a16="http://schemas.microsoft.com/office/drawing/2014/main" id="{B13532B3-DAA0-495D-9EE6-4B67F83CFD1C}"/>
              </a:ext>
            </a:extLst>
          </p:cNvPr>
          <p:cNvSpPr>
            <a:spLocks xmlns:a="http://schemas.openxmlformats.org/drawingml/2006/main" noGrp="1"/>
          </p:cNvSpPr>
          <p:nvPr/>
        </p:nvSpPr>
        <p:spPr>
          <a:xfrm xmlns:a="http://schemas.openxmlformats.org/drawingml/2006/main">
            <a:off x="609600" y="3429000"/>
            <a:ext cx="109728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78A0BA9A-218D-486A-9EA9-F86A54C71A05}"/>
              </a:ext>
            </a:extLst>
          </p:cNvPr>
          <p:cNvSpPr>
            <a:spLocks xmlns:a="http://schemas.openxmlformats.org/drawingml/2006/main" noGrp="1"/>
          </p:cNvSpPr>
          <p:nvPr/>
        </p:nvSpPr>
        <p:spPr>
          <a:xfrm xmlns:a="http://schemas.openxmlformats.org/drawingml/2006/main">
            <a:off x="781050" y="35623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Roles  [Your roles]</a:t>
            </a:r>
          </a:p>
        </p:txBody>
      </p:sp>
      <p:sp>
        <p:nvSpPr>
          <p:cNvPr id="10" name="">
            <a:extLst xmlns:a="http://schemas.openxmlformats.org/drawingml/2006/main">
              <a:ext uri="{FF2B5EF4-FFF2-40B4-BE49-F238E27FC236}">
                <a16:creationId xmlns:a16="http://schemas.microsoft.com/office/drawing/2014/main" id="{033A7D60-B3D0-4C0F-A503-0E1C435AB6A5}"/>
              </a:ext>
            </a:extLst>
          </p:cNvPr>
          <p:cNvSpPr>
            <a:spLocks xmlns:a="http://schemas.openxmlformats.org/drawingml/2006/main" noGrp="1"/>
          </p:cNvSpPr>
          <p:nvPr/>
        </p:nvSpPr>
        <p:spPr>
          <a:xfrm xmlns:a="http://schemas.openxmlformats.org/drawingml/2006/main">
            <a:off x="609600" y="46101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8EEA98F6-86BD-4065-A15C-B77C5D8ECF4E}"/>
              </a:ext>
            </a:extLst>
          </p:cNvPr>
          <p:cNvSpPr>
            <a:spLocks xmlns:a="http://schemas.openxmlformats.org/drawingml/2006/main" noGrp="1"/>
          </p:cNvSpPr>
          <p:nvPr/>
        </p:nvSpPr>
        <p:spPr>
          <a:xfrm xmlns:a="http://schemas.openxmlformats.org/drawingml/2006/main">
            <a:off x="781050" y="47434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Knowledge to recall  [Your focus]</a:t>
            </a:r>
          </a:p>
        </p:txBody>
      </p:sp>
      <p:sp>
        <p:nvSpPr>
          <p:cNvPr id="12" name="">
            <a:extLst xmlns:a="http://schemas.openxmlformats.org/drawingml/2006/main">
              <a:ext uri="{FF2B5EF4-FFF2-40B4-BE49-F238E27FC236}">
                <a16:creationId xmlns:a16="http://schemas.microsoft.com/office/drawing/2014/main" id="{BA0759DA-D7AA-4AA1-A4F4-21C7D3EBBB42}"/>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B271CAA-EA2F-454A-BE61-BE427A4C2B85}"/>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4A7433EC-D5B0-4105-9BD0-DDB0910B3587}"/>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5160969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2026-10-07T20:43:51.6520000Z</dcterms:created>
  <dcterms:modified xsi:type="dcterms:W3CDTF">2026-10-07T20:43:51.6520000Z</dcterms:modified>
</coreProperties>
</file>