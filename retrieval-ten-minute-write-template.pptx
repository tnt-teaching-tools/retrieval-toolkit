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169f0cbfce4722" /><Relationship Type="http://schemas.openxmlformats.org/officeDocument/2006/relationships/extended-properties" Target="/docProps/app.xml" Id="Rdda9a48b298d4b21" /><Relationship Type="http://schemas.openxmlformats.org/officeDocument/2006/relationships/officeDocument" Target="/ppt/presentation.xml" Id="Rbd276733462343d8" /></Relationships>
</file>

<file path=ppt/presentation.xml><?xml version="1.0" encoding="utf-8"?>
<p:presentation xmlns:p="http://schemas.openxmlformats.org/presentationml/2006/main">
  <p:sldMasterIdLst>
    <p:sldMasterId xmlns:r="http://schemas.openxmlformats.org/officeDocument/2006/relationships" id="2147483648" r:id="R2f5fd04932404e14"/>
  </p:sldMasterIdLst>
  <p:notesMasterIdLst>
    <p:notesMasterId xmlns:r="http://schemas.openxmlformats.org/officeDocument/2006/relationships" r:id="Rc49e4d3af1c844ec"/>
  </p:notesMasterIdLst>
  <p:sldIdLst>
    <p:sldId xmlns:r="http://schemas.openxmlformats.org/officeDocument/2006/relationships" id="256" r:id="Rb2ea21545e424a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e71b88314b4770" /><Relationship Type="http://schemas.openxmlformats.org/officeDocument/2006/relationships/slideMaster" Target="/ppt/slideMasters/slideMaster1.xml" Id="R2f5fd04932404e14" /><Relationship Type="http://schemas.openxmlformats.org/officeDocument/2006/relationships/notesMaster" Target="/ppt/notesMasters/notesMaster1.xml" Id="Rc49e4d3af1c844ec" /><Relationship Type="http://schemas.openxmlformats.org/officeDocument/2006/relationships/presProps" Target="/ppt/presProps.xml" Id="R31199e6df59a4fd4" /><Relationship Type="http://schemas.openxmlformats.org/officeDocument/2006/relationships/tableStyles" Target="/ppt/tableStyles.xml" Id="Rc457a8c9e077424d" /><Relationship Type="http://schemas.openxmlformats.org/officeDocument/2006/relationships/slide" Target="/ppt/slides/slide1.xml" Id="Rb2ea21545e424a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aca21d19cc44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b9870a98784b00" /><Relationship Type="http://schemas.openxmlformats.org/officeDocument/2006/relationships/notesMaster" Target="/ppt/notesMasters/notesMaster1.xml" Id="Rbbc9c870f35045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bb56e6b3284a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6ac67f867945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41b47d4bfe543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e75d59410240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f61649041e41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a368c725394b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3ADD192-921D-4F88-AFD2-B1C0004D51AB}"/>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9947CDF-FEBD-4BCA-AAC1-DE52600056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CA927113-6415-489E-829A-501BC5647B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3332C5DB-E965-4E2A-8F39-E08848E0A4AB}"/>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7261CC4-8A90-4389-B1FB-9E703FADB8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D95051D-26A5-4256-B6B0-8E305D637A6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A15FCBB-831B-4FF4-BB20-957D3C35E7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E5A2B87A-0AC3-4654-BA06-5461C75DA04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0CD72E17-5B8B-440F-99B9-2417D590C2F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59E0AE9-2EE5-4FB2-946F-0F2920C47C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2BF8E53-8508-48DC-96DE-E6627929AA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BB370806-085E-470F-ADBB-6C69622F244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53212DC-F6CF-4640-8941-4EA0AEAD18E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F63D0B7-5628-415A-B64B-DEB36B3DE9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034286C-CEDD-4760-A87E-993A8804C0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33cf61af684dc5" /><Relationship Type="http://schemas.openxmlformats.org/officeDocument/2006/relationships/slideLayout" Target="/ppt/slideLayouts/slideLayout1.xml" Id="R6c2d58e33e484cd2" /><Relationship Type="http://schemas.openxmlformats.org/officeDocument/2006/relationships/slideLayout" Target="/ppt/slideLayouts/slideLayout2.xml" Id="R9912794376e449fc" /><Relationship Type="http://schemas.openxmlformats.org/officeDocument/2006/relationships/slideLayout" Target="/ppt/slideLayouts/slideLayout3.xml" Id="R5ed9bf8501e5477b" /><Relationship Type="http://schemas.openxmlformats.org/officeDocument/2006/relationships/slideLayout" Target="/ppt/slideLayouts/slideLayout4.xml" Id="R356e028f8a1a49cd" /><Relationship Type="http://schemas.openxmlformats.org/officeDocument/2006/relationships/slideLayout" Target="/ppt/slideLayouts/slideLayout5.xml" Id="Re345049d6dfc4bdd" /><Relationship Type="http://schemas.openxmlformats.org/officeDocument/2006/relationships/slideLayout" Target="/ppt/slideLayouts/slideLayout6.xml" Id="R5c5c3cba0d5841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2d58e33e484cd2"/>
    <p:sldLayoutId xmlns:r="http://schemas.openxmlformats.org/officeDocument/2006/relationships" id="2147483650" r:id="R9912794376e449fc"/>
    <p:sldLayoutId xmlns:r="http://schemas.openxmlformats.org/officeDocument/2006/relationships" id="2147483651" r:id="R5ed9bf8501e5477b"/>
    <p:sldLayoutId xmlns:r="http://schemas.openxmlformats.org/officeDocument/2006/relationships" id="2147483652" r:id="R356e028f8a1a49cd"/>
    <p:sldLayoutId xmlns:r="http://schemas.openxmlformats.org/officeDocument/2006/relationships" id="2147483653" r:id="Re345049d6dfc4bdd"/>
    <p:sldLayoutId xmlns:r="http://schemas.openxmlformats.org/officeDocument/2006/relationships" id="2147483654" r:id="R5c5c3cba0d5841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04d2690eb141b6" /><Relationship Type="http://schemas.openxmlformats.org/officeDocument/2006/relationships/notesSlide" Target="/ppt/notesSlides/notesSlide1.xml" Id="R26def9841a2549aa"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042DA5-9FF2-40EF-ADB6-2FA656DE92F8}"/>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Short recall write</a:t>
            </a:r>
          </a:p>
        </p:txBody>
      </p:sp>
      <p:sp>
        <p:nvSpPr>
          <p:cNvPr id="2" name="">
            <a:extLst xmlns:a="http://schemas.openxmlformats.org/drawingml/2006/main">
              <a:ext uri="{FF2B5EF4-FFF2-40B4-BE49-F238E27FC236}">
                <a16:creationId xmlns:a16="http://schemas.microsoft.com/office/drawing/2014/main" id="{587A11EB-763B-4167-9180-ACC18D8B763D}"/>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C6C8B194-CC62-4AAE-AF29-99FC910CAF33}"/>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9A248E-DF18-4353-B831-90A703ECAC04}"/>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F36E69B9-1FF4-4060-ACD6-CC0A892BA7E9}"/>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DE590DE2-2AA0-417F-90A7-FFA340153DF9}"/>
              </a:ext>
            </a:extLst>
          </p:cNvPr>
          <p:cNvSpPr>
            <a:spLocks xmlns:a="http://schemas.openxmlformats.org/drawingml/2006/main" noGrp="1"/>
          </p:cNvSpPr>
          <p:nvPr/>
        </p:nvSpPr>
        <p:spPr>
          <a:xfrm xmlns:a="http://schemas.openxmlformats.org/drawingml/2006/main">
            <a:off x="609600" y="2247900"/>
            <a:ext cx="109728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098903D0-C684-4CC1-97C5-A7A7731C5D8E}"/>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focused recall question]</a:t>
            </a:r>
          </a:p>
        </p:txBody>
      </p:sp>
      <p:sp>
        <p:nvSpPr>
          <p:cNvPr id="8" name="">
            <a:extLst xmlns:a="http://schemas.openxmlformats.org/drawingml/2006/main">
              <a:ext uri="{FF2B5EF4-FFF2-40B4-BE49-F238E27FC236}">
                <a16:creationId xmlns:a16="http://schemas.microsoft.com/office/drawing/2014/main" id="{C76C3476-8D55-4F88-9083-288C1E1A5CAD}"/>
              </a:ext>
            </a:extLst>
          </p:cNvPr>
          <p:cNvSpPr>
            <a:spLocks xmlns:a="http://schemas.openxmlformats.org/drawingml/2006/main" noGrp="1"/>
          </p:cNvSpPr>
          <p:nvPr/>
        </p:nvSpPr>
        <p:spPr>
          <a:xfrm xmlns:a="http://schemas.openxmlformats.org/drawingml/2006/main">
            <a:off x="781050" y="2857500"/>
            <a:ext cx="106299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58D7E4AA-AE8C-4D04-BC6D-927437FAAA7F}"/>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3A6E2AB-5A12-498E-BDB6-CB59233DDE33}"/>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1" name="">
            <a:extLst xmlns:a="http://schemas.openxmlformats.org/drawingml/2006/main">
              <a:ext uri="{FF2B5EF4-FFF2-40B4-BE49-F238E27FC236}">
                <a16:creationId xmlns:a16="http://schemas.microsoft.com/office/drawing/2014/main" id="{BE6BAA4C-85FF-4E6D-AB6F-F9C033104B4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2802957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2026-10-07T20:44:35.8640000Z</dcterms:created>
  <dcterms:modified xsi:type="dcterms:W3CDTF">2026-10-07T20:44:35.8640000Z</dcterms:modified>
</coreProperties>
</file>