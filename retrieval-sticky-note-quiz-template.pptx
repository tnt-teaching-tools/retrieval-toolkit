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3c020fbf1e94814" /><Relationship Type="http://schemas.openxmlformats.org/officeDocument/2006/relationships/extended-properties" Target="/docProps/app.xml" Id="R36e9e466a38a425a" /><Relationship Type="http://schemas.openxmlformats.org/officeDocument/2006/relationships/officeDocument" Target="/ppt/presentation.xml" Id="Reded1ff72f4b443a" /></Relationships>
</file>

<file path=ppt/presentation.xml><?xml version="1.0" encoding="utf-8"?>
<p:presentation xmlns:p="http://schemas.openxmlformats.org/presentationml/2006/main">
  <p:sldMasterIdLst>
    <p:sldMasterId xmlns:r="http://schemas.openxmlformats.org/officeDocument/2006/relationships" id="2147483648" r:id="R6da0dc1f47af4d96"/>
  </p:sldMasterIdLst>
  <p:notesMasterIdLst>
    <p:notesMasterId xmlns:r="http://schemas.openxmlformats.org/officeDocument/2006/relationships" r:id="Rb8a788b97ee045b9"/>
  </p:notesMasterIdLst>
  <p:sldIdLst>
    <p:sldId xmlns:r="http://schemas.openxmlformats.org/officeDocument/2006/relationships" id="256" r:id="R04365cb592694d7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474058ce9de4f14" /><Relationship Type="http://schemas.openxmlformats.org/officeDocument/2006/relationships/slideMaster" Target="/ppt/slideMasters/slideMaster1.xml" Id="R6da0dc1f47af4d96" /><Relationship Type="http://schemas.openxmlformats.org/officeDocument/2006/relationships/notesMaster" Target="/ppt/notesMasters/notesMaster1.xml" Id="Rb8a788b97ee045b9" /><Relationship Type="http://schemas.openxmlformats.org/officeDocument/2006/relationships/presProps" Target="/ppt/presProps.xml" Id="R3cefe685d3304278" /><Relationship Type="http://schemas.openxmlformats.org/officeDocument/2006/relationships/tableStyles" Target="/ppt/tableStyles.xml" Id="R3e48f51607434b68" /><Relationship Type="http://schemas.openxmlformats.org/officeDocument/2006/relationships/slide" Target="/ppt/slides/slide1.xml" Id="R04365cb592694d7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70805db926d466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1421b8b4a6f461d" /><Relationship Type="http://schemas.openxmlformats.org/officeDocument/2006/relationships/notesMaster" Target="/ppt/notesMasters/notesMaster1.xml" Id="R34aa3ea096b2485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374502875314c4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1b844cc6b9047c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98a64cfec684b9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d957f38b9504df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94a1b18864448b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e9ffe21ef104c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2893E63-3629-4560-9CE1-E90A4DABDD00}"/>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4BDA12-E087-44EE-8D9E-B62B9ABD4F3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86145432-DB13-49D4-9A03-6ECAD16AC7B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9F4C99-6F73-4E3A-A02E-6C16F2A12522}"/>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68FEF867-63CD-424F-BBEC-1D3BB845A9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E3A48DF-9E82-4D08-982B-3257F916FECF}"/>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20ADFEA-594B-4197-96A0-F8F4A43D503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A1350CD5-0CEE-4F19-84CF-8B27C604453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11FD8F4F-AF83-4107-AAD9-BF71925EC3E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02DDC1F-3552-4B52-A281-C286073904B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E3DE852-C525-4DF8-AFBD-5C37A3D58F7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50C55D43-F3A4-4A86-A468-E6B2456F24D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1FD9C7D-E0BB-4BD8-9E7B-030BA9C045AF}"/>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593F8FC-134E-4AB0-A652-EE87248D539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410E1803-52D5-43EC-9947-D50FE3E1530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05cbc8dd22545c6" /><Relationship Type="http://schemas.openxmlformats.org/officeDocument/2006/relationships/slideLayout" Target="/ppt/slideLayouts/slideLayout1.xml" Id="Rdff599ef9df44b17" /><Relationship Type="http://schemas.openxmlformats.org/officeDocument/2006/relationships/slideLayout" Target="/ppt/slideLayouts/slideLayout2.xml" Id="R26805f10bece44fa" /><Relationship Type="http://schemas.openxmlformats.org/officeDocument/2006/relationships/slideLayout" Target="/ppt/slideLayouts/slideLayout3.xml" Id="R30cc5cf3976643da" /><Relationship Type="http://schemas.openxmlformats.org/officeDocument/2006/relationships/slideLayout" Target="/ppt/slideLayouts/slideLayout4.xml" Id="R0a7ce70b73e747ca" /><Relationship Type="http://schemas.openxmlformats.org/officeDocument/2006/relationships/slideLayout" Target="/ppt/slideLayouts/slideLayout5.xml" Id="R4e0224262a4048e2" /><Relationship Type="http://schemas.openxmlformats.org/officeDocument/2006/relationships/slideLayout" Target="/ppt/slideLayouts/slideLayout6.xml" Id="Rdc4299b9355b45a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ff599ef9df44b17"/>
    <p:sldLayoutId xmlns:r="http://schemas.openxmlformats.org/officeDocument/2006/relationships" id="2147483650" r:id="R26805f10bece44fa"/>
    <p:sldLayoutId xmlns:r="http://schemas.openxmlformats.org/officeDocument/2006/relationships" id="2147483651" r:id="R30cc5cf3976643da"/>
    <p:sldLayoutId xmlns:r="http://schemas.openxmlformats.org/officeDocument/2006/relationships" id="2147483652" r:id="R0a7ce70b73e747ca"/>
    <p:sldLayoutId xmlns:r="http://schemas.openxmlformats.org/officeDocument/2006/relationships" id="2147483653" r:id="R4e0224262a4048e2"/>
    <p:sldLayoutId xmlns:r="http://schemas.openxmlformats.org/officeDocument/2006/relationships" id="2147483654" r:id="Rdc4299b9355b45a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2f3484b8a0c44a6" /><Relationship Type="http://schemas.openxmlformats.org/officeDocument/2006/relationships/notesSlide" Target="/ppt/notesSlides/notesSlide1.xml" Id="R31ac9ee237734702"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74D58E4-E434-44F7-963E-84CD57EED2D6}"/>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Sticky-note quizzing</a:t>
            </a:r>
          </a:p>
        </p:txBody>
      </p:sp>
      <p:sp>
        <p:nvSpPr>
          <p:cNvPr id="2" name="">
            <a:extLst xmlns:a="http://schemas.openxmlformats.org/drawingml/2006/main">
              <a:ext uri="{FF2B5EF4-FFF2-40B4-BE49-F238E27FC236}">
                <a16:creationId xmlns:a16="http://schemas.microsoft.com/office/drawing/2014/main" id="{4F878E71-7736-4589-9E9D-03F823266E99}"/>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15CFD938-EC7A-42CB-B3A0-8C7E37F82A96}"/>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F6CDBEE-01D2-4617-8674-13B7CB03FA1D}"/>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9E671000-56E5-4B96-9D8E-AEAB73C9826F}"/>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7F411C2B-75E4-4901-AE61-0A994C1DF22D}"/>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51EB9368-8DA5-4B36-8DF9-64E0BDA6DA96}"/>
              </a:ext>
            </a:extLst>
          </p:cNvPr>
          <p:cNvSpPr>
            <a:spLocks xmlns:a="http://schemas.openxmlformats.org/drawingml/2006/main" noGrp="1"/>
          </p:cNvSpPr>
          <p:nvPr/>
        </p:nvSpPr>
        <p:spPr>
          <a:xfrm xmlns:a="http://schemas.openxmlformats.org/drawingml/2006/main">
            <a:off x="781050"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Prompt 1  [Your question]</a:t>
            </a:r>
          </a:p>
        </p:txBody>
      </p:sp>
      <p:sp>
        <p:nvSpPr>
          <p:cNvPr id="8" name="">
            <a:extLst xmlns:a="http://schemas.openxmlformats.org/drawingml/2006/main">
              <a:ext uri="{FF2B5EF4-FFF2-40B4-BE49-F238E27FC236}">
                <a16:creationId xmlns:a16="http://schemas.microsoft.com/office/drawing/2014/main" id="{68F119B3-C5A4-4D7F-BA5D-A8BE90584993}"/>
              </a:ext>
            </a:extLst>
          </p:cNvPr>
          <p:cNvSpPr>
            <a:spLocks xmlns:a="http://schemas.openxmlformats.org/drawingml/2006/main" noGrp="1"/>
          </p:cNvSpPr>
          <p:nvPr/>
        </p:nvSpPr>
        <p:spPr>
          <a:xfrm xmlns:a="http://schemas.openxmlformats.org/drawingml/2006/main">
            <a:off x="781050"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EB774EDA-35E4-4714-82FE-CB41A9B3D434}"/>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9361AC33-40DB-40F1-AB15-D34537D5A094}"/>
              </a:ext>
            </a:extLst>
          </p:cNvPr>
          <p:cNvSpPr>
            <a:spLocks xmlns:a="http://schemas.openxmlformats.org/drawingml/2006/main" noGrp="1"/>
          </p:cNvSpPr>
          <p:nvPr/>
        </p:nvSpPr>
        <p:spPr>
          <a:xfrm xmlns:a="http://schemas.openxmlformats.org/drawingml/2006/main">
            <a:off x="6353175"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Prompt 2  [Your question]</a:t>
            </a:r>
          </a:p>
        </p:txBody>
      </p:sp>
      <p:sp>
        <p:nvSpPr>
          <p:cNvPr id="11" name="">
            <a:extLst xmlns:a="http://schemas.openxmlformats.org/drawingml/2006/main">
              <a:ext uri="{FF2B5EF4-FFF2-40B4-BE49-F238E27FC236}">
                <a16:creationId xmlns:a16="http://schemas.microsoft.com/office/drawing/2014/main" id="{44477E46-E89C-4CDD-884F-FBD8E8AACCA2}"/>
              </a:ext>
            </a:extLst>
          </p:cNvPr>
          <p:cNvSpPr>
            <a:spLocks xmlns:a="http://schemas.openxmlformats.org/drawingml/2006/main" noGrp="1"/>
          </p:cNvSpPr>
          <p:nvPr/>
        </p:nvSpPr>
        <p:spPr>
          <a:xfrm xmlns:a="http://schemas.openxmlformats.org/drawingml/2006/main">
            <a:off x="6353175"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2" name="">
            <a:extLst xmlns:a="http://schemas.openxmlformats.org/drawingml/2006/main">
              <a:ext uri="{FF2B5EF4-FFF2-40B4-BE49-F238E27FC236}">
                <a16:creationId xmlns:a16="http://schemas.microsoft.com/office/drawing/2014/main" id="{88F44A4D-6144-4B6B-9C26-C2801D8E6A38}"/>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8802280D-E8EA-4691-A843-3613DC4FD830}"/>
              </a:ext>
            </a:extLst>
          </p:cNvPr>
          <p:cNvSpPr>
            <a:spLocks xmlns:a="http://schemas.openxmlformats.org/drawingml/2006/main" noGrp="1"/>
          </p:cNvSpPr>
          <p:nvPr/>
        </p:nvSpPr>
        <p:spPr>
          <a:xfrm xmlns:a="http://schemas.openxmlformats.org/drawingml/2006/main">
            <a:off x="781050"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Prompt 3  [Your question]</a:t>
            </a:r>
          </a:p>
        </p:txBody>
      </p:sp>
      <p:sp>
        <p:nvSpPr>
          <p:cNvPr id="14" name="">
            <a:extLst xmlns:a="http://schemas.openxmlformats.org/drawingml/2006/main">
              <a:ext uri="{FF2B5EF4-FFF2-40B4-BE49-F238E27FC236}">
                <a16:creationId xmlns:a16="http://schemas.microsoft.com/office/drawing/2014/main" id="{028F1E31-68A8-4029-BACD-EB65715B3687}"/>
              </a:ext>
            </a:extLst>
          </p:cNvPr>
          <p:cNvSpPr>
            <a:spLocks xmlns:a="http://schemas.openxmlformats.org/drawingml/2006/main" noGrp="1"/>
          </p:cNvSpPr>
          <p:nvPr/>
        </p:nvSpPr>
        <p:spPr>
          <a:xfrm xmlns:a="http://schemas.openxmlformats.org/drawingml/2006/main">
            <a:off x="781050"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392D2146-EA06-45E0-929A-C1176DC0A5EE}"/>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9FAB157F-B6BA-4B6B-8E64-D22324E0122A}"/>
              </a:ext>
            </a:extLst>
          </p:cNvPr>
          <p:cNvSpPr>
            <a:spLocks xmlns:a="http://schemas.openxmlformats.org/drawingml/2006/main" noGrp="1"/>
          </p:cNvSpPr>
          <p:nvPr/>
        </p:nvSpPr>
        <p:spPr>
          <a:xfrm xmlns:a="http://schemas.openxmlformats.org/drawingml/2006/main">
            <a:off x="6353175"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Prompt 4  [Your question]</a:t>
            </a:r>
          </a:p>
        </p:txBody>
      </p:sp>
      <p:sp>
        <p:nvSpPr>
          <p:cNvPr id="17" name="">
            <a:extLst xmlns:a="http://schemas.openxmlformats.org/drawingml/2006/main">
              <a:ext uri="{FF2B5EF4-FFF2-40B4-BE49-F238E27FC236}">
                <a16:creationId xmlns:a16="http://schemas.microsoft.com/office/drawing/2014/main" id="{182F3624-D1A6-4903-ACF7-E624213AB3DD}"/>
              </a:ext>
            </a:extLst>
          </p:cNvPr>
          <p:cNvSpPr>
            <a:spLocks xmlns:a="http://schemas.openxmlformats.org/drawingml/2006/main" noGrp="1"/>
          </p:cNvSpPr>
          <p:nvPr/>
        </p:nvSpPr>
        <p:spPr>
          <a:xfrm xmlns:a="http://schemas.openxmlformats.org/drawingml/2006/main">
            <a:off x="6353175"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8" name="">
            <a:extLst xmlns:a="http://schemas.openxmlformats.org/drawingml/2006/main">
              <a:ext uri="{FF2B5EF4-FFF2-40B4-BE49-F238E27FC236}">
                <a16:creationId xmlns:a16="http://schemas.microsoft.com/office/drawing/2014/main" id="{6DFEE245-7CED-4AB5-9633-1D2DD191A41D}"/>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2297784-4097-46B9-94D6-9A7A4B1B3C78}"/>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DE688420-AA5D-43F8-BAE1-182F35B1F095}"/>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7132539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2026-10-07T20:43:49.4630000Z</dcterms:created>
  <dcterms:modified xsi:type="dcterms:W3CDTF">2026-10-07T20:43:49.4630000Z</dcterms:modified>
</coreProperties>
</file>