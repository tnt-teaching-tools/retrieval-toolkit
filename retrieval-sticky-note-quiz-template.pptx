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7ce929e1114beb" /><Relationship Type="http://schemas.openxmlformats.org/officeDocument/2006/relationships/extended-properties" Target="/docProps/app.xml" Id="R1a6d3aab41134ff1" /><Relationship Type="http://schemas.openxmlformats.org/officeDocument/2006/relationships/officeDocument" Target="/ppt/presentation.xml" Id="Rfeb2dbbf2ec8417c" /></Relationships>
</file>

<file path=ppt/presentation.xml><?xml version="1.0" encoding="utf-8"?>
<p:presentation xmlns:p="http://schemas.openxmlformats.org/presentationml/2006/main">
  <p:sldMasterIdLst>
    <p:sldMasterId xmlns:r="http://schemas.openxmlformats.org/officeDocument/2006/relationships" id="2147483648" r:id="Rf1103ad135a84403"/>
  </p:sldMasterIdLst>
  <p:notesMasterIdLst>
    <p:notesMasterId xmlns:r="http://schemas.openxmlformats.org/officeDocument/2006/relationships" r:id="R0c074b9647e64c0f"/>
  </p:notesMasterIdLst>
  <p:sldIdLst>
    <p:sldId xmlns:r="http://schemas.openxmlformats.org/officeDocument/2006/relationships" id="256" r:id="R9382bc0b936d4d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b5fb2e518e4d31" /><Relationship Type="http://schemas.openxmlformats.org/officeDocument/2006/relationships/slideMaster" Target="/ppt/slideMasters/slideMaster1.xml" Id="Rf1103ad135a84403" /><Relationship Type="http://schemas.openxmlformats.org/officeDocument/2006/relationships/notesMaster" Target="/ppt/notesMasters/notesMaster1.xml" Id="R0c074b9647e64c0f" /><Relationship Type="http://schemas.openxmlformats.org/officeDocument/2006/relationships/presProps" Target="/ppt/presProps.xml" Id="R4ae5ac16542043f1" /><Relationship Type="http://schemas.openxmlformats.org/officeDocument/2006/relationships/tableStyles" Target="/ppt/tableStyles.xml" Id="Rae0bf16c37064a79" /><Relationship Type="http://schemas.openxmlformats.org/officeDocument/2006/relationships/slide" Target="/ppt/slides/slide1.xml" Id="R9382bc0b936d4d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5c097f5b5848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67b9459d5641f8" /><Relationship Type="http://schemas.openxmlformats.org/officeDocument/2006/relationships/notesMaster" Target="/ppt/notesMasters/notesMaster1.xml" Id="R289ac068db5142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Hall Houston — published classroom activity</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Hall Houston identifies this activity as his own in the linked TESOL blog. This subject-neutral adaptation adds individual thinking and teacher-checked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https://tnt-teaching-tools.github.io/retrieval-toolkit/retrieval-sticky-note-quiz.html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bc28d2095c46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6bc15c83924a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d3f403f2e84e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6ed4c900064e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398ec0de6340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bd819831c74a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7d6fa3885a4447" /><Relationship Type="http://schemas.openxmlformats.org/officeDocument/2006/relationships/slideLayout" Target="/ppt/slideLayouts/slideLayout1.xml" Id="Rcec3f11839db495c" /><Relationship Type="http://schemas.openxmlformats.org/officeDocument/2006/relationships/slideLayout" Target="/ppt/slideLayouts/slideLayout2.xml" Id="R59fbd59f744a42ad" /><Relationship Type="http://schemas.openxmlformats.org/officeDocument/2006/relationships/slideLayout" Target="/ppt/slideLayouts/slideLayout3.xml" Id="R8473bb1e31b14ec4" /><Relationship Type="http://schemas.openxmlformats.org/officeDocument/2006/relationships/slideLayout" Target="/ppt/slideLayouts/slideLayout4.xml" Id="Rd642f62c1bd84a4f" /><Relationship Type="http://schemas.openxmlformats.org/officeDocument/2006/relationships/slideLayout" Target="/ppt/slideLayouts/slideLayout5.xml" Id="R55a953b37971465f" /><Relationship Type="http://schemas.openxmlformats.org/officeDocument/2006/relationships/slideLayout" Target="/ppt/slideLayouts/slideLayout6.xml" Id="R3cf939beed954d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c3f11839db495c"/>
    <p:sldLayoutId xmlns:r="http://schemas.openxmlformats.org/officeDocument/2006/relationships" id="2147483650" r:id="R59fbd59f744a42ad"/>
    <p:sldLayoutId xmlns:r="http://schemas.openxmlformats.org/officeDocument/2006/relationships" id="2147483651" r:id="R8473bb1e31b14ec4"/>
    <p:sldLayoutId xmlns:r="http://schemas.openxmlformats.org/officeDocument/2006/relationships" id="2147483652" r:id="Rd642f62c1bd84a4f"/>
    <p:sldLayoutId xmlns:r="http://schemas.openxmlformats.org/officeDocument/2006/relationships" id="2147483653" r:id="R55a953b37971465f"/>
    <p:sldLayoutId xmlns:r="http://schemas.openxmlformats.org/officeDocument/2006/relationships" id="2147483654" r:id="R3cf939beed954d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af4637908b45d0" /><Relationship Type="http://schemas.openxmlformats.org/officeDocument/2006/relationships/hyperlink" Target="https://www.tesol.org/blog/posts/9-ways-to-do-retrieval-practice-in-the-classroom/" TargetMode="External" Id="R327173360c79423d" /><Relationship Type="http://schemas.openxmlformats.org/officeDocument/2006/relationships/notesSlide" Target="/ppt/notesSlides/notesSlide1.xml" Id="R81c0073449d645f2"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CDF3F55-A750-43B0-A32A-834AAA8E83E2}"/>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Sticky-note quizzing</a:t>
            </a:r>
          </a:p>
        </p:txBody>
      </p:sp>
      <p:sp>
        <p:nvSpPr>
          <p:cNvPr id="2" name="">
            <a:extLst xmlns:a="http://schemas.openxmlformats.org/drawingml/2006/main">
              <a:ext uri="{FF2B5EF4-FFF2-40B4-BE49-F238E27FC236}">
                <a16:creationId xmlns:a16="http://schemas.microsoft.com/office/drawing/2014/main" id="{7C1837F4-7375-4967-A88F-E9C20FE488B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950DDD2-B821-4F44-A693-23C9A1B6ABD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59FA11-B68F-4A68-9464-2E301372FC7F}"/>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E3767333-B3A7-43F8-ADB5-81A2B7FD7F43}"/>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9A7E90C-40D3-4EA3-B30C-20FCCBACACBB}"/>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9ED6AA53-AE61-4955-AE6E-BE7126E95367}"/>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1  [Your question]</a:t>
            </a:r>
          </a:p>
        </p:txBody>
      </p:sp>
      <p:sp>
        <p:nvSpPr>
          <p:cNvPr id="8" name="">
            <a:extLst xmlns:a="http://schemas.openxmlformats.org/drawingml/2006/main">
              <a:ext uri="{FF2B5EF4-FFF2-40B4-BE49-F238E27FC236}">
                <a16:creationId xmlns:a16="http://schemas.microsoft.com/office/drawing/2014/main" id="{0AF122F9-91DD-41A0-B1FC-6020CF272F0A}"/>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71B2BE9D-E9A9-4B69-B869-C4016B01C175}"/>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488B60FA-5013-4BFD-9E21-54C5D9FEB862}"/>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2  [Your question]</a:t>
            </a:r>
          </a:p>
        </p:txBody>
      </p:sp>
      <p:sp>
        <p:nvSpPr>
          <p:cNvPr id="11" name="">
            <a:extLst xmlns:a="http://schemas.openxmlformats.org/drawingml/2006/main">
              <a:ext uri="{FF2B5EF4-FFF2-40B4-BE49-F238E27FC236}">
                <a16:creationId xmlns:a16="http://schemas.microsoft.com/office/drawing/2014/main" id="{6868A60C-EB9A-4FF8-A27C-2A4D26908013}"/>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4FB4B590-88F4-453D-8A3F-B164202B594A}"/>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4557DBCF-8DCF-4DFC-B61B-E021613EB061}"/>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3  [Your question]</a:t>
            </a:r>
          </a:p>
        </p:txBody>
      </p:sp>
      <p:sp>
        <p:nvSpPr>
          <p:cNvPr id="14" name="">
            <a:extLst xmlns:a="http://schemas.openxmlformats.org/drawingml/2006/main">
              <a:ext uri="{FF2B5EF4-FFF2-40B4-BE49-F238E27FC236}">
                <a16:creationId xmlns:a16="http://schemas.microsoft.com/office/drawing/2014/main" id="{98228226-84D6-4A19-8D73-076E3F309E8F}"/>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FAE0E3EC-9712-4737-9675-BDC84D633414}"/>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A47E7994-9586-40F2-9A67-B897FF859E5C}"/>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4  [Your question]</a:t>
            </a:r>
          </a:p>
        </p:txBody>
      </p:sp>
      <p:sp>
        <p:nvSpPr>
          <p:cNvPr id="17" name="">
            <a:extLst xmlns:a="http://schemas.openxmlformats.org/drawingml/2006/main">
              <a:ext uri="{FF2B5EF4-FFF2-40B4-BE49-F238E27FC236}">
                <a16:creationId xmlns:a16="http://schemas.microsoft.com/office/drawing/2014/main" id="{2DDC6B78-549B-43D7-BA82-4267DF08C25D}"/>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99DCD0D7-B205-4C51-977B-5F3829A06226}"/>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B0932B0-B1BB-4170-82AD-D11A56D0CA1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9FC84390-742F-4EE8-900E-68A1BE25C7D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CCA50E60-4290-43BD-8346-531E87389F4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327173360c79423d"/>
              </a:rPr>
              <a:t>Hall Houston — published classroom activity — original guidance</a:t>
            </a:r>
          </a:p>
        </p:txBody>
      </p:sp>
    </p:spTree>
    <p:extLst>
      <p:ext uri="{BB962C8B-B14F-4D97-AF65-F5344CB8AC3E}">
        <p14:creationId xmlns:p14="http://schemas.microsoft.com/office/powerpoint/2010/main" val="1103898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2026-10-08T06:09:05.5760000Z</dcterms:created>
  <dcterms:modified xsi:type="dcterms:W3CDTF">2026-10-08T06:09:05.5760000Z</dcterms:modified>
</coreProperties>
</file>