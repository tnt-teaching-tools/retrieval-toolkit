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89657783114e7a" /><Relationship Type="http://schemas.openxmlformats.org/officeDocument/2006/relationships/extended-properties" Target="/docProps/app.xml" Id="R98649d1b42de49d6" /><Relationship Type="http://schemas.openxmlformats.org/officeDocument/2006/relationships/officeDocument" Target="/ppt/presentation.xml" Id="Re8f58f3e2f9d4600" /></Relationships>
</file>

<file path=ppt/presentation.xml><?xml version="1.0" encoding="utf-8"?>
<p:presentation xmlns:p="http://schemas.openxmlformats.org/presentationml/2006/main">
  <p:sldMasterIdLst>
    <p:sldMasterId xmlns:r="http://schemas.openxmlformats.org/officeDocument/2006/relationships" id="2147483648" r:id="R583cfe61ab2a40dc"/>
  </p:sldMasterIdLst>
  <p:notesMasterIdLst>
    <p:notesMasterId xmlns:r="http://schemas.openxmlformats.org/officeDocument/2006/relationships" r:id="R9e1fb527731c4c83"/>
  </p:notesMasterIdLst>
  <p:sldIdLst>
    <p:sldId xmlns:r="http://schemas.openxmlformats.org/officeDocument/2006/relationships" id="256" r:id="Rf3e4e6c0683a47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edcc55312d4642" /><Relationship Type="http://schemas.openxmlformats.org/officeDocument/2006/relationships/slideMaster" Target="/ppt/slideMasters/slideMaster1.xml" Id="R583cfe61ab2a40dc" /><Relationship Type="http://schemas.openxmlformats.org/officeDocument/2006/relationships/notesMaster" Target="/ppt/notesMasters/notesMaster1.xml" Id="R9e1fb527731c4c83" /><Relationship Type="http://schemas.openxmlformats.org/officeDocument/2006/relationships/presProps" Target="/ppt/presProps.xml" Id="R590fbf0598564d1b" /><Relationship Type="http://schemas.openxmlformats.org/officeDocument/2006/relationships/tableStyles" Target="/ppt/tableStyles.xml" Id="R4a9a5b4fb6bc40cd" /><Relationship Type="http://schemas.openxmlformats.org/officeDocument/2006/relationships/slide" Target="/ppt/slides/slide1.xml" Id="Rf3e4e6c0683a47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b341a5e2f44f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705bd5873f4e21" /><Relationship Type="http://schemas.openxmlformats.org/officeDocument/2006/relationships/notesMaster" Target="/ppt/notesMasters/notesMaster1.xml" Id="Rdfa73c78550746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Pooja K. Agarwal — retrieval adaptation of Think–Pair–Share</a:t>
            </a:r>
          </a:p>
          <a:p xmlns:a="http://schemas.openxmlformats.org/drawingml/2006/main">
            <a:r>
              <a:t/>
            </a:r>
          </a:p>
          <a:p xmlns:a="http://schemas.openxmlformats.org/drawingml/2006/main">
            <a:r>
              <a:t>https://www.retrievalpractice.org/strategies/2018/think-pair-share</a:t>
            </a:r>
          </a:p>
          <a:p xmlns:a="http://schemas.openxmlformats.org/drawingml/2006/main">
            <a:r>
              <a:t/>
            </a:r>
          </a:p>
          <a:p xmlns:a="http://schemas.openxmlformats.org/drawingml/2006/main">
            <a:r>
              <a:t>Think–Pair–Share is a shared classroom structure. This version follows Agarwal’s retrieval guidance; it does not claim she invented the original structure.</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https://tnt-teaching-tools.github.io/retrieval-toolkit/retrieval-think-pair-share.html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b740e03e6d4b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7681c87044643a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5b2db5f26f4b1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77e1fb8263844b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b07a9e74d9f436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c2bf013aa404c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8b60d142cd45c4" /><Relationship Type="http://schemas.openxmlformats.org/officeDocument/2006/relationships/slideLayout" Target="/ppt/slideLayouts/slideLayout1.xml" Id="R38a554fd7bcf42be" /><Relationship Type="http://schemas.openxmlformats.org/officeDocument/2006/relationships/slideLayout" Target="/ppt/slideLayouts/slideLayout2.xml" Id="R770f11bc62d24ba0" /><Relationship Type="http://schemas.openxmlformats.org/officeDocument/2006/relationships/slideLayout" Target="/ppt/slideLayouts/slideLayout3.xml" Id="R8e78a72158954715" /><Relationship Type="http://schemas.openxmlformats.org/officeDocument/2006/relationships/slideLayout" Target="/ppt/slideLayouts/slideLayout4.xml" Id="R7e15bdd56a0e429d" /><Relationship Type="http://schemas.openxmlformats.org/officeDocument/2006/relationships/slideLayout" Target="/ppt/slideLayouts/slideLayout5.xml" Id="R458ec840e4d24fb5" /><Relationship Type="http://schemas.openxmlformats.org/officeDocument/2006/relationships/slideLayout" Target="/ppt/slideLayouts/slideLayout6.xml" Id="R92472ba8e6f543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a554fd7bcf42be"/>
    <p:sldLayoutId xmlns:r="http://schemas.openxmlformats.org/officeDocument/2006/relationships" id="2147483650" r:id="R770f11bc62d24ba0"/>
    <p:sldLayoutId xmlns:r="http://schemas.openxmlformats.org/officeDocument/2006/relationships" id="2147483651" r:id="R8e78a72158954715"/>
    <p:sldLayoutId xmlns:r="http://schemas.openxmlformats.org/officeDocument/2006/relationships" id="2147483652" r:id="R7e15bdd56a0e429d"/>
    <p:sldLayoutId xmlns:r="http://schemas.openxmlformats.org/officeDocument/2006/relationships" id="2147483653" r:id="R458ec840e4d24fb5"/>
    <p:sldLayoutId xmlns:r="http://schemas.openxmlformats.org/officeDocument/2006/relationships" id="2147483654" r:id="R92472ba8e6f543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6f5f1342ed547e4" /><Relationship Type="http://schemas.openxmlformats.org/officeDocument/2006/relationships/hyperlink" Target="https://www.retrievalpractice.org/strategies/2018/think-pair-share" TargetMode="External" Id="R65809b9178fe4c49" /><Relationship Type="http://schemas.openxmlformats.org/officeDocument/2006/relationships/notesSlide" Target="/ppt/notesSlides/notesSlide1.xml" Id="R78026c72d92a4671"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B5C0B3F-E802-4608-B645-D56DA19AB0E6}"/>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Think–Pair–Share</a:t>
            </a:r>
          </a:p>
        </p:txBody>
      </p:sp>
      <p:sp>
        <p:nvSpPr>
          <p:cNvPr id="2" name="">
            <a:extLst xmlns:a="http://schemas.openxmlformats.org/drawingml/2006/main">
              <a:ext uri="{FF2B5EF4-FFF2-40B4-BE49-F238E27FC236}">
                <a16:creationId xmlns:a16="http://schemas.microsoft.com/office/drawing/2014/main" id="{1FB69403-F45B-4956-BBF2-4377C2C5886A}"/>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E030DDCB-F9FE-4B87-91F3-2990B1AF40AB}"/>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B14468E-08BB-4347-B89B-2755FE03C14B}"/>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621B76DB-E8C3-43C0-9A07-9CBD9EBB25D5}"/>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A010EDCD-7E71-41BD-995F-7D5CA1424CBC}"/>
              </a:ext>
            </a:extLst>
          </p:cNvPr>
          <p:cNvSpPr>
            <a:spLocks xmlns:a="http://schemas.openxmlformats.org/drawingml/2006/main" noGrp="1"/>
          </p:cNvSpPr>
          <p:nvPr/>
        </p:nvSpPr>
        <p:spPr>
          <a:xfrm xmlns:a="http://schemas.openxmlformats.org/drawingml/2006/main">
            <a:off x="609600" y="2247900"/>
            <a:ext cx="3543300"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56D81048-2752-414C-8CAB-6713A4BA3EB2}"/>
              </a:ext>
            </a:extLst>
          </p:cNvPr>
          <p:cNvSpPr>
            <a:spLocks xmlns:a="http://schemas.openxmlformats.org/drawingml/2006/main" noGrp="1"/>
          </p:cNvSpPr>
          <p:nvPr/>
        </p:nvSpPr>
        <p:spPr>
          <a:xfrm xmlns:a="http://schemas.openxmlformats.org/drawingml/2006/main">
            <a:off x="7810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first recall</a:t>
            </a:r>
          </a:p>
        </p:txBody>
      </p:sp>
      <p:sp>
        <p:nvSpPr>
          <p:cNvPr id="8" name="">
            <a:extLst xmlns:a="http://schemas.openxmlformats.org/drawingml/2006/main">
              <a:ext uri="{FF2B5EF4-FFF2-40B4-BE49-F238E27FC236}">
                <a16:creationId xmlns:a16="http://schemas.microsoft.com/office/drawing/2014/main" id="{8E7995E3-76BB-4228-92FE-49369FC516CF}"/>
              </a:ext>
            </a:extLst>
          </p:cNvPr>
          <p:cNvSpPr>
            <a:spLocks xmlns:a="http://schemas.openxmlformats.org/drawingml/2006/main" noGrp="1"/>
          </p:cNvSpPr>
          <p:nvPr/>
        </p:nvSpPr>
        <p:spPr>
          <a:xfrm xmlns:a="http://schemas.openxmlformats.org/drawingml/2006/main">
            <a:off x="781050" y="2857500"/>
            <a:ext cx="32004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9BC9D418-C0B6-45E8-BE68-A10923A632BF}"/>
              </a:ext>
            </a:extLst>
          </p:cNvPr>
          <p:cNvSpPr>
            <a:spLocks xmlns:a="http://schemas.openxmlformats.org/drawingml/2006/main" noGrp="1"/>
          </p:cNvSpPr>
          <p:nvPr/>
        </p:nvSpPr>
        <p:spPr>
          <a:xfrm xmlns:a="http://schemas.openxmlformats.org/drawingml/2006/main">
            <a:off x="4324350" y="2247900"/>
            <a:ext cx="3543300" cy="33718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85C66F1E-83A4-4E3C-B367-F9E72328F49A}"/>
              </a:ext>
            </a:extLst>
          </p:cNvPr>
          <p:cNvSpPr>
            <a:spLocks xmlns:a="http://schemas.openxmlformats.org/drawingml/2006/main" noGrp="1"/>
          </p:cNvSpPr>
          <p:nvPr/>
        </p:nvSpPr>
        <p:spPr>
          <a:xfrm xmlns:a="http://schemas.openxmlformats.org/drawingml/2006/main">
            <a:off x="449580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Partner discussion</a:t>
            </a:r>
          </a:p>
        </p:txBody>
      </p:sp>
      <p:sp>
        <p:nvSpPr>
          <p:cNvPr id="11" name="">
            <a:extLst xmlns:a="http://schemas.openxmlformats.org/drawingml/2006/main">
              <a:ext uri="{FF2B5EF4-FFF2-40B4-BE49-F238E27FC236}">
                <a16:creationId xmlns:a16="http://schemas.microsoft.com/office/drawing/2014/main" id="{F6C6F5AF-4EF8-49C4-89A0-EA4298C15E63}"/>
              </a:ext>
            </a:extLst>
          </p:cNvPr>
          <p:cNvSpPr>
            <a:spLocks xmlns:a="http://schemas.openxmlformats.org/drawingml/2006/main" noGrp="1"/>
          </p:cNvSpPr>
          <p:nvPr/>
        </p:nvSpPr>
        <p:spPr>
          <a:xfrm xmlns:a="http://schemas.openxmlformats.org/drawingml/2006/main">
            <a:off x="4495800" y="2857500"/>
            <a:ext cx="32004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2" name="">
            <a:extLst xmlns:a="http://schemas.openxmlformats.org/drawingml/2006/main">
              <a:ext uri="{FF2B5EF4-FFF2-40B4-BE49-F238E27FC236}">
                <a16:creationId xmlns:a16="http://schemas.microsoft.com/office/drawing/2014/main" id="{B9E44745-1598-47AD-B251-5093E8A4EBAC}"/>
              </a:ext>
            </a:extLst>
          </p:cNvPr>
          <p:cNvSpPr>
            <a:spLocks xmlns:a="http://schemas.openxmlformats.org/drawingml/2006/main" noGrp="1"/>
          </p:cNvSpPr>
          <p:nvPr/>
        </p:nvSpPr>
        <p:spPr>
          <a:xfrm xmlns:a="http://schemas.openxmlformats.org/drawingml/2006/main">
            <a:off x="8039100" y="2247900"/>
            <a:ext cx="3543300"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FC654039-9071-47DF-89FD-112B5C7CB35A}"/>
              </a:ext>
            </a:extLst>
          </p:cNvPr>
          <p:cNvSpPr>
            <a:spLocks xmlns:a="http://schemas.openxmlformats.org/drawingml/2006/main" noGrp="1"/>
          </p:cNvSpPr>
          <p:nvPr/>
        </p:nvSpPr>
        <p:spPr>
          <a:xfrm xmlns:a="http://schemas.openxmlformats.org/drawingml/2006/main">
            <a:off x="82105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improved answer</a:t>
            </a:r>
          </a:p>
        </p:txBody>
      </p:sp>
      <p:sp>
        <p:nvSpPr>
          <p:cNvPr id="14" name="">
            <a:extLst xmlns:a="http://schemas.openxmlformats.org/drawingml/2006/main">
              <a:ext uri="{FF2B5EF4-FFF2-40B4-BE49-F238E27FC236}">
                <a16:creationId xmlns:a16="http://schemas.microsoft.com/office/drawing/2014/main" id="{9591DE7F-A513-40BE-B949-15F2E68BBCAF}"/>
              </a:ext>
            </a:extLst>
          </p:cNvPr>
          <p:cNvSpPr>
            <a:spLocks xmlns:a="http://schemas.openxmlformats.org/drawingml/2006/main" noGrp="1"/>
          </p:cNvSpPr>
          <p:nvPr/>
        </p:nvSpPr>
        <p:spPr>
          <a:xfrm xmlns:a="http://schemas.openxmlformats.org/drawingml/2006/main">
            <a:off x="8210550" y="2857500"/>
            <a:ext cx="32004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5" name="">
            <a:extLst xmlns:a="http://schemas.openxmlformats.org/drawingml/2006/main">
              <a:ext uri="{FF2B5EF4-FFF2-40B4-BE49-F238E27FC236}">
                <a16:creationId xmlns:a16="http://schemas.microsoft.com/office/drawing/2014/main" id="{05293632-4230-4AB4-A233-F5BB4CB1C778}"/>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4111F41-4343-4DDB-BD29-146A87B144DC}"/>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7" name="">
            <a:extLst xmlns:a="http://schemas.openxmlformats.org/drawingml/2006/main">
              <a:ext uri="{FF2B5EF4-FFF2-40B4-BE49-F238E27FC236}">
                <a16:creationId xmlns:a16="http://schemas.microsoft.com/office/drawing/2014/main" id="{F093E622-0AC9-408B-8806-19C704D579C9}"/>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9" name="source-credit">
            <a:extLst xmlns:a="http://schemas.openxmlformats.org/drawingml/2006/main">
              <a:ext uri="{FF2B5EF4-FFF2-40B4-BE49-F238E27FC236}">
                <a16:creationId xmlns:a16="http://schemas.microsoft.com/office/drawing/2014/main" id="{98BA344E-C595-4295-9414-518BBDF4632E}"/>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65809b9178fe4c49"/>
              </a:rPr>
              <a:t>Pooja K. Agarwal — retrieval adaptation of Think–Pair–Share — original guidance</a:t>
            </a:r>
          </a:p>
        </p:txBody>
      </p:sp>
    </p:spTree>
    <p:extLst>
      <p:ext uri="{BB962C8B-B14F-4D97-AF65-F5344CB8AC3E}">
        <p14:creationId xmlns:p14="http://schemas.microsoft.com/office/powerpoint/2010/main" val="1105091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2026-10-08T06:08:55.8160000Z</dcterms:created>
  <dcterms:modified xsi:type="dcterms:W3CDTF">2026-10-08T06:08:55.8160000Z</dcterms:modified>
</coreProperties>
</file>